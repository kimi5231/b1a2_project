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75" r:id="rId4"/>
    <p:sldId id="276" r:id="rId5"/>
    <p:sldId id="277" r:id="rId6"/>
    <p:sldId id="278" r:id="rId7"/>
    <p:sldId id="27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BFBFBF"/>
    <a:srgbClr val="FF00FF"/>
    <a:srgbClr val="8B5831"/>
    <a:srgbClr val="000000"/>
    <a:srgbClr val="0000FF"/>
    <a:srgbClr val="00FF00"/>
    <a:srgbClr val="00B0F0"/>
    <a:srgbClr val="FFFFFF"/>
    <a:srgbClr val="007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508EC-79F6-47C1-A1AD-B46B6793F740}" v="10" dt="2025-08-25T21:56:07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2" y="31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83430688-9A9B-4D5C-995B-B3B56A5D0E22}"/>
    <pc:docChg chg="undo redo custSel addSld modSld sldOrd">
      <pc:chgData name="이하나 윤" userId="f658f17427b35de9" providerId="LiveId" clId="{83430688-9A9B-4D5C-995B-B3B56A5D0E22}" dt="2025-08-10T20:07:02.708" v="11195" actId="14100"/>
      <pc:docMkLst>
        <pc:docMk/>
      </pc:docMkLst>
      <pc:sldChg chg="modSp mod">
        <pc:chgData name="이하나 윤" userId="f658f17427b35de9" providerId="LiveId" clId="{83430688-9A9B-4D5C-995B-B3B56A5D0E22}" dt="2025-08-10T19:54:22.309" v="11121" actId="20577"/>
        <pc:sldMkLst>
          <pc:docMk/>
          <pc:sldMk cId="695329364" sldId="256"/>
        </pc:sldMkLst>
        <pc:spChg chg="mod">
          <ac:chgData name="이하나 윤" userId="f658f17427b35de9" providerId="LiveId" clId="{83430688-9A9B-4D5C-995B-B3B56A5D0E22}" dt="2025-08-10T19:54:22.309" v="11121" actId="20577"/>
          <ac:spMkLst>
            <pc:docMk/>
            <pc:sldMk cId="695329364" sldId="256"/>
            <ac:spMk id="2" creationId="{279A97C8-12D7-ACBE-C5A4-75DBE4566ED8}"/>
          </ac:spMkLst>
        </pc:spChg>
        <pc:spChg chg="mod">
          <ac:chgData name="이하나 윤" userId="f658f17427b35de9" providerId="LiveId" clId="{83430688-9A9B-4D5C-995B-B3B56A5D0E22}" dt="2025-08-10T18:18:42.738" v="68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83430688-9A9B-4D5C-995B-B3B56A5D0E22}" dt="2025-08-10T19:27:22.014" v="9140" actId="20577"/>
        <pc:sldMkLst>
          <pc:docMk/>
          <pc:sldMk cId="1843325994" sldId="257"/>
        </pc:sldMkLst>
        <pc:spChg chg="mod">
          <ac:chgData name="이하나 윤" userId="f658f17427b35de9" providerId="LiveId" clId="{83430688-9A9B-4D5C-995B-B3B56A5D0E22}" dt="2025-08-10T19:27:22.014" v="9140" actId="20577"/>
          <ac:spMkLst>
            <pc:docMk/>
            <pc:sldMk cId="1843325994" sldId="257"/>
            <ac:spMk id="4" creationId="{566C19CA-242E-6D40-AE00-592C2404271D}"/>
          </ac:spMkLst>
        </pc:spChg>
      </pc:sldChg>
      <pc:sldChg chg="modSp mod">
        <pc:chgData name="이하나 윤" userId="f658f17427b35de9" providerId="LiveId" clId="{83430688-9A9B-4D5C-995B-B3B56A5D0E22}" dt="2025-08-10T19:41:58.077" v="10009" actId="20577"/>
        <pc:sldMkLst>
          <pc:docMk/>
          <pc:sldMk cId="565639903" sldId="274"/>
        </pc:sldMkLst>
        <pc:spChg chg="mod">
          <ac:chgData name="이하나 윤" userId="f658f17427b35de9" providerId="LiveId" clId="{83430688-9A9B-4D5C-995B-B3B56A5D0E22}" dt="2025-08-10T19:41:58.077" v="10009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mod">
        <pc:chgData name="이하나 윤" userId="f658f17427b35de9" providerId="LiveId" clId="{83430688-9A9B-4D5C-995B-B3B56A5D0E22}" dt="2025-08-10T19:50:57.747" v="10826" actId="20577"/>
        <pc:sldMkLst>
          <pc:docMk/>
          <pc:sldMk cId="1147331172" sldId="275"/>
        </pc:sldMkLst>
      </pc:sldChg>
      <pc:sldChg chg="modSp mod">
        <pc:chgData name="이하나 윤" userId="f658f17427b35de9" providerId="LiveId" clId="{83430688-9A9B-4D5C-995B-B3B56A5D0E22}" dt="2025-08-10T19:51:57.198" v="10864" actId="20577"/>
        <pc:sldMkLst>
          <pc:docMk/>
          <pc:sldMk cId="1876407676" sldId="276"/>
        </pc:sldMkLst>
      </pc:sldChg>
      <pc:sldChg chg="addSp delSp modSp mod">
        <pc:chgData name="이하나 윤" userId="f658f17427b35de9" providerId="LiveId" clId="{83430688-9A9B-4D5C-995B-B3B56A5D0E22}" dt="2025-08-10T20:06:17.239" v="11194" actId="1076"/>
        <pc:sldMkLst>
          <pc:docMk/>
          <pc:sldMk cId="1274618336" sldId="277"/>
        </pc:sldMkLst>
      </pc:sldChg>
      <pc:sldChg chg="addSp delSp modSp add mod">
        <pc:chgData name="이하나 윤" userId="f658f17427b35de9" providerId="LiveId" clId="{83430688-9A9B-4D5C-995B-B3B56A5D0E22}" dt="2025-08-10T20:07:02.708" v="11195" actId="14100"/>
        <pc:sldMkLst>
          <pc:docMk/>
          <pc:sldMk cId="2153143939" sldId="278"/>
        </pc:sldMkLst>
      </pc:sldChg>
      <pc:sldChg chg="modSp new mod">
        <pc:chgData name="이하나 윤" userId="f658f17427b35de9" providerId="LiveId" clId="{83430688-9A9B-4D5C-995B-B3B56A5D0E22}" dt="2025-08-10T19:53:48.283" v="11112" actId="20577"/>
        <pc:sldMkLst>
          <pc:docMk/>
          <pc:sldMk cId="1975365145" sldId="279"/>
        </pc:sldMkLst>
      </pc:sldChg>
      <pc:sldChg chg="modSp add mod ord">
        <pc:chgData name="이하나 윤" userId="f658f17427b35de9" providerId="LiveId" clId="{83430688-9A9B-4D5C-995B-B3B56A5D0E22}" dt="2025-08-10T19:52:05.059" v="10866" actId="20577"/>
        <pc:sldMkLst>
          <pc:docMk/>
          <pc:sldMk cId="1557800939" sldId="280"/>
        </pc:sldMkLst>
      </pc:sldChg>
      <pc:sldChg chg="modSp add mod">
        <pc:chgData name="이하나 윤" userId="f658f17427b35de9" providerId="LiveId" clId="{83430688-9A9B-4D5C-995B-B3B56A5D0E22}" dt="2025-08-10T19:53:44.186" v="11111" actId="113"/>
        <pc:sldMkLst>
          <pc:docMk/>
          <pc:sldMk cId="1567172038" sldId="281"/>
        </pc:sldMkLst>
      </pc:sldChg>
    </pc:docChg>
  </pc:docChgLst>
  <pc:docChgLst>
    <pc:chgData name="이하나 윤" userId="f658f17427b35de9" providerId="LiveId" clId="{EE219EC4-0B48-4DAA-B6C8-F5305E865B87}"/>
    <pc:docChg chg="undo custSel addSld delSld modSld">
      <pc:chgData name="이하나 윤" userId="f658f17427b35de9" providerId="LiveId" clId="{EE219EC4-0B48-4DAA-B6C8-F5305E865B87}" dt="2025-09-02T17:33:57.148" v="92" actId="47"/>
      <pc:docMkLst>
        <pc:docMk/>
      </pc:docMkLst>
      <pc:sldChg chg="modSp mod">
        <pc:chgData name="이하나 윤" userId="f658f17427b35de9" providerId="LiveId" clId="{EE219EC4-0B48-4DAA-B6C8-F5305E865B87}" dt="2025-08-31T09:54:07.916" v="55" actId="20577"/>
        <pc:sldMkLst>
          <pc:docMk/>
          <pc:sldMk cId="678451938" sldId="275"/>
        </pc:sldMkLst>
        <pc:spChg chg="mod">
          <ac:chgData name="이하나 윤" userId="f658f17427b35de9" providerId="LiveId" clId="{EE219EC4-0B48-4DAA-B6C8-F5305E865B87}" dt="2025-08-31T09:54:07.916" v="55" actId="20577"/>
          <ac:spMkLst>
            <pc:docMk/>
            <pc:sldMk cId="678451938" sldId="275"/>
            <ac:spMk id="4" creationId="{E2F7FCC0-638C-2BB3-93C2-1968E5318817}"/>
          </ac:spMkLst>
        </pc:spChg>
      </pc:sldChg>
      <pc:sldChg chg="modSp mod">
        <pc:chgData name="이하나 윤" userId="f658f17427b35de9" providerId="LiveId" clId="{EE219EC4-0B48-4DAA-B6C8-F5305E865B87}" dt="2025-08-30T11:27:47.544" v="8" actId="20577"/>
        <pc:sldMkLst>
          <pc:docMk/>
          <pc:sldMk cId="3607089872" sldId="277"/>
        </pc:sldMkLst>
        <pc:spChg chg="mod">
          <ac:chgData name="이하나 윤" userId="f658f17427b35de9" providerId="LiveId" clId="{EE219EC4-0B48-4DAA-B6C8-F5305E865B87}" dt="2025-08-30T11:27:47.544" v="8" actId="20577"/>
          <ac:spMkLst>
            <pc:docMk/>
            <pc:sldMk cId="3607089872" sldId="277"/>
            <ac:spMk id="4" creationId="{20188D5C-5B83-BCBC-551C-20CA7113881B}"/>
          </ac:spMkLst>
        </pc:spChg>
      </pc:sldChg>
      <pc:sldChg chg="new del">
        <pc:chgData name="이하나 윤" userId="f658f17427b35de9" providerId="LiveId" clId="{EE219EC4-0B48-4DAA-B6C8-F5305E865B87}" dt="2025-08-30T13:44:15.906" v="13" actId="47"/>
        <pc:sldMkLst>
          <pc:docMk/>
          <pc:sldMk cId="654455127" sldId="279"/>
        </pc:sldMkLst>
      </pc:sldChg>
      <pc:sldChg chg="modSp new del mod">
        <pc:chgData name="이하나 윤" userId="f658f17427b35de9" providerId="LiveId" clId="{EE219EC4-0B48-4DAA-B6C8-F5305E865B87}" dt="2025-09-02T17:33:57.148" v="92" actId="47"/>
        <pc:sldMkLst>
          <pc:docMk/>
          <pc:sldMk cId="1725250178" sldId="279"/>
        </pc:sldMkLst>
        <pc:spChg chg="mod">
          <ac:chgData name="이하나 윤" userId="f658f17427b35de9" providerId="LiveId" clId="{EE219EC4-0B48-4DAA-B6C8-F5305E865B87}" dt="2025-09-02T17:33:33.327" v="63" actId="20577"/>
          <ac:spMkLst>
            <pc:docMk/>
            <pc:sldMk cId="1725250178" sldId="279"/>
            <ac:spMk id="3" creationId="{E180F227-042B-6E34-802D-D38299CCF72A}"/>
          </ac:spMkLst>
        </pc:spChg>
        <pc:spChg chg="mod">
          <ac:chgData name="이하나 윤" userId="f658f17427b35de9" providerId="LiveId" clId="{EE219EC4-0B48-4DAA-B6C8-F5305E865B87}" dt="2025-09-02T17:33:56.132" v="91" actId="20577"/>
          <ac:spMkLst>
            <pc:docMk/>
            <pc:sldMk cId="1725250178" sldId="279"/>
            <ac:spMk id="4" creationId="{809BDD1A-EFEB-7B16-CE0F-4CA8CF448EB1}"/>
          </ac:spMkLst>
        </pc:spChg>
      </pc:sldChg>
      <pc:sldChg chg="new del">
        <pc:chgData name="이하나 윤" userId="f658f17427b35de9" providerId="LiveId" clId="{EE219EC4-0B48-4DAA-B6C8-F5305E865B87}" dt="2025-08-30T13:44:16.538" v="14" actId="47"/>
        <pc:sldMkLst>
          <pc:docMk/>
          <pc:sldMk cId="3353558104" sldId="280"/>
        </pc:sldMkLst>
      </pc:sldChg>
      <pc:sldChg chg="new del">
        <pc:chgData name="이하나 윤" userId="f658f17427b35de9" providerId="LiveId" clId="{EE219EC4-0B48-4DAA-B6C8-F5305E865B87}" dt="2025-08-30T13:44:13.923" v="12" actId="47"/>
        <pc:sldMkLst>
          <pc:docMk/>
          <pc:sldMk cId="2856017729" sldId="281"/>
        </pc:sldMkLst>
      </pc:sldChg>
    </pc:docChg>
  </pc:docChgLst>
  <pc:docChgLst>
    <pc:chgData name="이하나 윤" userId="f658f17427b35de9" providerId="LiveId" clId="{15B508EC-79F6-47C1-A1AD-B46B6793F740}"/>
    <pc:docChg chg="undo custSel addSld delSld modSld">
      <pc:chgData name="이하나 윤" userId="f658f17427b35de9" providerId="LiveId" clId="{15B508EC-79F6-47C1-A1AD-B46B6793F740}" dt="2025-08-28T07:45:42.228" v="742" actId="20577"/>
      <pc:docMkLst>
        <pc:docMk/>
      </pc:docMkLst>
      <pc:sldChg chg="modSp mod">
        <pc:chgData name="이하나 윤" userId="f658f17427b35de9" providerId="LiveId" clId="{15B508EC-79F6-47C1-A1AD-B46B6793F740}" dt="2025-08-25T21:45:53.119" v="157" actId="20577"/>
        <pc:sldMkLst>
          <pc:docMk/>
          <pc:sldMk cId="695329364" sldId="256"/>
        </pc:sldMkLst>
        <pc:spChg chg="mod">
          <ac:chgData name="이하나 윤" userId="f658f17427b35de9" providerId="LiveId" clId="{15B508EC-79F6-47C1-A1AD-B46B6793F740}" dt="2025-08-19T07:24:46.635" v="45" actId="20577"/>
          <ac:spMkLst>
            <pc:docMk/>
            <pc:sldMk cId="695329364" sldId="256"/>
            <ac:spMk id="2" creationId="{279A97C8-12D7-ACBE-C5A4-75DBE4566ED8}"/>
          </ac:spMkLst>
        </pc:spChg>
        <pc:spChg chg="mod">
          <ac:chgData name="이하나 윤" userId="f658f17427b35de9" providerId="LiveId" clId="{15B508EC-79F6-47C1-A1AD-B46B6793F740}" dt="2025-08-25T21:45:53.119" v="157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15B508EC-79F6-47C1-A1AD-B46B6793F740}" dt="2025-08-25T21:56:15.553" v="536" actId="6549"/>
        <pc:sldMkLst>
          <pc:docMk/>
          <pc:sldMk cId="1843325994" sldId="257"/>
        </pc:sldMkLst>
        <pc:spChg chg="mod">
          <ac:chgData name="이하나 윤" userId="f658f17427b35de9" providerId="LiveId" clId="{15B508EC-79F6-47C1-A1AD-B46B6793F740}" dt="2025-08-25T21:56:15.553" v="536" actId="6549"/>
          <ac:spMkLst>
            <pc:docMk/>
            <pc:sldMk cId="1843325994" sldId="257"/>
            <ac:spMk id="4" creationId="{566C19CA-242E-6D40-AE00-592C2404271D}"/>
          </ac:spMkLst>
        </pc:spChg>
      </pc:sldChg>
      <pc:sldChg chg="modSp mod">
        <pc:chgData name="이하나 윤" userId="f658f17427b35de9" providerId="LiveId" clId="{15B508EC-79F6-47C1-A1AD-B46B6793F740}" dt="2025-08-25T21:57:07.085" v="640" actId="20577"/>
        <pc:sldMkLst>
          <pc:docMk/>
          <pc:sldMk cId="565639903" sldId="274"/>
        </pc:sldMkLst>
        <pc:spChg chg="mod">
          <ac:chgData name="이하나 윤" userId="f658f17427b35de9" providerId="LiveId" clId="{15B508EC-79F6-47C1-A1AD-B46B6793F740}" dt="2025-08-25T21:57:07.085" v="640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new mod">
        <pc:chgData name="이하나 윤" userId="f658f17427b35de9" providerId="LiveId" clId="{15B508EC-79F6-47C1-A1AD-B46B6793F740}" dt="2025-08-25T21:58:15.235" v="691" actId="20577"/>
        <pc:sldMkLst>
          <pc:docMk/>
          <pc:sldMk cId="678451938" sldId="275"/>
        </pc:sldMkLst>
        <pc:spChg chg="mod">
          <ac:chgData name="이하나 윤" userId="f658f17427b35de9" providerId="LiveId" clId="{15B508EC-79F6-47C1-A1AD-B46B6793F740}" dt="2025-08-19T07:54:05.117" v="95" actId="1076"/>
          <ac:spMkLst>
            <pc:docMk/>
            <pc:sldMk cId="678451938" sldId="275"/>
            <ac:spMk id="2" creationId="{0E399DED-D36A-D54B-9CCC-D7DAB17D6C95}"/>
          </ac:spMkLst>
        </pc:spChg>
        <pc:spChg chg="mod">
          <ac:chgData name="이하나 윤" userId="f658f17427b35de9" providerId="LiveId" clId="{15B508EC-79F6-47C1-A1AD-B46B6793F740}" dt="2025-08-19T07:54:00.479" v="94" actId="20577"/>
          <ac:spMkLst>
            <pc:docMk/>
            <pc:sldMk cId="678451938" sldId="275"/>
            <ac:spMk id="3" creationId="{4658D0B6-B2EF-3AE3-762E-CE9979251701}"/>
          </ac:spMkLst>
        </pc:spChg>
        <pc:spChg chg="mod">
          <ac:chgData name="이하나 윤" userId="f658f17427b35de9" providerId="LiveId" clId="{15B508EC-79F6-47C1-A1AD-B46B6793F740}" dt="2025-08-25T21:58:15.235" v="691" actId="20577"/>
          <ac:spMkLst>
            <pc:docMk/>
            <pc:sldMk cId="678451938" sldId="275"/>
            <ac:spMk id="4" creationId="{E2F7FCC0-638C-2BB3-93C2-1968E5318817}"/>
          </ac:spMkLst>
        </pc:spChg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147331172" sldId="275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876407676" sldId="276"/>
        </pc:sldMkLst>
      </pc:sldChg>
      <pc:sldChg chg="modSp new mod">
        <pc:chgData name="이하나 윤" userId="f658f17427b35de9" providerId="LiveId" clId="{15B508EC-79F6-47C1-A1AD-B46B6793F740}" dt="2025-08-25T21:48:13.831" v="297" actId="1076"/>
        <pc:sldMkLst>
          <pc:docMk/>
          <pc:sldMk cId="3364750920" sldId="276"/>
        </pc:sldMkLst>
        <pc:spChg chg="mod">
          <ac:chgData name="이하나 윤" userId="f658f17427b35de9" providerId="LiveId" clId="{15B508EC-79F6-47C1-A1AD-B46B6793F740}" dt="2025-08-25T21:48:13.831" v="297" actId="1076"/>
          <ac:spMkLst>
            <pc:docMk/>
            <pc:sldMk cId="3364750920" sldId="276"/>
            <ac:spMk id="2" creationId="{233526E4-6D0B-BFFC-3409-CD9D1D626174}"/>
          </ac:spMkLst>
        </pc:spChg>
        <pc:spChg chg="mod">
          <ac:chgData name="이하나 윤" userId="f658f17427b35de9" providerId="LiveId" clId="{15B508EC-79F6-47C1-A1AD-B46B6793F740}" dt="2025-08-25T21:48:10.204" v="296" actId="14100"/>
          <ac:spMkLst>
            <pc:docMk/>
            <pc:sldMk cId="3364750920" sldId="276"/>
            <ac:spMk id="3" creationId="{3396094E-031E-CC35-DE0C-5ABFA81071C8}"/>
          </ac:spMkLst>
        </pc:spChg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274618336" sldId="277"/>
        </pc:sldMkLst>
      </pc:sldChg>
      <pc:sldChg chg="modSp new mod">
        <pc:chgData name="이하나 윤" userId="f658f17427b35de9" providerId="LiveId" clId="{15B508EC-79F6-47C1-A1AD-B46B6793F740}" dt="2025-08-28T07:45:42.228" v="742" actId="20577"/>
        <pc:sldMkLst>
          <pc:docMk/>
          <pc:sldMk cId="3607089872" sldId="277"/>
        </pc:sldMkLst>
        <pc:spChg chg="mod">
          <ac:chgData name="이하나 윤" userId="f658f17427b35de9" providerId="LiveId" clId="{15B508EC-79F6-47C1-A1AD-B46B6793F740}" dt="2025-08-25T21:53:42.273" v="405" actId="1076"/>
          <ac:spMkLst>
            <pc:docMk/>
            <pc:sldMk cId="3607089872" sldId="277"/>
            <ac:spMk id="2" creationId="{78FA5049-5ECD-EE46-A87C-C7FE04AE952F}"/>
          </ac:spMkLst>
        </pc:spChg>
        <pc:spChg chg="mod">
          <ac:chgData name="이하나 윤" userId="f658f17427b35de9" providerId="LiveId" clId="{15B508EC-79F6-47C1-A1AD-B46B6793F740}" dt="2025-08-25T21:53:38.889" v="404" actId="20577"/>
          <ac:spMkLst>
            <pc:docMk/>
            <pc:sldMk cId="3607089872" sldId="277"/>
            <ac:spMk id="3" creationId="{EBFCC7F4-AAC0-1835-9FB1-7C61C76B6455}"/>
          </ac:spMkLst>
        </pc:spChg>
        <pc:spChg chg="mod">
          <ac:chgData name="이하나 윤" userId="f658f17427b35de9" providerId="LiveId" clId="{15B508EC-79F6-47C1-A1AD-B46B6793F740}" dt="2025-08-28T07:45:42.228" v="742" actId="20577"/>
          <ac:spMkLst>
            <pc:docMk/>
            <pc:sldMk cId="3607089872" sldId="277"/>
            <ac:spMk id="4" creationId="{20188D5C-5B83-BCBC-551C-20CA7113881B}"/>
          </ac:spMkLst>
        </pc:spChg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2153143939" sldId="278"/>
        </pc:sldMkLst>
      </pc:sldChg>
      <pc:sldChg chg="modSp new mod">
        <pc:chgData name="이하나 윤" userId="f658f17427b35de9" providerId="LiveId" clId="{15B508EC-79F6-47C1-A1AD-B46B6793F740}" dt="2025-08-25T21:53:54.788" v="445" actId="20577"/>
        <pc:sldMkLst>
          <pc:docMk/>
          <pc:sldMk cId="3056614663" sldId="278"/>
        </pc:sldMkLst>
        <pc:spChg chg="mod">
          <ac:chgData name="이하나 윤" userId="f658f17427b35de9" providerId="LiveId" clId="{15B508EC-79F6-47C1-A1AD-B46B6793F740}" dt="2025-08-25T21:53:54.788" v="445" actId="20577"/>
          <ac:spMkLst>
            <pc:docMk/>
            <pc:sldMk cId="3056614663" sldId="278"/>
            <ac:spMk id="3" creationId="{B9620BA0-5BC8-F3E0-6FB6-A77D4B7B8009}"/>
          </ac:spMkLst>
        </pc:spChg>
      </pc:sldChg>
      <pc:sldChg chg="new del">
        <pc:chgData name="이하나 윤" userId="f658f17427b35de9" providerId="LiveId" clId="{15B508EC-79F6-47C1-A1AD-B46B6793F740}" dt="2025-08-28T07:40:35.808" v="696" actId="47"/>
        <pc:sldMkLst>
          <pc:docMk/>
          <pc:sldMk cId="1933559410" sldId="279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975365145" sldId="279"/>
        </pc:sldMkLst>
      </pc:sldChg>
      <pc:sldChg chg="new del">
        <pc:chgData name="이하나 윤" userId="f658f17427b35de9" providerId="LiveId" clId="{15B508EC-79F6-47C1-A1AD-B46B6793F740}" dt="2025-08-28T07:40:36.617" v="697" actId="47"/>
        <pc:sldMkLst>
          <pc:docMk/>
          <pc:sldMk cId="530722255" sldId="280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557800939" sldId="280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567172038" sldId="281"/>
        </pc:sldMkLst>
      </pc:sldChg>
      <pc:sldChg chg="new del">
        <pc:chgData name="이하나 윤" userId="f658f17427b35de9" providerId="LiveId" clId="{15B508EC-79F6-47C1-A1AD-B46B6793F740}" dt="2025-08-28T07:40:37.282" v="698" actId="47"/>
        <pc:sldMkLst>
          <pc:docMk/>
          <pc:sldMk cId="2937601137" sldId="281"/>
        </pc:sldMkLst>
      </pc:sldChg>
      <pc:sldChg chg="new del">
        <pc:chgData name="이하나 윤" userId="f658f17427b35de9" providerId="LiveId" clId="{15B508EC-79F6-47C1-A1AD-B46B6793F740}" dt="2025-08-28T07:40:38.482" v="699" actId="47"/>
        <pc:sldMkLst>
          <pc:docMk/>
          <pc:sldMk cId="3743449997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졸업작품 게임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>
                <a:ea typeface="맑은 고딕"/>
              </a:rPr>
              <a:t>2025.09.02</a:t>
            </a:r>
            <a:endParaRPr lang="en-US" alt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4E9680F-0036-4B10-157E-DB8CB670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C19CA-242E-6D40-AE00-592C2404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rtlCol="0" anchor="t">
            <a:noAutofit/>
          </a:bodyPr>
          <a:lstStyle/>
          <a:p>
            <a:r>
              <a:rPr lang="ko-KR" altLang="en-US" dirty="0">
                <a:hlinkClick r:id="rId2" action="ppaction://hlinksldjump"/>
              </a:rPr>
              <a:t>게임 정보</a:t>
            </a:r>
            <a:endParaRPr lang="en-US" altLang="ko-KR" dirty="0">
              <a:hlinkClick r:id="rId3" action="ppaction://hlinksldjump"/>
            </a:endParaRPr>
          </a:p>
          <a:p>
            <a:endParaRPr lang="en-US" altLang="ko-KR" dirty="0">
              <a:hlinkClick r:id="rId3" action="ppaction://hlinksldjump"/>
            </a:endParaRPr>
          </a:p>
          <a:p>
            <a:r>
              <a:rPr lang="ko-KR" altLang="en-US" dirty="0">
                <a:hlinkClick r:id="rId4" action="ppaction://hlinksldjump"/>
              </a:rPr>
              <a:t>스토리</a:t>
            </a:r>
            <a:r>
              <a:rPr lang="en-US" altLang="ko-KR" dirty="0">
                <a:hlinkClick r:id="rId4" action="ppaction://hlinksldjump"/>
              </a:rPr>
              <a:t>/</a:t>
            </a:r>
            <a:r>
              <a:rPr lang="ko-KR" altLang="en-US" dirty="0">
                <a:hlinkClick r:id="rId4" action="ppaction://hlinksldjump"/>
              </a:rPr>
              <a:t>시놉시스</a:t>
            </a:r>
            <a:r>
              <a:rPr lang="en-US" altLang="ko-KR" dirty="0">
                <a:hlinkClick r:id="rId4" action="ppaction://hlinksldjump"/>
              </a:rPr>
              <a:t>/</a:t>
            </a:r>
            <a:r>
              <a:rPr lang="ko-KR" altLang="en-US" dirty="0">
                <a:hlinkClick r:id="rId4" action="ppaction://hlinksldjump"/>
              </a:rPr>
              <a:t>세계관</a:t>
            </a:r>
            <a:endParaRPr lang="en-US" altLang="ko-KR" dirty="0"/>
          </a:p>
          <a:p>
            <a:endParaRPr lang="en-US" altLang="ko-KR" dirty="0">
              <a:hlinkClick r:id="rId3" action="ppaction://hlinksldjump"/>
            </a:endParaRPr>
          </a:p>
          <a:p>
            <a:r>
              <a:rPr lang="ko-KR" altLang="en-US" dirty="0">
                <a:hlinkClick r:id="rId5" action="ppaction://hlinksldjump"/>
              </a:rPr>
              <a:t>게임 플레이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게임 전개</a:t>
            </a:r>
            <a:r>
              <a:rPr lang="en-US" altLang="ko-KR" dirty="0"/>
              <a:t>(</a:t>
            </a:r>
            <a:r>
              <a:rPr lang="ko-KR" altLang="en-US" dirty="0"/>
              <a:t>플로우 차트</a:t>
            </a:r>
            <a:r>
              <a:rPr lang="en-US" altLang="ko-KR" dirty="0"/>
              <a:t>)</a:t>
            </a:r>
          </a:p>
          <a:p>
            <a:endParaRPr lang="en-US" altLang="ko-KR" dirty="0">
              <a:hlinkClick r:id="rId3" action="ppaction://hlinksldjump"/>
            </a:endParaRPr>
          </a:p>
          <a:p>
            <a:r>
              <a:rPr lang="ko-KR" altLang="en-US" sz="1800" dirty="0">
                <a:hlinkClick r:id="rId3" action="ppaction://hlinksldjump"/>
              </a:rPr>
              <a:t>로그</a:t>
            </a:r>
            <a:endParaRPr lang="en-US" altLang="ko-KR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D7CA9C-DDE6-954F-C932-1ADEE87C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2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E399DED-D36A-D54B-9CCC-D7DAB17D6C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97887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58D0B6-B2EF-3AE3-762E-CE997925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ko-KR" altLang="en-US" dirty="0"/>
              <a:t>게임</a:t>
            </a:r>
            <a:br>
              <a:rPr lang="en-US" altLang="ko-KR" dirty="0"/>
            </a:br>
            <a:r>
              <a:rPr lang="ko-KR" altLang="en-US" dirty="0"/>
              <a:t>정보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F7FCC0-638C-2BB3-93C2-1968E5318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협동</a:t>
            </a:r>
            <a:r>
              <a:rPr lang="en-US" altLang="ko-KR" dirty="0"/>
              <a:t>, </a:t>
            </a:r>
            <a:r>
              <a:rPr lang="ko-KR" altLang="en-US" dirty="0"/>
              <a:t>생존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플랫폼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PC</a:t>
            </a:r>
          </a:p>
          <a:p>
            <a:endParaRPr lang="en-US" altLang="ko-KR" dirty="0"/>
          </a:p>
          <a:p>
            <a:r>
              <a:rPr lang="ko-KR" altLang="en-US" dirty="0"/>
              <a:t>플레이 타임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한 행성 당 약 </a:t>
            </a:r>
            <a:r>
              <a:rPr lang="en-US" altLang="ko-KR" dirty="0"/>
              <a:t>5~10</a:t>
            </a:r>
            <a:r>
              <a:rPr lang="ko-KR" altLang="en-US" dirty="0"/>
              <a:t>분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r>
              <a:rPr lang="ko-KR" altLang="en-US" dirty="0"/>
              <a:t>할당량 채울 때마다 약 </a:t>
            </a:r>
            <a:r>
              <a:rPr lang="en-US" altLang="ko-KR" dirty="0"/>
              <a:t>30~40</a:t>
            </a:r>
            <a:r>
              <a:rPr lang="ko-KR" altLang="en-US" dirty="0"/>
              <a:t>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참고한 게임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 err="1"/>
              <a:t>리썰</a:t>
            </a:r>
            <a:r>
              <a:rPr lang="ko-KR" altLang="en-US" dirty="0"/>
              <a:t> 컴퍼니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BD60D7-0C1D-00A0-DA62-030DA63A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45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33526E4-6D0B-BFFC-3409-CD9D1D6261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88168"/>
            <a:ext cx="1600200" cy="23495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396094E-031E-CC35-DE0C-5ABFA810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9158"/>
            <a:ext cx="2053389" cy="1469010"/>
          </a:xfrm>
        </p:spPr>
        <p:txBody>
          <a:bodyPr/>
          <a:lstStyle/>
          <a:p>
            <a:r>
              <a:rPr lang="ko-KR" altLang="en-US" dirty="0"/>
              <a:t>스토리</a:t>
            </a:r>
            <a:r>
              <a:rPr lang="en-US" altLang="ko-KR" dirty="0"/>
              <a:t>/</a:t>
            </a:r>
            <a:br>
              <a:rPr lang="en-US" altLang="ko-KR" dirty="0"/>
            </a:br>
            <a:r>
              <a:rPr lang="ko-KR" altLang="en-US" dirty="0"/>
              <a:t>시놉시스</a:t>
            </a:r>
            <a:r>
              <a:rPr lang="en-US" altLang="ko-KR" dirty="0"/>
              <a:t>/</a:t>
            </a:r>
            <a:br>
              <a:rPr lang="en-US" altLang="ko-KR" dirty="0"/>
            </a:br>
            <a:r>
              <a:rPr lang="ko-KR" altLang="en-US" dirty="0"/>
              <a:t>세계관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AAFEA-97B5-D305-8177-FD57563CF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21A17F-E071-337E-78CD-4F125A1F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75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FA5049-5ECD-EE46-A87C-C7FE04AE95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97887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BFCC7F4-AAC0-1835-9FB1-7C61C76B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ko-KR" altLang="en-US" dirty="0"/>
              <a:t>게임</a:t>
            </a:r>
            <a:br>
              <a:rPr lang="en-US" altLang="ko-KR" dirty="0"/>
            </a:br>
            <a:r>
              <a:rPr lang="ko-KR" altLang="en-US" dirty="0"/>
              <a:t>플레이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88D5C-5B83-BCBC-551C-20CA71138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 수집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전투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C9B950-BCBF-57A9-C92C-13831350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08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C7B5BD-D595-762E-9BFD-4C931855B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620BA0-5BC8-F3E0-6FB6-A77D4B7B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/>
          <a:lstStyle/>
          <a:p>
            <a:r>
              <a:rPr lang="ko-KR" altLang="en-US" dirty="0"/>
              <a:t>게임</a:t>
            </a:r>
            <a:br>
              <a:rPr lang="en-US" altLang="ko-KR" dirty="0"/>
            </a:br>
            <a:r>
              <a:rPr lang="ko-KR" altLang="en-US" dirty="0"/>
              <a:t>전개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플로우</a:t>
            </a:r>
            <a:br>
              <a:rPr lang="en-US" altLang="ko-KR" dirty="0"/>
            </a:br>
            <a:r>
              <a:rPr lang="ko-KR" altLang="en-US" dirty="0"/>
              <a:t>차트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7072BA-9F8C-083D-8688-55B2A461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23EB54-DC2A-D55C-CC91-03684BAE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61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5BB49B-2D1D-250E-3A4C-2C3DC12D2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>
                <a:hlinkClick r:id="rId2" action="ppaction://hlinksldjump"/>
              </a:rPr>
              <a:t>목차 바로가기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F1A650-1373-4783-066B-84BC96D8B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>
            <a:spAutoFit/>
          </a:bodyPr>
          <a:lstStyle/>
          <a:p>
            <a:r>
              <a:rPr lang="ko-KR" altLang="en-US" dirty="0"/>
              <a:t>로그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9C4D9-F292-869E-807A-EB952E9B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/>
              <a:t>08.19: ppt</a:t>
            </a:r>
            <a:r>
              <a:rPr lang="ko-KR" altLang="en-US" dirty="0"/>
              <a:t> 생성</a:t>
            </a:r>
            <a:endParaRPr lang="en-US" altLang="ko-KR" dirty="0"/>
          </a:p>
          <a:p>
            <a:r>
              <a:rPr lang="en-US" altLang="ko-KR" dirty="0"/>
              <a:t>08.26: ‘</a:t>
            </a:r>
            <a:r>
              <a:rPr lang="ko-KR" altLang="en-US" dirty="0"/>
              <a:t>게임 정보</a:t>
            </a:r>
            <a:r>
              <a:rPr lang="en-US" altLang="ko-KR" dirty="0"/>
              <a:t>, </a:t>
            </a:r>
            <a:r>
              <a:rPr lang="ko-KR" altLang="en-US" dirty="0"/>
              <a:t>스토리</a:t>
            </a:r>
            <a:r>
              <a:rPr lang="en-US" altLang="ko-KR" dirty="0"/>
              <a:t>/</a:t>
            </a:r>
            <a:r>
              <a:rPr lang="ko-KR" altLang="en-US" dirty="0"/>
              <a:t>시놉시스</a:t>
            </a:r>
            <a:r>
              <a:rPr lang="en-US" altLang="ko-KR" dirty="0"/>
              <a:t>/</a:t>
            </a:r>
            <a:r>
              <a:rPr lang="ko-KR" altLang="en-US" dirty="0"/>
              <a:t>세계관</a:t>
            </a:r>
            <a:r>
              <a:rPr lang="en-US" altLang="ko-KR" dirty="0"/>
              <a:t>, </a:t>
            </a:r>
            <a:r>
              <a:rPr lang="ko-KR" altLang="en-US" dirty="0"/>
              <a:t>게임 플레이</a:t>
            </a:r>
            <a:r>
              <a:rPr lang="en-US" altLang="ko-KR" dirty="0"/>
              <a:t>, </a:t>
            </a:r>
            <a:r>
              <a:rPr lang="ko-KR" altLang="en-US" dirty="0"/>
              <a:t>게임 전개</a:t>
            </a:r>
            <a:r>
              <a:rPr lang="en-US" altLang="ko-KR" dirty="0"/>
              <a:t>(</a:t>
            </a:r>
            <a:r>
              <a:rPr lang="ko-KR" altLang="en-US" dirty="0" err="1"/>
              <a:t>플로우차트</a:t>
            </a:r>
            <a:r>
              <a:rPr lang="en-US" altLang="ko-KR" dirty="0"/>
              <a:t>)‘ </a:t>
            </a:r>
            <a:r>
              <a:rPr lang="ko-KR" altLang="en-US" dirty="0"/>
              <a:t>페이지 생성</a:t>
            </a:r>
            <a:endParaRPr lang="en-US" altLang="ko-KR" dirty="0"/>
          </a:p>
          <a:p>
            <a:r>
              <a:rPr lang="en-US" altLang="ko-KR" dirty="0"/>
              <a:t>09.02: </a:t>
            </a:r>
            <a:r>
              <a:rPr lang="ko-KR" altLang="en-US" dirty="0"/>
              <a:t>내용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8BCAD-8F6C-0F20-E5B7-486A2F82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63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3656</TotalTime>
  <Words>114</Words>
  <Application>Microsoft Office PowerPoint</Application>
  <PresentationFormat>와이드스크린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졸업작품 게임 기획서</vt:lpstr>
      <vt:lpstr>목차</vt:lpstr>
      <vt:lpstr>게임 정보</vt:lpstr>
      <vt:lpstr>스토리/ 시놉시스/ 세계관</vt:lpstr>
      <vt:lpstr>게임 플레이</vt:lpstr>
      <vt:lpstr>게임 전개 (플로우 차트)</vt:lpstr>
      <vt:lpstr>로그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40</cp:revision>
  <dcterms:created xsi:type="dcterms:W3CDTF">2025-07-11T11:24:26Z</dcterms:created>
  <dcterms:modified xsi:type="dcterms:W3CDTF">2025-09-03T01:07:47Z</dcterms:modified>
</cp:coreProperties>
</file>