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7" r:id="rId3"/>
    <p:sldId id="275" r:id="rId4"/>
    <p:sldId id="276" r:id="rId5"/>
    <p:sldId id="278" r:id="rId6"/>
    <p:sldId id="280" r:id="rId7"/>
    <p:sldId id="277" r:id="rId8"/>
    <p:sldId id="279" r:id="rId9"/>
    <p:sldId id="281" r:id="rId10"/>
    <p:sldId id="274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BFBFBF"/>
    <a:srgbClr val="FF00FF"/>
    <a:srgbClr val="8B5831"/>
    <a:srgbClr val="000000"/>
    <a:srgbClr val="0000FF"/>
    <a:srgbClr val="00FF00"/>
    <a:srgbClr val="00B0F0"/>
    <a:srgbClr val="FFFFFF"/>
    <a:srgbClr val="0078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430688-9A9B-4D5C-995B-B3B56A5D0E22}" v="198" dt="2025-08-10T20:05:39.0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17" autoAdjust="0"/>
    <p:restoredTop sz="94660"/>
  </p:normalViewPr>
  <p:slideViewPr>
    <p:cSldViewPr snapToGrid="0">
      <p:cViewPr>
        <p:scale>
          <a:sx n="75" d="100"/>
          <a:sy n="75" d="100"/>
        </p:scale>
        <p:origin x="210" y="36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190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하나 윤" userId="f658f17427b35de9" providerId="LiveId" clId="{83430688-9A9B-4D5C-995B-B3B56A5D0E22}"/>
    <pc:docChg chg="undo redo custSel addSld modSld sldOrd">
      <pc:chgData name="이하나 윤" userId="f658f17427b35de9" providerId="LiveId" clId="{83430688-9A9B-4D5C-995B-B3B56A5D0E22}" dt="2025-08-10T20:07:02.708" v="11195" actId="14100"/>
      <pc:docMkLst>
        <pc:docMk/>
      </pc:docMkLst>
      <pc:sldChg chg="modSp mod">
        <pc:chgData name="이하나 윤" userId="f658f17427b35de9" providerId="LiveId" clId="{83430688-9A9B-4D5C-995B-B3B56A5D0E22}" dt="2025-08-10T19:54:22.309" v="11121" actId="20577"/>
        <pc:sldMkLst>
          <pc:docMk/>
          <pc:sldMk cId="695329364" sldId="256"/>
        </pc:sldMkLst>
        <pc:spChg chg="mod">
          <ac:chgData name="이하나 윤" userId="f658f17427b35de9" providerId="LiveId" clId="{83430688-9A9B-4D5C-995B-B3B56A5D0E22}" dt="2025-08-10T19:54:22.309" v="11121" actId="20577"/>
          <ac:spMkLst>
            <pc:docMk/>
            <pc:sldMk cId="695329364" sldId="256"/>
            <ac:spMk id="2" creationId="{279A97C8-12D7-ACBE-C5A4-75DBE4566ED8}"/>
          </ac:spMkLst>
        </pc:spChg>
        <pc:spChg chg="mod">
          <ac:chgData name="이하나 윤" userId="f658f17427b35de9" providerId="LiveId" clId="{83430688-9A9B-4D5C-995B-B3B56A5D0E22}" dt="2025-08-10T18:18:42.738" v="68" actId="20577"/>
          <ac:spMkLst>
            <pc:docMk/>
            <pc:sldMk cId="695329364" sldId="256"/>
            <ac:spMk id="4" creationId="{77A1A4CF-75CA-73D9-FBFB-9F192FB89E8E}"/>
          </ac:spMkLst>
        </pc:spChg>
      </pc:sldChg>
      <pc:sldChg chg="modSp mod">
        <pc:chgData name="이하나 윤" userId="f658f17427b35de9" providerId="LiveId" clId="{83430688-9A9B-4D5C-995B-B3B56A5D0E22}" dt="2025-08-10T19:27:22.014" v="9140" actId="20577"/>
        <pc:sldMkLst>
          <pc:docMk/>
          <pc:sldMk cId="1843325994" sldId="257"/>
        </pc:sldMkLst>
        <pc:spChg chg="mod">
          <ac:chgData name="이하나 윤" userId="f658f17427b35de9" providerId="LiveId" clId="{83430688-9A9B-4D5C-995B-B3B56A5D0E22}" dt="2025-08-10T19:27:22.014" v="9140" actId="20577"/>
          <ac:spMkLst>
            <pc:docMk/>
            <pc:sldMk cId="1843325994" sldId="257"/>
            <ac:spMk id="4" creationId="{566C19CA-242E-6D40-AE00-592C2404271D}"/>
          </ac:spMkLst>
        </pc:spChg>
      </pc:sldChg>
      <pc:sldChg chg="modSp mod">
        <pc:chgData name="이하나 윤" userId="f658f17427b35de9" providerId="LiveId" clId="{83430688-9A9B-4D5C-995B-B3B56A5D0E22}" dt="2025-08-10T19:41:58.077" v="10009" actId="20577"/>
        <pc:sldMkLst>
          <pc:docMk/>
          <pc:sldMk cId="565639903" sldId="274"/>
        </pc:sldMkLst>
        <pc:spChg chg="mod">
          <ac:chgData name="이하나 윤" userId="f658f17427b35de9" providerId="LiveId" clId="{83430688-9A9B-4D5C-995B-B3B56A5D0E22}" dt="2025-08-10T19:41:58.077" v="10009" actId="20577"/>
          <ac:spMkLst>
            <pc:docMk/>
            <pc:sldMk cId="565639903" sldId="274"/>
            <ac:spMk id="4" creationId="{DAB9C4D9-F292-869E-807A-EB952E9BD90A}"/>
          </ac:spMkLst>
        </pc:spChg>
      </pc:sldChg>
      <pc:sldChg chg="modSp mod">
        <pc:chgData name="이하나 윤" userId="f658f17427b35de9" providerId="LiveId" clId="{83430688-9A9B-4D5C-995B-B3B56A5D0E22}" dt="2025-08-10T19:50:57.747" v="10826" actId="20577"/>
        <pc:sldMkLst>
          <pc:docMk/>
          <pc:sldMk cId="1147331172" sldId="275"/>
        </pc:sldMkLst>
        <pc:spChg chg="mod">
          <ac:chgData name="이하나 윤" userId="f658f17427b35de9" providerId="LiveId" clId="{83430688-9A9B-4D5C-995B-B3B56A5D0E22}" dt="2025-08-10T19:50:57.747" v="10826" actId="20577"/>
          <ac:spMkLst>
            <pc:docMk/>
            <pc:sldMk cId="1147331172" sldId="275"/>
            <ac:spMk id="4" creationId="{0BD4D502-4079-659A-54E3-558D0571FE6B}"/>
          </ac:spMkLst>
        </pc:spChg>
      </pc:sldChg>
      <pc:sldChg chg="modSp mod">
        <pc:chgData name="이하나 윤" userId="f658f17427b35de9" providerId="LiveId" clId="{83430688-9A9B-4D5C-995B-B3B56A5D0E22}" dt="2025-08-10T19:51:57.198" v="10864" actId="20577"/>
        <pc:sldMkLst>
          <pc:docMk/>
          <pc:sldMk cId="1876407676" sldId="276"/>
        </pc:sldMkLst>
        <pc:spChg chg="mod">
          <ac:chgData name="이하나 윤" userId="f658f17427b35de9" providerId="LiveId" clId="{83430688-9A9B-4D5C-995B-B3B56A5D0E22}" dt="2025-08-10T19:51:57.198" v="10864" actId="20577"/>
          <ac:spMkLst>
            <pc:docMk/>
            <pc:sldMk cId="1876407676" sldId="276"/>
            <ac:spMk id="2" creationId="{B57DB4F0-7EF5-5BB2-65C1-ABA4C77B3623}"/>
          </ac:spMkLst>
        </pc:spChg>
        <pc:spChg chg="mod">
          <ac:chgData name="이하나 윤" userId="f658f17427b35de9" providerId="LiveId" clId="{83430688-9A9B-4D5C-995B-B3B56A5D0E22}" dt="2025-08-10T18:40:07.846" v="3588" actId="20577"/>
          <ac:spMkLst>
            <pc:docMk/>
            <pc:sldMk cId="1876407676" sldId="276"/>
            <ac:spMk id="4" creationId="{93B17FE4-E16E-CD29-9BCC-5AAD16BC0EFD}"/>
          </ac:spMkLst>
        </pc:spChg>
      </pc:sldChg>
      <pc:sldChg chg="addSp delSp modSp mod">
        <pc:chgData name="이하나 윤" userId="f658f17427b35de9" providerId="LiveId" clId="{83430688-9A9B-4D5C-995B-B3B56A5D0E22}" dt="2025-08-10T20:06:17.239" v="11194" actId="1076"/>
        <pc:sldMkLst>
          <pc:docMk/>
          <pc:sldMk cId="1274618336" sldId="277"/>
        </pc:sldMkLst>
        <pc:spChg chg="add del mod">
          <ac:chgData name="이하나 윤" userId="f658f17427b35de9" providerId="LiveId" clId="{83430688-9A9B-4D5C-995B-B3B56A5D0E22}" dt="2025-08-10T19:54:41.489" v="11122" actId="20577"/>
          <ac:spMkLst>
            <pc:docMk/>
            <pc:sldMk cId="1274618336" sldId="277"/>
            <ac:spMk id="4" creationId="{98ED8474-56D6-2372-5488-FAF75927B2C9}"/>
          </ac:spMkLst>
        </pc:spChg>
        <pc:spChg chg="add mod">
          <ac:chgData name="이하나 윤" userId="f658f17427b35de9" providerId="LiveId" clId="{83430688-9A9B-4D5C-995B-B3B56A5D0E22}" dt="2025-08-10T20:06:17.239" v="11194" actId="1076"/>
          <ac:spMkLst>
            <pc:docMk/>
            <pc:sldMk cId="1274618336" sldId="277"/>
            <ac:spMk id="14" creationId="{C9CC26DA-D4FC-14DB-F9F1-3A0A558B6928}"/>
          </ac:spMkLst>
        </pc:spChg>
        <pc:grpChg chg="add mod">
          <ac:chgData name="이하나 윤" userId="f658f17427b35de9" providerId="LiveId" clId="{83430688-9A9B-4D5C-995B-B3B56A5D0E22}" dt="2025-08-10T20:06:04.678" v="11192" actId="14100"/>
          <ac:grpSpMkLst>
            <pc:docMk/>
            <pc:sldMk cId="1274618336" sldId="277"/>
            <ac:grpSpMk id="15" creationId="{101B4FF2-E956-08F4-CDB7-C17023C77DDD}"/>
          </ac:grpSpMkLst>
        </pc:grpChg>
        <pc:graphicFrameChg chg="add del mod ord modGraphic">
          <ac:chgData name="이하나 윤" userId="f658f17427b35de9" providerId="LiveId" clId="{83430688-9A9B-4D5C-995B-B3B56A5D0E22}" dt="2025-08-10T18:41:05.061" v="3590" actId="3680"/>
          <ac:graphicFrameMkLst>
            <pc:docMk/>
            <pc:sldMk cId="1274618336" sldId="277"/>
            <ac:graphicFrameMk id="6" creationId="{4620586F-088A-BF56-2924-25E02AC98035}"/>
          </ac:graphicFrameMkLst>
        </pc:graphicFrameChg>
        <pc:graphicFrameChg chg="add mod modGraphic">
          <ac:chgData name="이하나 윤" userId="f658f17427b35de9" providerId="LiveId" clId="{83430688-9A9B-4D5C-995B-B3B56A5D0E22}" dt="2025-08-10T19:43:15.724" v="10124" actId="20577"/>
          <ac:graphicFrameMkLst>
            <pc:docMk/>
            <pc:sldMk cId="1274618336" sldId="277"/>
            <ac:graphicFrameMk id="7" creationId="{6F8CD6A2-3726-2AB4-C825-347CEE56FABE}"/>
          </ac:graphicFrameMkLst>
        </pc:graphicFrameChg>
        <pc:graphicFrameChg chg="add del mod modGraphic">
          <ac:chgData name="이하나 윤" userId="f658f17427b35de9" providerId="LiveId" clId="{83430688-9A9B-4D5C-995B-B3B56A5D0E22}" dt="2025-08-10T19:30:32.196" v="9254" actId="478"/>
          <ac:graphicFrameMkLst>
            <pc:docMk/>
            <pc:sldMk cId="1274618336" sldId="277"/>
            <ac:graphicFrameMk id="8" creationId="{4897E924-71A5-EB7D-AB3F-A30EA2D34C20}"/>
          </ac:graphicFrameMkLst>
        </pc:graphicFrameChg>
        <pc:graphicFrameChg chg="add mod modGraphic">
          <ac:chgData name="이하나 윤" userId="f658f17427b35de9" providerId="LiveId" clId="{83430688-9A9B-4D5C-995B-B3B56A5D0E22}" dt="2025-08-10T19:50:24.593" v="10769" actId="2164"/>
          <ac:graphicFrameMkLst>
            <pc:docMk/>
            <pc:sldMk cId="1274618336" sldId="277"/>
            <ac:graphicFrameMk id="9" creationId="{29F342C0-4607-40F6-DB07-3290C35B8D82}"/>
          </ac:graphicFrameMkLst>
        </pc:graphicFrameChg>
        <pc:graphicFrameChg chg="add mod">
          <ac:chgData name="이하나 윤" userId="f658f17427b35de9" providerId="LiveId" clId="{83430688-9A9B-4D5C-995B-B3B56A5D0E22}" dt="2025-08-10T19:39:21.975" v="9859"/>
          <ac:graphicFrameMkLst>
            <pc:docMk/>
            <pc:sldMk cId="1274618336" sldId="277"/>
            <ac:graphicFrameMk id="10" creationId="{D9AF1CE0-3458-9716-03A8-16E651A6E9F5}"/>
          </ac:graphicFrameMkLst>
        </pc:graphicFrameChg>
        <pc:graphicFrameChg chg="add mod">
          <ac:chgData name="이하나 윤" userId="f658f17427b35de9" providerId="LiveId" clId="{83430688-9A9B-4D5C-995B-B3B56A5D0E22}" dt="2025-08-10T19:39:27.142" v="9862"/>
          <ac:graphicFrameMkLst>
            <pc:docMk/>
            <pc:sldMk cId="1274618336" sldId="277"/>
            <ac:graphicFrameMk id="11" creationId="{066ADC08-15B3-23CF-CAB5-CA1248094E26}"/>
          </ac:graphicFrameMkLst>
        </pc:graphicFrameChg>
        <pc:picChg chg="add mod modCrop">
          <ac:chgData name="이하나 윤" userId="f658f17427b35de9" providerId="LiveId" clId="{83430688-9A9B-4D5C-995B-B3B56A5D0E22}" dt="2025-08-10T20:05:47.064" v="11191" actId="208"/>
          <ac:picMkLst>
            <pc:docMk/>
            <pc:sldMk cId="1274618336" sldId="277"/>
            <ac:picMk id="13" creationId="{EB2D7218-045C-1764-B6BF-F1138DB823DA}"/>
          </ac:picMkLst>
        </pc:picChg>
      </pc:sldChg>
      <pc:sldChg chg="addSp delSp modSp add mod">
        <pc:chgData name="이하나 윤" userId="f658f17427b35de9" providerId="LiveId" clId="{83430688-9A9B-4D5C-995B-B3B56A5D0E22}" dt="2025-08-10T20:07:02.708" v="11195" actId="14100"/>
        <pc:sldMkLst>
          <pc:docMk/>
          <pc:sldMk cId="2153143939" sldId="278"/>
        </pc:sldMkLst>
        <pc:spChg chg="mod">
          <ac:chgData name="이하나 윤" userId="f658f17427b35de9" providerId="LiveId" clId="{83430688-9A9B-4D5C-995B-B3B56A5D0E22}" dt="2025-08-09T18:55:16.177" v="31" actId="113"/>
          <ac:spMkLst>
            <pc:docMk/>
            <pc:sldMk cId="2153143939" sldId="278"/>
            <ac:spMk id="2" creationId="{1C8AF963-3D17-3040-33A4-4B1C046E6313}"/>
          </ac:spMkLst>
        </pc:spChg>
        <pc:spChg chg="mod">
          <ac:chgData name="이하나 윤" userId="f658f17427b35de9" providerId="LiveId" clId="{83430688-9A9B-4D5C-995B-B3B56A5D0E22}" dt="2025-08-09T20:48:54.418" v="45" actId="20577"/>
          <ac:spMkLst>
            <pc:docMk/>
            <pc:sldMk cId="2153143939" sldId="278"/>
            <ac:spMk id="4" creationId="{6A09C412-F298-D112-F5ED-BC6C42B7602C}"/>
          </ac:spMkLst>
        </pc:spChg>
        <pc:grpChg chg="add del mod">
          <ac:chgData name="이하나 윤" userId="f658f17427b35de9" providerId="LiveId" clId="{83430688-9A9B-4D5C-995B-B3B56A5D0E22}" dt="2025-08-10T18:28:25.683" v="1677"/>
          <ac:grpSpMkLst>
            <pc:docMk/>
            <pc:sldMk cId="2153143939" sldId="278"/>
            <ac:grpSpMk id="11" creationId="{3B4DFD2B-EE3F-21FD-3FDE-4F722C91E76D}"/>
          </ac:grpSpMkLst>
        </pc:grpChg>
        <pc:grpChg chg="del mod">
          <ac:chgData name="이하나 윤" userId="f658f17427b35de9" providerId="LiveId" clId="{83430688-9A9B-4D5C-995B-B3B56A5D0E22}" dt="2025-08-10T18:25:21.910" v="1288"/>
          <ac:grpSpMkLst>
            <pc:docMk/>
            <pc:sldMk cId="2153143939" sldId="278"/>
            <ac:grpSpMk id="17" creationId="{62DA09A6-F60F-0883-099F-06B0718A81C5}"/>
          </ac:grpSpMkLst>
        </pc:grpChg>
        <pc:grpChg chg="add del mod">
          <ac:chgData name="이하나 윤" userId="f658f17427b35de9" providerId="LiveId" clId="{83430688-9A9B-4D5C-995B-B3B56A5D0E22}" dt="2025-08-10T18:25:32.221" v="1305"/>
          <ac:grpSpMkLst>
            <pc:docMk/>
            <pc:sldMk cId="2153143939" sldId="278"/>
            <ac:grpSpMk id="20" creationId="{9AEC6054-F8BC-910F-38C7-D89B1F5D7AF8}"/>
          </ac:grpSpMkLst>
        </pc:grpChg>
        <pc:grpChg chg="mod">
          <ac:chgData name="이하나 윤" userId="f658f17427b35de9" providerId="LiveId" clId="{83430688-9A9B-4D5C-995B-B3B56A5D0E22}" dt="2025-08-10T18:25:26.862" v="1299"/>
          <ac:grpSpMkLst>
            <pc:docMk/>
            <pc:sldMk cId="2153143939" sldId="278"/>
            <ac:grpSpMk id="26" creationId="{A5FE3034-58BA-4146-F8A9-BFE9913263D5}"/>
          </ac:grpSpMkLst>
        </pc:grpChg>
        <pc:grpChg chg="add del mod">
          <ac:chgData name="이하나 윤" userId="f658f17427b35de9" providerId="LiveId" clId="{83430688-9A9B-4D5C-995B-B3B56A5D0E22}" dt="2025-08-10T18:28:25.537" v="1675"/>
          <ac:grpSpMkLst>
            <pc:docMk/>
            <pc:sldMk cId="2153143939" sldId="278"/>
            <ac:grpSpMk id="32" creationId="{7729FDC9-470D-3A6B-1224-660CC86CE2DF}"/>
          </ac:grpSpMkLst>
        </pc:grpChg>
        <pc:grpChg chg="del mod">
          <ac:chgData name="이하나 윤" userId="f658f17427b35de9" providerId="LiveId" clId="{83430688-9A9B-4D5C-995B-B3B56A5D0E22}" dt="2025-08-10T18:28:28.312" v="1679"/>
          <ac:grpSpMkLst>
            <pc:docMk/>
            <pc:sldMk cId="2153143939" sldId="278"/>
            <ac:grpSpMk id="34" creationId="{24EADF31-FE50-6DDA-63E7-296BB4C809F8}"/>
          </ac:grpSpMkLst>
        </pc:grpChg>
        <pc:grpChg chg="add del mod">
          <ac:chgData name="이하나 윤" userId="f658f17427b35de9" providerId="LiveId" clId="{83430688-9A9B-4D5C-995B-B3B56A5D0E22}" dt="2025-08-10T19:52:36.413" v="10868" actId="164"/>
          <ac:grpSpMkLst>
            <pc:docMk/>
            <pc:sldMk cId="2153143939" sldId="278"/>
            <ac:grpSpMk id="38" creationId="{0074E0F1-FC72-B2A3-90A7-1DC70BDE3EDB}"/>
          </ac:grpSpMkLst>
        </pc:grpChg>
        <pc:grpChg chg="mod">
          <ac:chgData name="이하나 윤" userId="f658f17427b35de9" providerId="LiveId" clId="{83430688-9A9B-4D5C-995B-B3B56A5D0E22}" dt="2025-08-10T18:28:36.864" v="1693"/>
          <ac:grpSpMkLst>
            <pc:docMk/>
            <pc:sldMk cId="2153143939" sldId="278"/>
            <ac:grpSpMk id="44" creationId="{E2AA1D99-4178-2812-EF3C-A98A24E4BDE1}"/>
          </ac:grpSpMkLst>
        </pc:grpChg>
        <pc:grpChg chg="del mod">
          <ac:chgData name="이하나 윤" userId="f658f17427b35de9" providerId="LiveId" clId="{83430688-9A9B-4D5C-995B-B3B56A5D0E22}" dt="2025-08-10T18:28:50.989" v="1729"/>
          <ac:grpSpMkLst>
            <pc:docMk/>
            <pc:sldMk cId="2153143939" sldId="278"/>
            <ac:grpSpMk id="47" creationId="{EFF6D4F3-0421-748A-179E-5DEEDBC6761E}"/>
          </ac:grpSpMkLst>
        </pc:grpChg>
        <pc:grpChg chg="del mod">
          <ac:chgData name="이하나 윤" userId="f658f17427b35de9" providerId="LiveId" clId="{83430688-9A9B-4D5C-995B-B3B56A5D0E22}" dt="2025-08-10T18:28:50.989" v="1729"/>
          <ac:grpSpMkLst>
            <pc:docMk/>
            <pc:sldMk cId="2153143939" sldId="278"/>
            <ac:grpSpMk id="74" creationId="{29204BAB-F7B5-ED23-42E7-E0AB5CAD38C4}"/>
          </ac:grpSpMkLst>
        </pc:grpChg>
        <pc:grpChg chg="mod">
          <ac:chgData name="이하나 윤" userId="f658f17427b35de9" providerId="LiveId" clId="{83430688-9A9B-4D5C-995B-B3B56A5D0E22}" dt="2025-08-10T19:52:36.413" v="10868" actId="164"/>
          <ac:grpSpMkLst>
            <pc:docMk/>
            <pc:sldMk cId="2153143939" sldId="278"/>
            <ac:grpSpMk id="75" creationId="{40785B4C-51BA-84F9-B8DF-FE8C514B25AD}"/>
          </ac:grpSpMkLst>
        </pc:grpChg>
        <pc:grpChg chg="mod">
          <ac:chgData name="이하나 윤" userId="f658f17427b35de9" providerId="LiveId" clId="{83430688-9A9B-4D5C-995B-B3B56A5D0E22}" dt="2025-08-10T18:28:59.099" v="1750"/>
          <ac:grpSpMkLst>
            <pc:docMk/>
            <pc:sldMk cId="2153143939" sldId="278"/>
            <ac:grpSpMk id="78" creationId="{89B516A1-DE40-CC85-FB05-DEDD8932AC5D}"/>
          </ac:grpSpMkLst>
        </pc:grpChg>
        <pc:grpChg chg="mod">
          <ac:chgData name="이하나 윤" userId="f658f17427b35de9" providerId="LiveId" clId="{83430688-9A9B-4D5C-995B-B3B56A5D0E22}" dt="2025-08-10T18:28:57.337" v="1742"/>
          <ac:grpSpMkLst>
            <pc:docMk/>
            <pc:sldMk cId="2153143939" sldId="278"/>
            <ac:grpSpMk id="86" creationId="{DAE6264A-CAB7-EEBB-8F78-CF45FFC47C6D}"/>
          </ac:grpSpMkLst>
        </pc:grpChg>
        <pc:grpChg chg="add del mod">
          <ac:chgData name="이하나 윤" userId="f658f17427b35de9" providerId="LiveId" clId="{83430688-9A9B-4D5C-995B-B3B56A5D0E22}" dt="2025-08-10T19:20:39.194" v="8058"/>
          <ac:grpSpMkLst>
            <pc:docMk/>
            <pc:sldMk cId="2153143939" sldId="278"/>
            <ac:grpSpMk id="90" creationId="{E83B23C7-9503-F072-89AC-CE83E5BBF748}"/>
          </ac:grpSpMkLst>
        </pc:grpChg>
        <pc:grpChg chg="mod">
          <ac:chgData name="이하나 윤" userId="f658f17427b35de9" providerId="LiveId" clId="{83430688-9A9B-4D5C-995B-B3B56A5D0E22}" dt="2025-08-10T19:20:32.418" v="8049"/>
          <ac:grpSpMkLst>
            <pc:docMk/>
            <pc:sldMk cId="2153143939" sldId="278"/>
            <ac:grpSpMk id="107" creationId="{5D556D33-BBEC-7F98-13DE-23626C0A8671}"/>
          </ac:grpSpMkLst>
        </pc:grpChg>
        <pc:grpChg chg="add del mod">
          <ac:chgData name="이하나 윤" userId="f658f17427b35de9" providerId="LiveId" clId="{83430688-9A9B-4D5C-995B-B3B56A5D0E22}" dt="2025-08-10T19:21:08.879" v="8152"/>
          <ac:grpSpMkLst>
            <pc:docMk/>
            <pc:sldMk cId="2153143939" sldId="278"/>
            <ac:grpSpMk id="115" creationId="{F12003B6-3B0D-BC3C-3FE1-C9CB640A596C}"/>
          </ac:grpSpMkLst>
        </pc:grpChg>
        <pc:grpChg chg="add del mod">
          <ac:chgData name="이하나 윤" userId="f658f17427b35de9" providerId="LiveId" clId="{83430688-9A9B-4D5C-995B-B3B56A5D0E22}" dt="2025-08-10T19:21:01.471" v="8127"/>
          <ac:grpSpMkLst>
            <pc:docMk/>
            <pc:sldMk cId="2153143939" sldId="278"/>
            <ac:grpSpMk id="121" creationId="{3977968D-5221-D54F-46F0-1415EDA450FC}"/>
          </ac:grpSpMkLst>
        </pc:grpChg>
        <pc:grpChg chg="mod">
          <ac:chgData name="이하나 윤" userId="f658f17427b35de9" providerId="LiveId" clId="{83430688-9A9B-4D5C-995B-B3B56A5D0E22}" dt="2025-08-10T19:20:48.551" v="8085"/>
          <ac:grpSpMkLst>
            <pc:docMk/>
            <pc:sldMk cId="2153143939" sldId="278"/>
            <ac:grpSpMk id="134" creationId="{5BA12E98-522A-8844-FE3C-F9FF31132C9A}"/>
          </ac:grpSpMkLst>
        </pc:grpChg>
        <pc:grpChg chg="add del mod">
          <ac:chgData name="이하나 윤" userId="f658f17427b35de9" providerId="LiveId" clId="{83430688-9A9B-4D5C-995B-B3B56A5D0E22}" dt="2025-08-10T19:21:00.359" v="8115"/>
          <ac:grpSpMkLst>
            <pc:docMk/>
            <pc:sldMk cId="2153143939" sldId="278"/>
            <ac:grpSpMk id="143" creationId="{431701A7-45E6-0A46-6922-BF72DFF16F25}"/>
          </ac:grpSpMkLst>
        </pc:grpChg>
        <pc:grpChg chg="mod">
          <ac:chgData name="이하나 윤" userId="f658f17427b35de9" providerId="LiveId" clId="{83430688-9A9B-4D5C-995B-B3B56A5D0E22}" dt="2025-08-10T19:21:00.154" v="8108"/>
          <ac:grpSpMkLst>
            <pc:docMk/>
            <pc:sldMk cId="2153143939" sldId="278"/>
            <ac:grpSpMk id="151" creationId="{C169A0D3-C850-DAC7-58D1-EF391E59612A}"/>
          </ac:grpSpMkLst>
        </pc:grpChg>
        <pc:grpChg chg="add del mod">
          <ac:chgData name="이하나 윤" userId="f658f17427b35de9" providerId="LiveId" clId="{83430688-9A9B-4D5C-995B-B3B56A5D0E22}" dt="2025-08-10T19:21:34.652" v="8191"/>
          <ac:grpSpMkLst>
            <pc:docMk/>
            <pc:sldMk cId="2153143939" sldId="278"/>
            <ac:grpSpMk id="158" creationId="{7D9CD970-8742-C425-8E6D-F99AAAE2CC0D}"/>
          </ac:grpSpMkLst>
        </pc:grpChg>
        <pc:grpChg chg="mod">
          <ac:chgData name="이하나 윤" userId="f658f17427b35de9" providerId="LiveId" clId="{83430688-9A9B-4D5C-995B-B3B56A5D0E22}" dt="2025-08-10T19:21:27.299" v="8172"/>
          <ac:grpSpMkLst>
            <pc:docMk/>
            <pc:sldMk cId="2153143939" sldId="278"/>
            <ac:grpSpMk id="165" creationId="{36895D57-3060-3E9A-C1CA-25B6B21B197F}"/>
          </ac:grpSpMkLst>
        </pc:grpChg>
        <pc:grpChg chg="mod">
          <ac:chgData name="이하나 윤" userId="f658f17427b35de9" providerId="LiveId" clId="{83430688-9A9B-4D5C-995B-B3B56A5D0E22}" dt="2025-08-10T19:21:31.573" v="8180"/>
          <ac:grpSpMkLst>
            <pc:docMk/>
            <pc:sldMk cId="2153143939" sldId="278"/>
            <ac:grpSpMk id="171" creationId="{7CF64555-162B-BFDC-0A1A-7260D165367D}"/>
          </ac:grpSpMkLst>
        </pc:grpChg>
        <pc:grpChg chg="add del mod">
          <ac:chgData name="이하나 윤" userId="f658f17427b35de9" providerId="LiveId" clId="{83430688-9A9B-4D5C-995B-B3B56A5D0E22}" dt="2025-08-10T19:21:58.660" v="8236"/>
          <ac:grpSpMkLst>
            <pc:docMk/>
            <pc:sldMk cId="2153143939" sldId="278"/>
            <ac:grpSpMk id="187" creationId="{A161161F-98D5-F39D-CF0E-F6EA1912835C}"/>
          </ac:grpSpMkLst>
        </pc:grpChg>
        <pc:grpChg chg="mod">
          <ac:chgData name="이하나 윤" userId="f658f17427b35de9" providerId="LiveId" clId="{83430688-9A9B-4D5C-995B-B3B56A5D0E22}" dt="2025-08-10T19:21:55.628" v="8227"/>
          <ac:grpSpMkLst>
            <pc:docMk/>
            <pc:sldMk cId="2153143939" sldId="278"/>
            <ac:grpSpMk id="200" creationId="{479BFD6B-5921-ECE0-3F6D-A1773AB05B56}"/>
          </ac:grpSpMkLst>
        </pc:grpChg>
        <pc:grpChg chg="del mod">
          <ac:chgData name="이하나 윤" userId="f658f17427b35de9" providerId="LiveId" clId="{83430688-9A9B-4D5C-995B-B3B56A5D0E22}" dt="2025-08-10T19:22:01.741" v="8242"/>
          <ac:grpSpMkLst>
            <pc:docMk/>
            <pc:sldMk cId="2153143939" sldId="278"/>
            <ac:grpSpMk id="204" creationId="{9389E640-C136-E344-814E-C117BFC444F6}"/>
          </ac:grpSpMkLst>
        </pc:grpChg>
        <pc:grpChg chg="add del mod">
          <ac:chgData name="이하나 윤" userId="f658f17427b35de9" providerId="LiveId" clId="{83430688-9A9B-4D5C-995B-B3B56A5D0E22}" dt="2025-08-10T19:22:17.726" v="8274"/>
          <ac:grpSpMkLst>
            <pc:docMk/>
            <pc:sldMk cId="2153143939" sldId="278"/>
            <ac:grpSpMk id="210" creationId="{0A96D4FD-4264-F1CA-ED3C-B2963915C991}"/>
          </ac:grpSpMkLst>
        </pc:grpChg>
        <pc:grpChg chg="mod">
          <ac:chgData name="이하나 윤" userId="f658f17427b35de9" providerId="LiveId" clId="{83430688-9A9B-4D5C-995B-B3B56A5D0E22}" dt="2025-08-10T19:22:11.035" v="8261"/>
          <ac:grpSpMkLst>
            <pc:docMk/>
            <pc:sldMk cId="2153143939" sldId="278"/>
            <ac:grpSpMk id="225" creationId="{6EDFB021-97E5-F3B0-1DE9-6B95475F5E96}"/>
          </ac:grpSpMkLst>
        </pc:grpChg>
        <pc:grpChg chg="del mod">
          <ac:chgData name="이하나 윤" userId="f658f17427b35de9" providerId="LiveId" clId="{83430688-9A9B-4D5C-995B-B3B56A5D0E22}" dt="2025-08-10T19:22:28.708" v="8279"/>
          <ac:grpSpMkLst>
            <pc:docMk/>
            <pc:sldMk cId="2153143939" sldId="278"/>
            <ac:grpSpMk id="238" creationId="{28D7EF24-E3A0-C74E-E3BE-E61832631104}"/>
          </ac:grpSpMkLst>
        </pc:grpChg>
        <pc:grpChg chg="del mod">
          <ac:chgData name="이하나 윤" userId="f658f17427b35de9" providerId="LiveId" clId="{83430688-9A9B-4D5C-995B-B3B56A5D0E22}" dt="2025-08-10T19:22:29.929" v="8282"/>
          <ac:grpSpMkLst>
            <pc:docMk/>
            <pc:sldMk cId="2153143939" sldId="278"/>
            <ac:grpSpMk id="241" creationId="{8F14C11F-BA4D-A9F1-69B0-D92340EE771B}"/>
          </ac:grpSpMkLst>
        </pc:grpChg>
        <pc:grpChg chg="mod">
          <ac:chgData name="이하나 윤" userId="f658f17427b35de9" providerId="LiveId" clId="{83430688-9A9B-4D5C-995B-B3B56A5D0E22}" dt="2025-08-10T19:52:36.413" v="10868" actId="164"/>
          <ac:grpSpMkLst>
            <pc:docMk/>
            <pc:sldMk cId="2153143939" sldId="278"/>
            <ac:grpSpMk id="244" creationId="{5A845EBD-4C7A-EAA6-80A6-E6D163DCD319}"/>
          </ac:grpSpMkLst>
        </pc:grpChg>
        <pc:grpChg chg="del mod">
          <ac:chgData name="이하나 윤" userId="f658f17427b35de9" providerId="LiveId" clId="{83430688-9A9B-4D5C-995B-B3B56A5D0E22}" dt="2025-08-10T19:47:09.306" v="10502"/>
          <ac:grpSpMkLst>
            <pc:docMk/>
            <pc:sldMk cId="2153143939" sldId="278"/>
            <ac:grpSpMk id="252" creationId="{FC3B4AF5-E47C-8C4F-A457-49924DA30FF2}"/>
          </ac:grpSpMkLst>
        </pc:grpChg>
        <pc:grpChg chg="del mod">
          <ac:chgData name="이하나 윤" userId="f658f17427b35de9" providerId="LiveId" clId="{83430688-9A9B-4D5C-995B-B3B56A5D0E22}" dt="2025-08-10T19:47:18.601" v="10510"/>
          <ac:grpSpMkLst>
            <pc:docMk/>
            <pc:sldMk cId="2153143939" sldId="278"/>
            <ac:grpSpMk id="258" creationId="{C00E6D76-8507-5611-2C86-834185B0BFA0}"/>
          </ac:grpSpMkLst>
        </pc:grpChg>
        <pc:grpChg chg="del mod">
          <ac:chgData name="이하나 윤" userId="f658f17427b35de9" providerId="LiveId" clId="{83430688-9A9B-4D5C-995B-B3B56A5D0E22}" dt="2025-08-10T19:47:18.601" v="10510"/>
          <ac:grpSpMkLst>
            <pc:docMk/>
            <pc:sldMk cId="2153143939" sldId="278"/>
            <ac:grpSpMk id="259" creationId="{0F9DECBE-A1E7-99C9-BC87-0CC80F685E11}"/>
          </ac:grpSpMkLst>
        </pc:grpChg>
        <pc:grpChg chg="del mod">
          <ac:chgData name="이하나 윤" userId="f658f17427b35de9" providerId="LiveId" clId="{83430688-9A9B-4D5C-995B-B3B56A5D0E22}" dt="2025-08-10T19:47:21.358" v="10513"/>
          <ac:grpSpMkLst>
            <pc:docMk/>
            <pc:sldMk cId="2153143939" sldId="278"/>
            <ac:grpSpMk id="265" creationId="{97E6C14A-6E9C-DF88-CA84-99AF16EFEB47}"/>
          </ac:grpSpMkLst>
        </pc:grpChg>
        <pc:grpChg chg="add del mod">
          <ac:chgData name="이하나 윤" userId="f658f17427b35de9" providerId="LiveId" clId="{83430688-9A9B-4D5C-995B-B3B56A5D0E22}" dt="2025-08-10T19:47:43.598" v="10557"/>
          <ac:grpSpMkLst>
            <pc:docMk/>
            <pc:sldMk cId="2153143939" sldId="278"/>
            <ac:grpSpMk id="268" creationId="{3AEA2D76-8B6F-CA3C-E45E-4AA50A8580D8}"/>
          </ac:grpSpMkLst>
        </pc:grpChg>
        <pc:grpChg chg="mod">
          <ac:chgData name="이하나 윤" userId="f658f17427b35de9" providerId="LiveId" clId="{83430688-9A9B-4D5C-995B-B3B56A5D0E22}" dt="2025-08-10T19:47:27.534" v="10519"/>
          <ac:grpSpMkLst>
            <pc:docMk/>
            <pc:sldMk cId="2153143939" sldId="278"/>
            <ac:grpSpMk id="272" creationId="{B392ABB1-D713-1A61-8E13-5D0EB4DC2795}"/>
          </ac:grpSpMkLst>
        </pc:grpChg>
        <pc:grpChg chg="del mod">
          <ac:chgData name="이하나 윤" userId="f658f17427b35de9" providerId="LiveId" clId="{83430688-9A9B-4D5C-995B-B3B56A5D0E22}" dt="2025-08-10T19:47:34.201" v="10537"/>
          <ac:grpSpMkLst>
            <pc:docMk/>
            <pc:sldMk cId="2153143939" sldId="278"/>
            <ac:grpSpMk id="278" creationId="{F9E45CE7-28BA-4AD5-5E59-A38CABEE6633}"/>
          </ac:grpSpMkLst>
        </pc:grpChg>
        <pc:grpChg chg="del mod">
          <ac:chgData name="이하나 윤" userId="f658f17427b35de9" providerId="LiveId" clId="{83430688-9A9B-4D5C-995B-B3B56A5D0E22}" dt="2025-08-10T19:47:43.598" v="10557"/>
          <ac:grpSpMkLst>
            <pc:docMk/>
            <pc:sldMk cId="2153143939" sldId="278"/>
            <ac:grpSpMk id="288" creationId="{63452F01-3219-6858-61A1-21BF6D4FA9D3}"/>
          </ac:grpSpMkLst>
        </pc:grpChg>
        <pc:grpChg chg="del mod">
          <ac:chgData name="이하나 윤" userId="f658f17427b35de9" providerId="LiveId" clId="{83430688-9A9B-4D5C-995B-B3B56A5D0E22}" dt="2025-08-10T19:47:52.134" v="10576"/>
          <ac:grpSpMkLst>
            <pc:docMk/>
            <pc:sldMk cId="2153143939" sldId="278"/>
            <ac:grpSpMk id="305" creationId="{7E5E4AE5-DEB0-D83F-64DE-C2E4D85AFD45}"/>
          </ac:grpSpMkLst>
        </pc:grpChg>
        <pc:grpChg chg="add del mod">
          <ac:chgData name="이하나 윤" userId="f658f17427b35de9" providerId="LiveId" clId="{83430688-9A9B-4D5C-995B-B3B56A5D0E22}" dt="2025-08-10T19:48:12.174" v="10619"/>
          <ac:grpSpMkLst>
            <pc:docMk/>
            <pc:sldMk cId="2153143939" sldId="278"/>
            <ac:grpSpMk id="324" creationId="{8AE289A8-C43E-67C6-C907-17D266655BB9}"/>
          </ac:grpSpMkLst>
        </pc:grpChg>
        <pc:grpChg chg="del mod">
          <ac:chgData name="이하나 윤" userId="f658f17427b35de9" providerId="LiveId" clId="{83430688-9A9B-4D5C-995B-B3B56A5D0E22}" dt="2025-08-10T19:48:04.339" v="10600"/>
          <ac:grpSpMkLst>
            <pc:docMk/>
            <pc:sldMk cId="2153143939" sldId="278"/>
            <ac:grpSpMk id="332" creationId="{C5A64EF2-FACE-F76B-3FF2-F097381E409E}"/>
          </ac:grpSpMkLst>
        </pc:grpChg>
        <pc:grpChg chg="add del mod">
          <ac:chgData name="이하나 윤" userId="f658f17427b35de9" providerId="LiveId" clId="{83430688-9A9B-4D5C-995B-B3B56A5D0E22}" dt="2025-08-10T19:48:12.174" v="10619"/>
          <ac:grpSpMkLst>
            <pc:docMk/>
            <pc:sldMk cId="2153143939" sldId="278"/>
            <ac:grpSpMk id="341" creationId="{1132E31E-EE1E-2F31-EC9E-3BF33CA6D40A}"/>
          </ac:grpSpMkLst>
        </pc:grpChg>
        <pc:grpChg chg="mod">
          <ac:chgData name="이하나 윤" userId="f658f17427b35de9" providerId="LiveId" clId="{83430688-9A9B-4D5C-995B-B3B56A5D0E22}" dt="2025-08-10T19:48:07.732" v="10611"/>
          <ac:grpSpMkLst>
            <pc:docMk/>
            <pc:sldMk cId="2153143939" sldId="278"/>
            <ac:grpSpMk id="349" creationId="{364A4676-C415-994E-F26D-82FBD4D82D80}"/>
          </ac:grpSpMkLst>
        </pc:grpChg>
        <pc:grpChg chg="mod">
          <ac:chgData name="이하나 윤" userId="f658f17427b35de9" providerId="LiveId" clId="{83430688-9A9B-4D5C-995B-B3B56A5D0E22}" dt="2025-08-10T19:52:36.413" v="10868" actId="164"/>
          <ac:grpSpMkLst>
            <pc:docMk/>
            <pc:sldMk cId="2153143939" sldId="278"/>
            <ac:grpSpMk id="355" creationId="{C19D94F9-E386-1F2E-60FF-8DF583D6B72E}"/>
          </ac:grpSpMkLst>
        </pc:grpChg>
        <pc:grpChg chg="mod">
          <ac:chgData name="이하나 윤" userId="f658f17427b35de9" providerId="LiveId" clId="{83430688-9A9B-4D5C-995B-B3B56A5D0E22}" dt="2025-08-10T19:48:17.221" v="10624"/>
          <ac:grpSpMkLst>
            <pc:docMk/>
            <pc:sldMk cId="2153143939" sldId="278"/>
            <ac:grpSpMk id="358" creationId="{90331CA1-7433-79F0-94FF-25FD82E04886}"/>
          </ac:grpSpMkLst>
        </pc:grpChg>
        <pc:grpChg chg="mod">
          <ac:chgData name="이하나 윤" userId="f658f17427b35de9" providerId="LiveId" clId="{83430688-9A9B-4D5C-995B-B3B56A5D0E22}" dt="2025-08-10T19:52:36.413" v="10868" actId="164"/>
          <ac:grpSpMkLst>
            <pc:docMk/>
            <pc:sldMk cId="2153143939" sldId="278"/>
            <ac:grpSpMk id="361" creationId="{8CD50BCF-6FA0-3D1E-2BA0-2B2193A1E6A7}"/>
          </ac:grpSpMkLst>
        </pc:grpChg>
        <pc:grpChg chg="add mod">
          <ac:chgData name="이하나 윤" userId="f658f17427b35de9" providerId="LiveId" clId="{83430688-9A9B-4D5C-995B-B3B56A5D0E22}" dt="2025-08-10T20:07:02.708" v="11195" actId="14100"/>
          <ac:grpSpMkLst>
            <pc:docMk/>
            <pc:sldMk cId="2153143939" sldId="278"/>
            <ac:grpSpMk id="362" creationId="{DC08A474-2A17-65E8-9E6F-DF8D33B68EF3}"/>
          </ac:grpSpMkLst>
        </pc:grpChg>
        <pc:picChg chg="add mod modCrop">
          <ac:chgData name="이하나 윤" userId="f658f17427b35de9" providerId="LiveId" clId="{83430688-9A9B-4D5C-995B-B3B56A5D0E22}" dt="2025-08-10T19:52:36.413" v="10868" actId="164"/>
          <ac:picMkLst>
            <pc:docMk/>
            <pc:sldMk cId="2153143939" sldId="278"/>
            <ac:picMk id="7" creationId="{9F5D753A-3008-42F4-2723-7AE157DCE82B}"/>
          </ac:picMkLst>
        </pc:picChg>
        <pc:inkChg chg="add del">
          <ac:chgData name="이하나 윤" userId="f658f17427b35de9" providerId="LiveId" clId="{83430688-9A9B-4D5C-995B-B3B56A5D0E22}" dt="2025-08-10T18:25:03.704" v="1273" actId="9405"/>
          <ac:inkMkLst>
            <pc:docMk/>
            <pc:sldMk cId="2153143939" sldId="278"/>
            <ac:inkMk id="6" creationId="{82B3B92F-D329-9778-AFA9-CBE4844979B5}"/>
          </ac:inkMkLst>
        </pc:inkChg>
        <pc:inkChg chg="add del mod">
          <ac:chgData name="이하나 윤" userId="f658f17427b35de9" providerId="LiveId" clId="{83430688-9A9B-4D5C-995B-B3B56A5D0E22}" dt="2025-08-10T18:28:28.312" v="1678"/>
          <ac:inkMkLst>
            <pc:docMk/>
            <pc:sldMk cId="2153143939" sldId="278"/>
            <ac:inkMk id="8" creationId="{4B329C33-6C76-4AAC-71C5-9AE5BD078CAA}"/>
          </ac:inkMkLst>
        </pc:inkChg>
        <pc:inkChg chg="add del">
          <ac:chgData name="이하나 윤" userId="f658f17427b35de9" providerId="LiveId" clId="{83430688-9A9B-4D5C-995B-B3B56A5D0E22}" dt="2025-08-10T18:25:08.446" v="1276" actId="9405"/>
          <ac:inkMkLst>
            <pc:docMk/>
            <pc:sldMk cId="2153143939" sldId="278"/>
            <ac:inkMk id="9" creationId="{BFDB4438-B547-4339-98BB-96C7E21CC908}"/>
          </ac:inkMkLst>
        </pc:inkChg>
        <pc:inkChg chg="add del mod">
          <ac:chgData name="이하나 윤" userId="f658f17427b35de9" providerId="LiveId" clId="{83430688-9A9B-4D5C-995B-B3B56A5D0E22}" dt="2025-08-10T18:28:28.312" v="1680"/>
          <ac:inkMkLst>
            <pc:docMk/>
            <pc:sldMk cId="2153143939" sldId="278"/>
            <ac:inkMk id="10" creationId="{1DB49C05-EA99-648B-CA6A-4D34BD6638B7}"/>
          </ac:inkMkLst>
        </pc:inkChg>
        <pc:inkChg chg="add del">
          <ac:chgData name="이하나 윤" userId="f658f17427b35de9" providerId="LiveId" clId="{83430688-9A9B-4D5C-995B-B3B56A5D0E22}" dt="2025-08-10T18:25:15.221" v="1280" actId="9405"/>
          <ac:inkMkLst>
            <pc:docMk/>
            <pc:sldMk cId="2153143939" sldId="278"/>
            <ac:inkMk id="12" creationId="{BA0D8670-85FC-B2FD-3C78-D306801A99B7}"/>
          </ac:inkMkLst>
        </pc:inkChg>
        <pc:inkChg chg="add del mod">
          <ac:chgData name="이하나 윤" userId="f658f17427b35de9" providerId="LiveId" clId="{83430688-9A9B-4D5C-995B-B3B56A5D0E22}" dt="2025-08-10T18:28:18.873" v="1666"/>
          <ac:inkMkLst>
            <pc:docMk/>
            <pc:sldMk cId="2153143939" sldId="278"/>
            <ac:inkMk id="13" creationId="{C813E01C-5CD6-46FB-9105-EB8ED1799357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14" creationId="{2057E677-73A0-D042-1198-41EF0DE00BAA}"/>
          </ac:inkMkLst>
        </pc:inkChg>
        <pc:inkChg chg="add mod">
          <ac:chgData name="이하나 윤" userId="f658f17427b35de9" providerId="LiveId" clId="{83430688-9A9B-4D5C-995B-B3B56A5D0E22}" dt="2025-08-10T18:25:21.910" v="1288"/>
          <ac:inkMkLst>
            <pc:docMk/>
            <pc:sldMk cId="2153143939" sldId="278"/>
            <ac:inkMk id="15" creationId="{2AD876A8-229E-5D65-7D62-1060755330B9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16" creationId="{2E0DB6EB-7ACB-6573-FBD4-77756049C5F5}"/>
          </ac:inkMkLst>
        </pc:inkChg>
        <pc:inkChg chg="add del mod">
          <ac:chgData name="이하나 윤" userId="f658f17427b35de9" providerId="LiveId" clId="{83430688-9A9B-4D5C-995B-B3B56A5D0E22}" dt="2025-08-10T18:28:23.486" v="1672"/>
          <ac:inkMkLst>
            <pc:docMk/>
            <pc:sldMk cId="2153143939" sldId="278"/>
            <ac:inkMk id="18" creationId="{EABCD4E7-451E-8ADE-B1A1-D64BEBB4B21F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19" creationId="{B5B8C642-2E25-AA9E-F2B5-553348324B45}"/>
          </ac:inkMkLst>
        </pc:inkChg>
        <pc:inkChg chg="add del">
          <ac:chgData name="이하나 윤" userId="f658f17427b35de9" providerId="LiveId" clId="{83430688-9A9B-4D5C-995B-B3B56A5D0E22}" dt="2025-08-10T18:25:22.964" v="1290" actId="9405"/>
          <ac:inkMkLst>
            <pc:docMk/>
            <pc:sldMk cId="2153143939" sldId="278"/>
            <ac:inkMk id="21" creationId="{C6484815-A0A6-9DE0-6E88-4254A33FF80D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22" creationId="{EAFF3721-270E-7C96-5C71-C6563C4FA754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23" creationId="{10D6A8D1-7A80-0044-F000-83817F61D460}"/>
          </ac:inkMkLst>
        </pc:inkChg>
        <pc:inkChg chg="add del mod">
          <ac:chgData name="이하나 윤" userId="f658f17427b35de9" providerId="LiveId" clId="{83430688-9A9B-4D5C-995B-B3B56A5D0E22}" dt="2025-08-10T18:25:27.290" v="1300" actId="9405"/>
          <ac:inkMkLst>
            <pc:docMk/>
            <pc:sldMk cId="2153143939" sldId="278"/>
            <ac:inkMk id="24" creationId="{7B880B34-28B4-DED0-63CF-F1E91282A3E2}"/>
          </ac:inkMkLst>
        </pc:inkChg>
        <pc:inkChg chg="add del mod">
          <ac:chgData name="이하나 윤" userId="f658f17427b35de9" providerId="LiveId" clId="{83430688-9A9B-4D5C-995B-B3B56A5D0E22}" dt="2025-08-10T18:25:26.862" v="1299"/>
          <ac:inkMkLst>
            <pc:docMk/>
            <pc:sldMk cId="2153143939" sldId="278"/>
            <ac:inkMk id="25" creationId="{5C1564ED-C552-4377-C34A-43AD5E4A7F86}"/>
          </ac:inkMkLst>
        </pc:inkChg>
        <pc:inkChg chg="add del">
          <ac:chgData name="이하나 윤" userId="f658f17427b35de9" providerId="LiveId" clId="{83430688-9A9B-4D5C-995B-B3B56A5D0E22}" dt="2025-08-10T18:25:26.462" v="1297" actId="9405"/>
          <ac:inkMkLst>
            <pc:docMk/>
            <pc:sldMk cId="2153143939" sldId="278"/>
            <ac:inkMk id="27" creationId="{F10D2F17-0C24-33F7-90DF-F472F74729A2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28" creationId="{0D15ECE1-2B20-9596-9131-168A9F134226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29" creationId="{CAD16EA5-9AAE-EFF0-AF89-B56B7A1E8BA7}"/>
          </ac:inkMkLst>
        </pc:inkChg>
        <pc:inkChg chg="add del mod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30" creationId="{1BF5DC3B-5F29-795D-3A43-D201838FE85D}"/>
          </ac:inkMkLst>
        </pc:inkChg>
        <pc:inkChg chg="add del">
          <ac:chgData name="이하나 윤" userId="f658f17427b35de9" providerId="LiveId" clId="{83430688-9A9B-4D5C-995B-B3B56A5D0E22}" dt="2025-08-10T18:28:25.537" v="1675"/>
          <ac:inkMkLst>
            <pc:docMk/>
            <pc:sldMk cId="2153143939" sldId="278"/>
            <ac:inkMk id="31" creationId="{4140AF46-D33F-79C1-FFDA-A32ABB533298}"/>
          </ac:inkMkLst>
        </pc:inkChg>
        <pc:inkChg chg="add del mod">
          <ac:chgData name="이하나 윤" userId="f658f17427b35de9" providerId="LiveId" clId="{83430688-9A9B-4D5C-995B-B3B56A5D0E22}" dt="2025-08-10T18:28:28.312" v="1679"/>
          <ac:inkMkLst>
            <pc:docMk/>
            <pc:sldMk cId="2153143939" sldId="278"/>
            <ac:inkMk id="33" creationId="{DC891448-C80A-95C7-A20A-1C8020FDB3EB}"/>
          </ac:inkMkLst>
        </pc:inkChg>
        <pc:inkChg chg="add mod">
          <ac:chgData name="이하나 윤" userId="f658f17427b35de9" providerId="LiveId" clId="{83430688-9A9B-4D5C-995B-B3B56A5D0E22}" dt="2025-08-10T18:28:36.864" v="1693"/>
          <ac:inkMkLst>
            <pc:docMk/>
            <pc:sldMk cId="2153143939" sldId="278"/>
            <ac:inkMk id="35" creationId="{1CA5C59D-FF00-5DCB-9A02-921A4C84F5D6}"/>
          </ac:inkMkLst>
        </pc:inkChg>
        <pc:inkChg chg="add mod">
          <ac:chgData name="이하나 윤" userId="f658f17427b35de9" providerId="LiveId" clId="{83430688-9A9B-4D5C-995B-B3B56A5D0E22}" dt="2025-08-10T18:28:36.864" v="1693"/>
          <ac:inkMkLst>
            <pc:docMk/>
            <pc:sldMk cId="2153143939" sldId="278"/>
            <ac:inkMk id="36" creationId="{4743D3D5-5E52-CF9F-3937-9DC7AC65FD18}"/>
          </ac:inkMkLst>
        </pc:inkChg>
        <pc:inkChg chg="add mod">
          <ac:chgData name="이하나 윤" userId="f658f17427b35de9" providerId="LiveId" clId="{83430688-9A9B-4D5C-995B-B3B56A5D0E22}" dt="2025-08-10T18:28:36.864" v="1693"/>
          <ac:inkMkLst>
            <pc:docMk/>
            <pc:sldMk cId="2153143939" sldId="278"/>
            <ac:inkMk id="37" creationId="{106FC624-7892-EFF8-1D5D-67CF6CEF70C6}"/>
          </ac:inkMkLst>
        </pc:inkChg>
        <pc:inkChg chg="add del mod">
          <ac:chgData name="이하나 윤" userId="f658f17427b35de9" providerId="LiveId" clId="{83430688-9A9B-4D5C-995B-B3B56A5D0E22}" dt="2025-08-10T18:28:37.944" v="1696" actId="9405"/>
          <ac:inkMkLst>
            <pc:docMk/>
            <pc:sldMk cId="2153143939" sldId="278"/>
            <ac:inkMk id="39" creationId="{5846A432-0ED9-3078-A611-FD28D0AD7763}"/>
          </ac:inkMkLst>
        </pc:inkChg>
        <pc:inkChg chg="add del mod">
          <ac:chgData name="이하나 윤" userId="f658f17427b35de9" providerId="LiveId" clId="{83430688-9A9B-4D5C-995B-B3B56A5D0E22}" dt="2025-08-10T18:28:37.539" v="1695" actId="9405"/>
          <ac:inkMkLst>
            <pc:docMk/>
            <pc:sldMk cId="2153143939" sldId="278"/>
            <ac:inkMk id="40" creationId="{5CB43278-22FB-1929-333F-6789ABCAB65E}"/>
          </ac:inkMkLst>
        </pc:inkChg>
        <pc:inkChg chg="add del mod">
          <ac:chgData name="이하나 윤" userId="f658f17427b35de9" providerId="LiveId" clId="{83430688-9A9B-4D5C-995B-B3B56A5D0E22}" dt="2025-08-10T18:28:37.092" v="1694" actId="9405"/>
          <ac:inkMkLst>
            <pc:docMk/>
            <pc:sldMk cId="2153143939" sldId="278"/>
            <ac:inkMk id="41" creationId="{11279077-302E-79D5-6A35-742B90C01B42}"/>
          </ac:inkMkLst>
        </pc:inkChg>
        <pc:inkChg chg="add del mod">
          <ac:chgData name="이하나 윤" userId="f658f17427b35de9" providerId="LiveId" clId="{83430688-9A9B-4D5C-995B-B3B56A5D0E22}" dt="2025-08-10T18:28:36.864" v="1693"/>
          <ac:inkMkLst>
            <pc:docMk/>
            <pc:sldMk cId="2153143939" sldId="278"/>
            <ac:inkMk id="42" creationId="{936C5DE4-BE6D-E2DB-684E-503554E8D541}"/>
          </ac:inkMkLst>
        </pc:inkChg>
        <pc:inkChg chg="add del">
          <ac:chgData name="이하나 윤" userId="f658f17427b35de9" providerId="LiveId" clId="{83430688-9A9B-4D5C-995B-B3B56A5D0E22}" dt="2025-08-10T18:28:36.625" v="1690" actId="9405"/>
          <ac:inkMkLst>
            <pc:docMk/>
            <pc:sldMk cId="2153143939" sldId="278"/>
            <ac:inkMk id="43" creationId="{59E8AE14-4581-1C22-92CB-DA41910F2DE2}"/>
          </ac:inkMkLst>
        </pc:inkChg>
        <pc:inkChg chg="add mod">
          <ac:chgData name="이하나 윤" userId="f658f17427b35de9" providerId="LiveId" clId="{83430688-9A9B-4D5C-995B-B3B56A5D0E22}" dt="2025-08-10T18:28:39.531" v="1699"/>
          <ac:inkMkLst>
            <pc:docMk/>
            <pc:sldMk cId="2153143939" sldId="278"/>
            <ac:inkMk id="45" creationId="{DDF4BDFE-47DA-F9EB-7008-BACE3B39704A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46" creationId="{BA51BA58-C75D-8F5F-1FD3-3D451FE4C07A}"/>
          </ac:inkMkLst>
        </pc:inkChg>
        <pc:inkChg chg="add">
          <ac:chgData name="이하나 윤" userId="f658f17427b35de9" providerId="LiveId" clId="{83430688-9A9B-4D5C-995B-B3B56A5D0E22}" dt="2025-08-10T18:28:39.538" v="1700" actId="9405"/>
          <ac:inkMkLst>
            <pc:docMk/>
            <pc:sldMk cId="2153143939" sldId="278"/>
            <ac:inkMk id="48" creationId="{3698B088-A1B5-6374-3F62-59675BA46400}"/>
          </ac:inkMkLst>
        </pc:inkChg>
        <pc:inkChg chg="add">
          <ac:chgData name="이하나 윤" userId="f658f17427b35de9" providerId="LiveId" clId="{83430688-9A9B-4D5C-995B-B3B56A5D0E22}" dt="2025-08-10T18:28:39.809" v="1701" actId="9405"/>
          <ac:inkMkLst>
            <pc:docMk/>
            <pc:sldMk cId="2153143939" sldId="278"/>
            <ac:inkMk id="49" creationId="{70AE12A1-540F-9166-F079-68D7E8E2D4C0}"/>
          </ac:inkMkLst>
        </pc:inkChg>
        <pc:inkChg chg="add">
          <ac:chgData name="이하나 윤" userId="f658f17427b35de9" providerId="LiveId" clId="{83430688-9A9B-4D5C-995B-B3B56A5D0E22}" dt="2025-08-10T18:28:40.025" v="1702" actId="9405"/>
          <ac:inkMkLst>
            <pc:docMk/>
            <pc:sldMk cId="2153143939" sldId="278"/>
            <ac:inkMk id="50" creationId="{33056905-C2EB-7C33-5796-D0868EDFF62E}"/>
          </ac:inkMkLst>
        </pc:inkChg>
        <pc:inkChg chg="add">
          <ac:chgData name="이하나 윤" userId="f658f17427b35de9" providerId="LiveId" clId="{83430688-9A9B-4D5C-995B-B3B56A5D0E22}" dt="2025-08-10T18:28:40.302" v="1703" actId="9405"/>
          <ac:inkMkLst>
            <pc:docMk/>
            <pc:sldMk cId="2153143939" sldId="278"/>
            <ac:inkMk id="51" creationId="{45BF34C1-742E-4849-9169-75659CBC03DB}"/>
          </ac:inkMkLst>
        </pc:inkChg>
        <pc:inkChg chg="add">
          <ac:chgData name="이하나 윤" userId="f658f17427b35de9" providerId="LiveId" clId="{83430688-9A9B-4D5C-995B-B3B56A5D0E22}" dt="2025-08-10T18:28:40.908" v="1704" actId="9405"/>
          <ac:inkMkLst>
            <pc:docMk/>
            <pc:sldMk cId="2153143939" sldId="278"/>
            <ac:inkMk id="52" creationId="{7344B4BE-7FCD-2DB2-9D4A-27AE8D098536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53" creationId="{264D8F7D-4196-9E8B-3A16-4A4E9990445A}"/>
          </ac:inkMkLst>
        </pc:inkChg>
        <pc:inkChg chg="add">
          <ac:chgData name="이하나 윤" userId="f658f17427b35de9" providerId="LiveId" clId="{83430688-9A9B-4D5C-995B-B3B56A5D0E22}" dt="2025-08-10T18:28:41.406" v="1706" actId="9405"/>
          <ac:inkMkLst>
            <pc:docMk/>
            <pc:sldMk cId="2153143939" sldId="278"/>
            <ac:inkMk id="54" creationId="{D5C4D7C1-829F-F11E-9FF1-D8AE83ABC73D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55" creationId="{11FF3AC1-4AAB-51F3-DA3D-428956E3EC39}"/>
          </ac:inkMkLst>
        </pc:inkChg>
        <pc:inkChg chg="add">
          <ac:chgData name="이하나 윤" userId="f658f17427b35de9" providerId="LiveId" clId="{83430688-9A9B-4D5C-995B-B3B56A5D0E22}" dt="2025-08-10T18:28:41.943" v="1708" actId="9405"/>
          <ac:inkMkLst>
            <pc:docMk/>
            <pc:sldMk cId="2153143939" sldId="278"/>
            <ac:inkMk id="56" creationId="{16DDF54C-4B08-BEF8-7488-13EDD62869C6}"/>
          </ac:inkMkLst>
        </pc:inkChg>
        <pc:inkChg chg="add del">
          <ac:chgData name="이하나 윤" userId="f658f17427b35de9" providerId="LiveId" clId="{83430688-9A9B-4D5C-995B-B3B56A5D0E22}" dt="2025-08-10T18:28:42.889" v="1712" actId="9405"/>
          <ac:inkMkLst>
            <pc:docMk/>
            <pc:sldMk cId="2153143939" sldId="278"/>
            <ac:inkMk id="57" creationId="{F1DC5744-262B-081D-20AB-970CA7678094}"/>
          </ac:inkMkLst>
        </pc:inkChg>
        <pc:inkChg chg="add del">
          <ac:chgData name="이하나 윤" userId="f658f17427b35de9" providerId="LiveId" clId="{83430688-9A9B-4D5C-995B-B3B56A5D0E22}" dt="2025-08-10T18:28:42.720" v="1711" actId="9405"/>
          <ac:inkMkLst>
            <pc:docMk/>
            <pc:sldMk cId="2153143939" sldId="278"/>
            <ac:inkMk id="58" creationId="{E0F757C8-A3F5-563A-3103-A30034F162E2}"/>
          </ac:inkMkLst>
        </pc:inkChg>
        <pc:inkChg chg="add">
          <ac:chgData name="이하나 윤" userId="f658f17427b35de9" providerId="LiveId" clId="{83430688-9A9B-4D5C-995B-B3B56A5D0E22}" dt="2025-08-10T18:28:43.523" v="1713" actId="9405"/>
          <ac:inkMkLst>
            <pc:docMk/>
            <pc:sldMk cId="2153143939" sldId="278"/>
            <ac:inkMk id="59" creationId="{786496A7-4FE7-4C2D-D7B3-CC292CDA1640}"/>
          </ac:inkMkLst>
        </pc:inkChg>
        <pc:inkChg chg="add">
          <ac:chgData name="이하나 윤" userId="f658f17427b35de9" providerId="LiveId" clId="{83430688-9A9B-4D5C-995B-B3B56A5D0E22}" dt="2025-08-10T18:28:43.806" v="1714" actId="9405"/>
          <ac:inkMkLst>
            <pc:docMk/>
            <pc:sldMk cId="2153143939" sldId="278"/>
            <ac:inkMk id="60" creationId="{E66A5D6A-AB12-4F22-69AB-AC5DB894542C}"/>
          </ac:inkMkLst>
        </pc:inkChg>
        <pc:inkChg chg="add">
          <ac:chgData name="이하나 윤" userId="f658f17427b35de9" providerId="LiveId" clId="{83430688-9A9B-4D5C-995B-B3B56A5D0E22}" dt="2025-08-10T18:28:44.051" v="1715" actId="9405"/>
          <ac:inkMkLst>
            <pc:docMk/>
            <pc:sldMk cId="2153143939" sldId="278"/>
            <ac:inkMk id="61" creationId="{95D77B86-0BB0-5D06-D205-E188E08D7587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62" creationId="{201F0530-0BAD-B2FE-7DB5-9844AD66465A}"/>
          </ac:inkMkLst>
        </pc:inkChg>
        <pc:inkChg chg="add">
          <ac:chgData name="이하나 윤" userId="f658f17427b35de9" providerId="LiveId" clId="{83430688-9A9B-4D5C-995B-B3B56A5D0E22}" dt="2025-08-10T18:28:44.856" v="1717" actId="9405"/>
          <ac:inkMkLst>
            <pc:docMk/>
            <pc:sldMk cId="2153143939" sldId="278"/>
            <ac:inkMk id="63" creationId="{280DF0D6-E177-16EF-0517-9CD829720FCD}"/>
          </ac:inkMkLst>
        </pc:inkChg>
        <pc:inkChg chg="add">
          <ac:chgData name="이하나 윤" userId="f658f17427b35de9" providerId="LiveId" clId="{83430688-9A9B-4D5C-995B-B3B56A5D0E22}" dt="2025-08-10T18:28:45.152" v="1718" actId="9405"/>
          <ac:inkMkLst>
            <pc:docMk/>
            <pc:sldMk cId="2153143939" sldId="278"/>
            <ac:inkMk id="64" creationId="{24582FA3-8A5C-27DF-B72A-EC094B688EDF}"/>
          </ac:inkMkLst>
        </pc:inkChg>
        <pc:inkChg chg="add">
          <ac:chgData name="이하나 윤" userId="f658f17427b35de9" providerId="LiveId" clId="{83430688-9A9B-4D5C-995B-B3B56A5D0E22}" dt="2025-08-10T18:28:45.643" v="1719" actId="9405"/>
          <ac:inkMkLst>
            <pc:docMk/>
            <pc:sldMk cId="2153143939" sldId="278"/>
            <ac:inkMk id="65" creationId="{7D324EE1-3895-D086-B064-363E02E279B7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66" creationId="{2E3D532F-CA7B-73DA-360D-9443BDD1038C}"/>
          </ac:inkMkLst>
        </pc:inkChg>
        <pc:inkChg chg="add">
          <ac:chgData name="이하나 윤" userId="f658f17427b35de9" providerId="LiveId" clId="{83430688-9A9B-4D5C-995B-B3B56A5D0E22}" dt="2025-08-10T18:28:46.372" v="1721" actId="9405"/>
          <ac:inkMkLst>
            <pc:docMk/>
            <pc:sldMk cId="2153143939" sldId="278"/>
            <ac:inkMk id="67" creationId="{881A6273-6D60-EED9-D357-8DBCF4C31D4E}"/>
          </ac:inkMkLst>
        </pc:inkChg>
        <pc:inkChg chg="add">
          <ac:chgData name="이하나 윤" userId="f658f17427b35de9" providerId="LiveId" clId="{83430688-9A9B-4D5C-995B-B3B56A5D0E22}" dt="2025-08-10T18:28:47.039" v="1722" actId="9405"/>
          <ac:inkMkLst>
            <pc:docMk/>
            <pc:sldMk cId="2153143939" sldId="278"/>
            <ac:inkMk id="68" creationId="{7E48A530-6C72-F62B-7AF7-5A60DFE28AA4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69" creationId="{AEA85820-294F-2BD1-0581-8176F909EEB5}"/>
          </ac:inkMkLst>
        </pc:inkChg>
        <pc:inkChg chg="add mod">
          <ac:chgData name="이하나 윤" userId="f658f17427b35de9" providerId="LiveId" clId="{83430688-9A9B-4D5C-995B-B3B56A5D0E22}" dt="2025-08-10T18:28:50.989" v="1729"/>
          <ac:inkMkLst>
            <pc:docMk/>
            <pc:sldMk cId="2153143939" sldId="278"/>
            <ac:inkMk id="70" creationId="{AF88BAB0-216C-69A8-9F7A-F2212E11BBDA}"/>
          </ac:inkMkLst>
        </pc:inkChg>
        <pc:inkChg chg="add">
          <ac:chgData name="이하나 윤" userId="f658f17427b35de9" providerId="LiveId" clId="{83430688-9A9B-4D5C-995B-B3B56A5D0E22}" dt="2025-08-10T18:28:48.949" v="1725" actId="9405"/>
          <ac:inkMkLst>
            <pc:docMk/>
            <pc:sldMk cId="2153143939" sldId="278"/>
            <ac:inkMk id="71" creationId="{4720064F-013B-C6D2-8671-6224E6BF3179}"/>
          </ac:inkMkLst>
        </pc:inkChg>
        <pc:inkChg chg="add">
          <ac:chgData name="이하나 윤" userId="f658f17427b35de9" providerId="LiveId" clId="{83430688-9A9B-4D5C-995B-B3B56A5D0E22}" dt="2025-08-10T18:28:49.837" v="1726" actId="9405"/>
          <ac:inkMkLst>
            <pc:docMk/>
            <pc:sldMk cId="2153143939" sldId="278"/>
            <ac:inkMk id="72" creationId="{C929DC61-4ECF-2637-C921-C809BD61F563}"/>
          </ac:inkMkLst>
        </pc:inkChg>
        <pc:inkChg chg="add del">
          <ac:chgData name="이하나 윤" userId="f658f17427b35de9" providerId="LiveId" clId="{83430688-9A9B-4D5C-995B-B3B56A5D0E22}" dt="2025-08-10T18:28:50.619" v="1728" actId="9405"/>
          <ac:inkMkLst>
            <pc:docMk/>
            <pc:sldMk cId="2153143939" sldId="278"/>
            <ac:inkMk id="73" creationId="{8039C739-3B9D-2156-1AEC-C523D52DCC14}"/>
          </ac:inkMkLst>
        </pc:inkChg>
        <pc:inkChg chg="add del mod">
          <ac:chgData name="이하나 윤" userId="f658f17427b35de9" providerId="LiveId" clId="{83430688-9A9B-4D5C-995B-B3B56A5D0E22}" dt="2025-08-10T18:28:59.730" v="1751" actId="9405"/>
          <ac:inkMkLst>
            <pc:docMk/>
            <pc:sldMk cId="2153143939" sldId="278"/>
            <ac:inkMk id="76" creationId="{384757C4-7381-6C3C-FC84-2429FB54ACC3}"/>
          </ac:inkMkLst>
        </pc:inkChg>
        <pc:inkChg chg="add del mod">
          <ac:chgData name="이하나 윤" userId="f658f17427b35de9" providerId="LiveId" clId="{83430688-9A9B-4D5C-995B-B3B56A5D0E22}" dt="2025-08-10T18:28:59.099" v="1750"/>
          <ac:inkMkLst>
            <pc:docMk/>
            <pc:sldMk cId="2153143939" sldId="278"/>
            <ac:inkMk id="77" creationId="{457B921B-6082-9343-A88A-FB1D76023EAA}"/>
          </ac:inkMkLst>
        </pc:inkChg>
        <pc:inkChg chg="add del mod">
          <ac:chgData name="이하나 윤" userId="f658f17427b35de9" providerId="LiveId" clId="{83430688-9A9B-4D5C-995B-B3B56A5D0E22}" dt="2025-08-10T18:28:58.829" v="1748" actId="9405"/>
          <ac:inkMkLst>
            <pc:docMk/>
            <pc:sldMk cId="2153143939" sldId="278"/>
            <ac:inkMk id="79" creationId="{3CD1D6F1-AD27-D7B9-2B11-61C17EFF2B75}"/>
          </ac:inkMkLst>
        </pc:inkChg>
        <pc:inkChg chg="add del mod">
          <ac:chgData name="이하나 윤" userId="f658f17427b35de9" providerId="LiveId" clId="{83430688-9A9B-4D5C-995B-B3B56A5D0E22}" dt="2025-08-10T18:28:58.595" v="1747" actId="9405"/>
          <ac:inkMkLst>
            <pc:docMk/>
            <pc:sldMk cId="2153143939" sldId="278"/>
            <ac:inkMk id="80" creationId="{1D1CBA32-24C5-3514-CFF2-9CDA4A3ED0B9}"/>
          </ac:inkMkLst>
        </pc:inkChg>
        <pc:inkChg chg="add del mod">
          <ac:chgData name="이하나 윤" userId="f658f17427b35de9" providerId="LiveId" clId="{83430688-9A9B-4D5C-995B-B3B56A5D0E22}" dt="2025-08-10T18:28:58.359" v="1746" actId="9405"/>
          <ac:inkMkLst>
            <pc:docMk/>
            <pc:sldMk cId="2153143939" sldId="278"/>
            <ac:inkMk id="81" creationId="{A62ED146-851A-7ECF-601F-8872253A0363}"/>
          </ac:inkMkLst>
        </pc:inkChg>
        <pc:inkChg chg="add del mod">
          <ac:chgData name="이하나 윤" userId="f658f17427b35de9" providerId="LiveId" clId="{83430688-9A9B-4D5C-995B-B3B56A5D0E22}" dt="2025-08-10T18:28:58.135" v="1745" actId="9405"/>
          <ac:inkMkLst>
            <pc:docMk/>
            <pc:sldMk cId="2153143939" sldId="278"/>
            <ac:inkMk id="82" creationId="{CA069050-971C-5A7F-9A5E-9EFBB7DC1C9F}"/>
          </ac:inkMkLst>
        </pc:inkChg>
        <pc:inkChg chg="add del mod">
          <ac:chgData name="이하나 윤" userId="f658f17427b35de9" providerId="LiveId" clId="{83430688-9A9B-4D5C-995B-B3B56A5D0E22}" dt="2025-08-10T18:28:57.897" v="1744" actId="9405"/>
          <ac:inkMkLst>
            <pc:docMk/>
            <pc:sldMk cId="2153143939" sldId="278"/>
            <ac:inkMk id="83" creationId="{BA6376A2-66AD-DB16-BE61-0EC093625FF3}"/>
          </ac:inkMkLst>
        </pc:inkChg>
        <pc:inkChg chg="add del mod">
          <ac:chgData name="이하나 윤" userId="f658f17427b35de9" providerId="LiveId" clId="{83430688-9A9B-4D5C-995B-B3B56A5D0E22}" dt="2025-08-10T18:28:57.609" v="1743" actId="9405"/>
          <ac:inkMkLst>
            <pc:docMk/>
            <pc:sldMk cId="2153143939" sldId="278"/>
            <ac:inkMk id="84" creationId="{E580A049-D146-A315-6D38-7FD6A4FF09CB}"/>
          </ac:inkMkLst>
        </pc:inkChg>
        <pc:inkChg chg="add del mod">
          <ac:chgData name="이하나 윤" userId="f658f17427b35de9" providerId="LiveId" clId="{83430688-9A9B-4D5C-995B-B3B56A5D0E22}" dt="2025-08-10T18:28:57.337" v="1742"/>
          <ac:inkMkLst>
            <pc:docMk/>
            <pc:sldMk cId="2153143939" sldId="278"/>
            <ac:inkMk id="85" creationId="{A3BC3098-07FA-AF89-0752-E4BD6B0D871C}"/>
          </ac:inkMkLst>
        </pc:inkChg>
        <pc:inkChg chg="add del mod">
          <ac:chgData name="이하나 윤" userId="f658f17427b35de9" providerId="LiveId" clId="{83430688-9A9B-4D5C-995B-B3B56A5D0E22}" dt="2025-08-10T19:21:08.878" v="8145"/>
          <ac:inkMkLst>
            <pc:docMk/>
            <pc:sldMk cId="2153143939" sldId="278"/>
            <ac:inkMk id="87" creationId="{C8678BC4-5510-F3AB-5663-71DBC57DFFD4}"/>
          </ac:inkMkLst>
        </pc:inkChg>
        <pc:inkChg chg="add del mod">
          <ac:chgData name="이하나 윤" userId="f658f17427b35de9" providerId="LiveId" clId="{83430688-9A9B-4D5C-995B-B3B56A5D0E22}" dt="2025-08-10T19:21:08.876" v="8136"/>
          <ac:inkMkLst>
            <pc:docMk/>
            <pc:sldMk cId="2153143939" sldId="278"/>
            <ac:inkMk id="88" creationId="{52D911FE-C2E3-8C6B-D182-4E1AE03233A7}"/>
          </ac:inkMkLst>
        </pc:inkChg>
        <pc:inkChg chg="add del mod">
          <ac:chgData name="이하나 윤" userId="f658f17427b35de9" providerId="LiveId" clId="{83430688-9A9B-4D5C-995B-B3B56A5D0E22}" dt="2025-08-10T19:21:08.879" v="8151"/>
          <ac:inkMkLst>
            <pc:docMk/>
            <pc:sldMk cId="2153143939" sldId="278"/>
            <ac:inkMk id="89" creationId="{B55BB576-2D27-7AE8-45C3-05FAF4AFD834}"/>
          </ac:inkMkLst>
        </pc:inkChg>
        <pc:inkChg chg="add del mod">
          <ac:chgData name="이하나 윤" userId="f658f17427b35de9" providerId="LiveId" clId="{83430688-9A9B-4D5C-995B-B3B56A5D0E22}" dt="2025-08-10T19:21:08.878" v="8144"/>
          <ac:inkMkLst>
            <pc:docMk/>
            <pc:sldMk cId="2153143939" sldId="278"/>
            <ac:inkMk id="91" creationId="{2CC078E0-D484-DDB3-C7E7-F60B40538DCF}"/>
          </ac:inkMkLst>
        </pc:inkChg>
        <pc:inkChg chg="add del mod">
          <ac:chgData name="이하나 윤" userId="f658f17427b35de9" providerId="LiveId" clId="{83430688-9A9B-4D5C-995B-B3B56A5D0E22}" dt="2025-08-10T19:21:08.877" v="8140"/>
          <ac:inkMkLst>
            <pc:docMk/>
            <pc:sldMk cId="2153143939" sldId="278"/>
            <ac:inkMk id="92" creationId="{BB933C45-EFDF-BC9F-DBF4-6D0529AD5AE9}"/>
          </ac:inkMkLst>
        </pc:inkChg>
        <pc:inkChg chg="add del mod">
          <ac:chgData name="이하나 윤" userId="f658f17427b35de9" providerId="LiveId" clId="{83430688-9A9B-4D5C-995B-B3B56A5D0E22}" dt="2025-08-10T19:21:08.874" v="8129"/>
          <ac:inkMkLst>
            <pc:docMk/>
            <pc:sldMk cId="2153143939" sldId="278"/>
            <ac:inkMk id="93" creationId="{05E0D96F-B1B4-967C-9435-4214DD02FCFF}"/>
          </ac:inkMkLst>
        </pc:inkChg>
        <pc:inkChg chg="add mod">
          <ac:chgData name="이하나 윤" userId="f658f17427b35de9" providerId="LiveId" clId="{83430688-9A9B-4D5C-995B-B3B56A5D0E22}" dt="2025-08-10T19:20:48.551" v="8085"/>
          <ac:inkMkLst>
            <pc:docMk/>
            <pc:sldMk cId="2153143939" sldId="278"/>
            <ac:inkMk id="94" creationId="{2FD24480-19CB-6036-E7A4-5EDF8468ABDB}"/>
          </ac:inkMkLst>
        </pc:inkChg>
        <pc:inkChg chg="add del mod">
          <ac:chgData name="이하나 윤" userId="f658f17427b35de9" providerId="LiveId" clId="{83430688-9A9B-4D5C-995B-B3B56A5D0E22}" dt="2025-08-10T19:21:08.876" v="8135"/>
          <ac:inkMkLst>
            <pc:docMk/>
            <pc:sldMk cId="2153143939" sldId="278"/>
            <ac:inkMk id="95" creationId="{C3912AAF-1795-34EB-12EE-5B5A7344362F}"/>
          </ac:inkMkLst>
        </pc:inkChg>
        <pc:inkChg chg="add del mod">
          <ac:chgData name="이하나 윤" userId="f658f17427b35de9" providerId="LiveId" clId="{83430688-9A9B-4D5C-995B-B3B56A5D0E22}" dt="2025-08-10T19:21:08.879" v="8150"/>
          <ac:inkMkLst>
            <pc:docMk/>
            <pc:sldMk cId="2153143939" sldId="278"/>
            <ac:inkMk id="96" creationId="{1B6E4D0E-A226-EF64-4DD7-36D02DF86ACC}"/>
          </ac:inkMkLst>
        </pc:inkChg>
        <pc:inkChg chg="add mod">
          <ac:chgData name="이하나 윤" userId="f658f17427b35de9" providerId="LiveId" clId="{83430688-9A9B-4D5C-995B-B3B56A5D0E22}" dt="2025-08-10T19:21:08.877" v="8140"/>
          <ac:inkMkLst>
            <pc:docMk/>
            <pc:sldMk cId="2153143939" sldId="278"/>
            <ac:inkMk id="97" creationId="{95CE430C-C07B-93D3-09B6-117A460877DE}"/>
          </ac:inkMkLst>
        </pc:inkChg>
        <pc:inkChg chg="add del mod">
          <ac:chgData name="이하나 윤" userId="f658f17427b35de9" providerId="LiveId" clId="{83430688-9A9B-4D5C-995B-B3B56A5D0E22}" dt="2025-08-10T19:21:08.878" v="8149"/>
          <ac:inkMkLst>
            <pc:docMk/>
            <pc:sldMk cId="2153143939" sldId="278"/>
            <ac:inkMk id="98" creationId="{8AEC3FD9-041D-C9B5-B754-3DCEF8B9237D}"/>
          </ac:inkMkLst>
        </pc:inkChg>
        <pc:inkChg chg="add mod">
          <ac:chgData name="이하나 윤" userId="f658f17427b35de9" providerId="LiveId" clId="{83430688-9A9B-4D5C-995B-B3B56A5D0E22}" dt="2025-08-10T19:20:48.551" v="8085"/>
          <ac:inkMkLst>
            <pc:docMk/>
            <pc:sldMk cId="2153143939" sldId="278"/>
            <ac:inkMk id="99" creationId="{4A987A20-375D-D5C5-5689-55477847B34C}"/>
          </ac:inkMkLst>
        </pc:inkChg>
        <pc:inkChg chg="add del mod">
          <ac:chgData name="이하나 윤" userId="f658f17427b35de9" providerId="LiveId" clId="{83430688-9A9B-4D5C-995B-B3B56A5D0E22}" dt="2025-08-10T19:21:08.879" v="8152"/>
          <ac:inkMkLst>
            <pc:docMk/>
            <pc:sldMk cId="2153143939" sldId="278"/>
            <ac:inkMk id="100" creationId="{BD72777C-EB7F-FE2E-022B-BC0F0437A03E}"/>
          </ac:inkMkLst>
        </pc:inkChg>
        <pc:inkChg chg="add">
          <ac:chgData name="이하나 윤" userId="f658f17427b35de9" providerId="LiveId" clId="{83430688-9A9B-4D5C-995B-B3B56A5D0E22}" dt="2025-08-10T19:20:29.785" v="8040" actId="9405"/>
          <ac:inkMkLst>
            <pc:docMk/>
            <pc:sldMk cId="2153143939" sldId="278"/>
            <ac:inkMk id="101" creationId="{5D486801-EFDC-B524-1C07-19B3EEF2363E}"/>
          </ac:inkMkLst>
        </pc:inkChg>
        <pc:inkChg chg="add del mod">
          <ac:chgData name="이하나 윤" userId="f658f17427b35de9" providerId="LiveId" clId="{83430688-9A9B-4D5C-995B-B3B56A5D0E22}" dt="2025-08-10T19:21:08.878" v="8147"/>
          <ac:inkMkLst>
            <pc:docMk/>
            <pc:sldMk cId="2153143939" sldId="278"/>
            <ac:inkMk id="102" creationId="{4B5478EF-A564-8AFD-B6BD-5603B649237F}"/>
          </ac:inkMkLst>
        </pc:inkChg>
        <pc:inkChg chg="add del mod">
          <ac:chgData name="이하나 윤" userId="f658f17427b35de9" providerId="LiveId" clId="{83430688-9A9B-4D5C-995B-B3B56A5D0E22}" dt="2025-08-10T19:21:08.879" v="8153"/>
          <ac:inkMkLst>
            <pc:docMk/>
            <pc:sldMk cId="2153143939" sldId="278"/>
            <ac:inkMk id="103" creationId="{65A4F340-07F7-046C-ED25-661624D4FE6F}"/>
          </ac:inkMkLst>
        </pc:inkChg>
        <pc:inkChg chg="add del mod">
          <ac:chgData name="이하나 윤" userId="f658f17427b35de9" providerId="LiveId" clId="{83430688-9A9B-4D5C-995B-B3B56A5D0E22}" dt="2025-08-10T19:21:08.876" v="8134"/>
          <ac:inkMkLst>
            <pc:docMk/>
            <pc:sldMk cId="2153143939" sldId="278"/>
            <ac:inkMk id="104" creationId="{0A4B86DB-C0DA-A61A-D35E-8DEC0D8EF5B4}"/>
          </ac:inkMkLst>
        </pc:inkChg>
        <pc:inkChg chg="add del">
          <ac:chgData name="이하나 윤" userId="f658f17427b35de9" providerId="LiveId" clId="{83430688-9A9B-4D5C-995B-B3B56A5D0E22}" dt="2025-08-10T19:20:32.418" v="8048" actId="9405"/>
          <ac:inkMkLst>
            <pc:docMk/>
            <pc:sldMk cId="2153143939" sldId="278"/>
            <ac:inkMk id="105" creationId="{5B7C1E6A-FD41-83BA-DF1C-7BF83455461E}"/>
          </ac:inkMkLst>
        </pc:inkChg>
        <pc:inkChg chg="add del">
          <ac:chgData name="이하나 윤" userId="f658f17427b35de9" providerId="LiveId" clId="{83430688-9A9B-4D5C-995B-B3B56A5D0E22}" dt="2025-08-10T19:20:32.178" v="8046" actId="9405"/>
          <ac:inkMkLst>
            <pc:docMk/>
            <pc:sldMk cId="2153143939" sldId="278"/>
            <ac:inkMk id="106" creationId="{06AE9FDD-4D42-ABCD-9AB1-12BCB439C888}"/>
          </ac:inkMkLst>
        </pc:inkChg>
        <pc:inkChg chg="add del">
          <ac:chgData name="이하나 윤" userId="f658f17427b35de9" providerId="LiveId" clId="{83430688-9A9B-4D5C-995B-B3B56A5D0E22}" dt="2025-08-10T19:20:34.597" v="8051" actId="9405"/>
          <ac:inkMkLst>
            <pc:docMk/>
            <pc:sldMk cId="2153143939" sldId="278"/>
            <ac:inkMk id="108" creationId="{F980CBA1-1576-E688-B6EA-11547E562CE1}"/>
          </ac:inkMkLst>
        </pc:inkChg>
        <pc:inkChg chg="add del mod">
          <ac:chgData name="이하나 윤" userId="f658f17427b35de9" providerId="LiveId" clId="{83430688-9A9B-4D5C-995B-B3B56A5D0E22}" dt="2025-08-10T19:21:08.878" v="8148"/>
          <ac:inkMkLst>
            <pc:docMk/>
            <pc:sldMk cId="2153143939" sldId="278"/>
            <ac:inkMk id="109" creationId="{200A5BB4-271C-6975-EE29-F104A316FDF0}"/>
          </ac:inkMkLst>
        </pc:inkChg>
        <pc:inkChg chg="add del mod">
          <ac:chgData name="이하나 윤" userId="f658f17427b35de9" providerId="LiveId" clId="{83430688-9A9B-4D5C-995B-B3B56A5D0E22}" dt="2025-08-10T19:21:08.877" v="8138"/>
          <ac:inkMkLst>
            <pc:docMk/>
            <pc:sldMk cId="2153143939" sldId="278"/>
            <ac:inkMk id="110" creationId="{9F71C342-1BA9-D4E0-0C39-6A9A1777D61A}"/>
          </ac:inkMkLst>
        </pc:inkChg>
        <pc:inkChg chg="add del mod">
          <ac:chgData name="이하나 윤" userId="f658f17427b35de9" providerId="LiveId" clId="{83430688-9A9B-4D5C-995B-B3B56A5D0E22}" dt="2025-08-10T19:21:08.877" v="8141"/>
          <ac:inkMkLst>
            <pc:docMk/>
            <pc:sldMk cId="2153143939" sldId="278"/>
            <ac:inkMk id="111" creationId="{5CFC2F4A-C832-C08A-80E2-5AAC1C00E244}"/>
          </ac:inkMkLst>
        </pc:inkChg>
        <pc:inkChg chg="add del">
          <ac:chgData name="이하나 윤" userId="f658f17427b35de9" providerId="LiveId" clId="{83430688-9A9B-4D5C-995B-B3B56A5D0E22}" dt="2025-08-10T19:21:08.877" v="8139"/>
          <ac:inkMkLst>
            <pc:docMk/>
            <pc:sldMk cId="2153143939" sldId="278"/>
            <ac:inkMk id="112" creationId="{A05D4FA6-09CD-A98F-E40C-900A2A92C9F3}"/>
          </ac:inkMkLst>
        </pc:inkChg>
        <pc:inkChg chg="add mod">
          <ac:chgData name="이하나 윤" userId="f658f17427b35de9" providerId="LiveId" clId="{83430688-9A9B-4D5C-995B-B3B56A5D0E22}" dt="2025-08-10T19:20:48.551" v="8085"/>
          <ac:inkMkLst>
            <pc:docMk/>
            <pc:sldMk cId="2153143939" sldId="278"/>
            <ac:inkMk id="113" creationId="{4E795E41-8565-1FA8-EB8B-5B388B46D1C4}"/>
          </ac:inkMkLst>
        </pc:inkChg>
        <pc:inkChg chg="add del mod">
          <ac:chgData name="이하나 윤" userId="f658f17427b35de9" providerId="LiveId" clId="{83430688-9A9B-4D5C-995B-B3B56A5D0E22}" dt="2025-08-10T19:21:08.878" v="8146"/>
          <ac:inkMkLst>
            <pc:docMk/>
            <pc:sldMk cId="2153143939" sldId="278"/>
            <ac:inkMk id="114" creationId="{A5EBAAF5-CE7A-5E0B-CA36-A4E3319FDD68}"/>
          </ac:inkMkLst>
        </pc:inkChg>
        <pc:inkChg chg="add del mod">
          <ac:chgData name="이하나 윤" userId="f658f17427b35de9" providerId="LiveId" clId="{83430688-9A9B-4D5C-995B-B3B56A5D0E22}" dt="2025-08-10T19:21:08.875" v="8132"/>
          <ac:inkMkLst>
            <pc:docMk/>
            <pc:sldMk cId="2153143939" sldId="278"/>
            <ac:inkMk id="116" creationId="{0BBA8CB3-F71A-A51C-FDA7-5BA61DD12A88}"/>
          </ac:inkMkLst>
        </pc:inkChg>
        <pc:inkChg chg="add del mod">
          <ac:chgData name="이하나 윤" userId="f658f17427b35de9" providerId="LiveId" clId="{83430688-9A9B-4D5C-995B-B3B56A5D0E22}" dt="2025-08-10T19:21:08.877" v="8142"/>
          <ac:inkMkLst>
            <pc:docMk/>
            <pc:sldMk cId="2153143939" sldId="278"/>
            <ac:inkMk id="117" creationId="{D20BDE24-1BA2-6312-480B-461ECED5B2DD}"/>
          </ac:inkMkLst>
        </pc:inkChg>
        <pc:inkChg chg="add del mod">
          <ac:chgData name="이하나 윤" userId="f658f17427b35de9" providerId="LiveId" clId="{83430688-9A9B-4D5C-995B-B3B56A5D0E22}" dt="2025-08-10T19:21:01.502" v="8128" actId="9405"/>
          <ac:inkMkLst>
            <pc:docMk/>
            <pc:sldMk cId="2153143939" sldId="278"/>
            <ac:inkMk id="118" creationId="{ECD413F9-03A8-2DA6-BC31-207A81243DAC}"/>
          </ac:inkMkLst>
        </pc:inkChg>
        <pc:inkChg chg="add del mod">
          <ac:chgData name="이하나 윤" userId="f658f17427b35de9" providerId="LiveId" clId="{83430688-9A9B-4D5C-995B-B3B56A5D0E22}" dt="2025-08-10T19:21:01.471" v="8127"/>
          <ac:inkMkLst>
            <pc:docMk/>
            <pc:sldMk cId="2153143939" sldId="278"/>
            <ac:inkMk id="119" creationId="{461AD9BF-1A36-8C06-C4DD-453211A01A5F}"/>
          </ac:inkMkLst>
        </pc:inkChg>
        <pc:inkChg chg="add del">
          <ac:chgData name="이하나 윤" userId="f658f17427b35de9" providerId="LiveId" clId="{83430688-9A9B-4D5C-995B-B3B56A5D0E22}" dt="2025-08-10T19:20:41.748" v="8064" actId="9405"/>
          <ac:inkMkLst>
            <pc:docMk/>
            <pc:sldMk cId="2153143939" sldId="278"/>
            <ac:inkMk id="120" creationId="{1F94EDA5-1762-98D8-1AAF-D1DD83BF6AA7}"/>
          </ac:inkMkLst>
        </pc:inkChg>
        <pc:inkChg chg="add del mod">
          <ac:chgData name="이하나 윤" userId="f658f17427b35de9" providerId="LiveId" clId="{83430688-9A9B-4D5C-995B-B3B56A5D0E22}" dt="2025-08-10T19:21:01.440" v="8125" actId="9405"/>
          <ac:inkMkLst>
            <pc:docMk/>
            <pc:sldMk cId="2153143939" sldId="278"/>
            <ac:inkMk id="122" creationId="{B66592FB-C34C-2528-1AE7-EF2FDFD17DD5}"/>
          </ac:inkMkLst>
        </pc:inkChg>
        <pc:inkChg chg="add del">
          <ac:chgData name="이하나 윤" userId="f658f17427b35de9" providerId="LiveId" clId="{83430688-9A9B-4D5C-995B-B3B56A5D0E22}" dt="2025-08-10T19:21:00.932" v="8124" actId="9405"/>
          <ac:inkMkLst>
            <pc:docMk/>
            <pc:sldMk cId="2153143939" sldId="278"/>
            <ac:inkMk id="123" creationId="{FEE82C31-E1BD-B0E2-C211-267BB3AE4590}"/>
          </ac:inkMkLst>
        </pc:inkChg>
        <pc:inkChg chg="add del">
          <ac:chgData name="이하나 윤" userId="f658f17427b35de9" providerId="LiveId" clId="{83430688-9A9B-4D5C-995B-B3B56A5D0E22}" dt="2025-08-10T19:21:00.618" v="8123" actId="9405"/>
          <ac:inkMkLst>
            <pc:docMk/>
            <pc:sldMk cId="2153143939" sldId="278"/>
            <ac:inkMk id="124" creationId="{A8444DB8-3E24-6A39-99AF-6ED06C770050}"/>
          </ac:inkMkLst>
        </pc:inkChg>
        <pc:inkChg chg="add del">
          <ac:chgData name="이하나 윤" userId="f658f17427b35de9" providerId="LiveId" clId="{83430688-9A9B-4D5C-995B-B3B56A5D0E22}" dt="2025-08-10T19:20:49.162" v="8088" actId="9405"/>
          <ac:inkMkLst>
            <pc:docMk/>
            <pc:sldMk cId="2153143939" sldId="278"/>
            <ac:inkMk id="125" creationId="{426810D2-A6F8-7D80-03E0-B4CBF6125995}"/>
          </ac:inkMkLst>
        </pc:inkChg>
        <pc:inkChg chg="add del">
          <ac:chgData name="이하나 윤" userId="f658f17427b35de9" providerId="LiveId" clId="{83430688-9A9B-4D5C-995B-B3B56A5D0E22}" dt="2025-08-10T19:20:44.715" v="8073" actId="9405"/>
          <ac:inkMkLst>
            <pc:docMk/>
            <pc:sldMk cId="2153143939" sldId="278"/>
            <ac:inkMk id="126" creationId="{AF84C149-27B8-83C6-B66C-ED56BD289875}"/>
          </ac:inkMkLst>
        </pc:inkChg>
        <pc:inkChg chg="add del">
          <ac:chgData name="이하나 윤" userId="f658f17427b35de9" providerId="LiveId" clId="{83430688-9A9B-4D5C-995B-B3B56A5D0E22}" dt="2025-08-10T19:20:44.477" v="8072" actId="9405"/>
          <ac:inkMkLst>
            <pc:docMk/>
            <pc:sldMk cId="2153143939" sldId="278"/>
            <ac:inkMk id="127" creationId="{96CE6DBA-0E33-7A70-0C69-A604845946C6}"/>
          </ac:inkMkLst>
        </pc:inkChg>
        <pc:inkChg chg="add del">
          <ac:chgData name="이하나 윤" userId="f658f17427b35de9" providerId="LiveId" clId="{83430688-9A9B-4D5C-995B-B3B56A5D0E22}" dt="2025-08-10T19:20:48.956" v="8087" actId="9405"/>
          <ac:inkMkLst>
            <pc:docMk/>
            <pc:sldMk cId="2153143939" sldId="278"/>
            <ac:inkMk id="128" creationId="{EAA14D69-F862-1E23-6997-FCDA524BA186}"/>
          </ac:inkMkLst>
        </pc:inkChg>
        <pc:inkChg chg="add del mod">
          <ac:chgData name="이하나 윤" userId="f658f17427b35de9" providerId="LiveId" clId="{83430688-9A9B-4D5C-995B-B3B56A5D0E22}" dt="2025-08-10T19:20:48.754" v="8086" actId="9405"/>
          <ac:inkMkLst>
            <pc:docMk/>
            <pc:sldMk cId="2153143939" sldId="278"/>
            <ac:inkMk id="129" creationId="{AB5073B9-DF12-CD71-D6FA-0F454F9F0FA6}"/>
          </ac:inkMkLst>
        </pc:inkChg>
        <pc:inkChg chg="add del">
          <ac:chgData name="이하나 윤" userId="f658f17427b35de9" providerId="LiveId" clId="{83430688-9A9B-4D5C-995B-B3B56A5D0E22}" dt="2025-08-10T19:20:48.551" v="8084" actId="9405"/>
          <ac:inkMkLst>
            <pc:docMk/>
            <pc:sldMk cId="2153143939" sldId="278"/>
            <ac:inkMk id="130" creationId="{0FCD00B4-A0E2-21DB-995D-7855AD31F79B}"/>
          </ac:inkMkLst>
        </pc:inkChg>
        <pc:inkChg chg="add del">
          <ac:chgData name="이하나 윤" userId="f658f17427b35de9" providerId="LiveId" clId="{83430688-9A9B-4D5C-995B-B3B56A5D0E22}" dt="2025-08-10T19:20:48.365" v="8082" actId="9405"/>
          <ac:inkMkLst>
            <pc:docMk/>
            <pc:sldMk cId="2153143939" sldId="278"/>
            <ac:inkMk id="131" creationId="{D73B1A2E-8EC1-D795-0A2B-A731CA8AF303}"/>
          </ac:inkMkLst>
        </pc:inkChg>
        <pc:inkChg chg="add del">
          <ac:chgData name="이하나 윤" userId="f658f17427b35de9" providerId="LiveId" clId="{83430688-9A9B-4D5C-995B-B3B56A5D0E22}" dt="2025-08-10T19:20:48.164" v="8081" actId="9405"/>
          <ac:inkMkLst>
            <pc:docMk/>
            <pc:sldMk cId="2153143939" sldId="278"/>
            <ac:inkMk id="132" creationId="{143AD07B-0860-4F3C-A655-52E0ACFE3BB9}"/>
          </ac:inkMkLst>
        </pc:inkChg>
        <pc:inkChg chg="add del">
          <ac:chgData name="이하나 윤" userId="f658f17427b35de9" providerId="LiveId" clId="{83430688-9A9B-4D5C-995B-B3B56A5D0E22}" dt="2025-08-10T19:20:47.956" v="8080" actId="9405"/>
          <ac:inkMkLst>
            <pc:docMk/>
            <pc:sldMk cId="2153143939" sldId="278"/>
            <ac:inkMk id="133" creationId="{9035DA2D-D52D-59E8-0676-2AD4E0FAC91C}"/>
          </ac:inkMkLst>
        </pc:inkChg>
        <pc:inkChg chg="add del">
          <ac:chgData name="이하나 윤" userId="f658f17427b35de9" providerId="LiveId" clId="{83430688-9A9B-4D5C-995B-B3B56A5D0E22}" dt="2025-08-10T19:21:00.587" v="8122" actId="9405"/>
          <ac:inkMkLst>
            <pc:docMk/>
            <pc:sldMk cId="2153143939" sldId="278"/>
            <ac:inkMk id="135" creationId="{28418AE8-79EE-242B-0944-81BB93FE16C6}"/>
          </ac:inkMkLst>
        </pc:inkChg>
        <pc:inkChg chg="add del">
          <ac:chgData name="이하나 윤" userId="f658f17427b35de9" providerId="LiveId" clId="{83430688-9A9B-4D5C-995B-B3B56A5D0E22}" dt="2025-08-10T19:21:00.540" v="8121" actId="9405"/>
          <ac:inkMkLst>
            <pc:docMk/>
            <pc:sldMk cId="2153143939" sldId="278"/>
            <ac:inkMk id="136" creationId="{86D1FCA3-5C4C-CAC9-BED4-FC48D38ED435}"/>
          </ac:inkMkLst>
        </pc:inkChg>
        <pc:inkChg chg="add del">
          <ac:chgData name="이하나 윤" userId="f658f17427b35de9" providerId="LiveId" clId="{83430688-9A9B-4D5C-995B-B3B56A5D0E22}" dt="2025-08-10T19:21:00.508" v="8120" actId="9405"/>
          <ac:inkMkLst>
            <pc:docMk/>
            <pc:sldMk cId="2153143939" sldId="278"/>
            <ac:inkMk id="137" creationId="{CB2DA641-C4A2-1E06-E213-1A0A18A0F3FC}"/>
          </ac:inkMkLst>
        </pc:inkChg>
        <pc:inkChg chg="add del">
          <ac:chgData name="이하나 윤" userId="f658f17427b35de9" providerId="LiveId" clId="{83430688-9A9B-4D5C-995B-B3B56A5D0E22}" dt="2025-08-10T19:21:00.479" v="8119" actId="9405"/>
          <ac:inkMkLst>
            <pc:docMk/>
            <pc:sldMk cId="2153143939" sldId="278"/>
            <ac:inkMk id="138" creationId="{7945CEAA-0DE2-E8AB-DB8D-2642047286A8}"/>
          </ac:inkMkLst>
        </pc:inkChg>
        <pc:inkChg chg="add del mod">
          <ac:chgData name="이하나 윤" userId="f658f17427b35de9" providerId="LiveId" clId="{83430688-9A9B-4D5C-995B-B3B56A5D0E22}" dt="2025-08-10T19:21:00.448" v="8118" actId="9405"/>
          <ac:inkMkLst>
            <pc:docMk/>
            <pc:sldMk cId="2153143939" sldId="278"/>
            <ac:inkMk id="139" creationId="{F4238B23-955D-B62C-4CC3-A00F8280179C}"/>
          </ac:inkMkLst>
        </pc:inkChg>
        <pc:inkChg chg="add del">
          <ac:chgData name="이하나 윤" userId="f658f17427b35de9" providerId="LiveId" clId="{83430688-9A9B-4D5C-995B-B3B56A5D0E22}" dt="2025-08-10T19:21:00.415" v="8117" actId="9405"/>
          <ac:inkMkLst>
            <pc:docMk/>
            <pc:sldMk cId="2153143939" sldId="278"/>
            <ac:inkMk id="140" creationId="{759AC4BF-2F6B-AD1B-2B5F-8CF65417BC3C}"/>
          </ac:inkMkLst>
        </pc:inkChg>
        <pc:inkChg chg="add del mod">
          <ac:chgData name="이하나 윤" userId="f658f17427b35de9" providerId="LiveId" clId="{83430688-9A9B-4D5C-995B-B3B56A5D0E22}" dt="2025-08-10T19:21:00.384" v="8116" actId="9405"/>
          <ac:inkMkLst>
            <pc:docMk/>
            <pc:sldMk cId="2153143939" sldId="278"/>
            <ac:inkMk id="141" creationId="{5959CE14-85E2-F607-CCCD-B9CE92B737E6}"/>
          </ac:inkMkLst>
        </pc:inkChg>
        <pc:inkChg chg="add del">
          <ac:chgData name="이하나 윤" userId="f658f17427b35de9" providerId="LiveId" clId="{83430688-9A9B-4D5C-995B-B3B56A5D0E22}" dt="2025-08-10T19:21:00.359" v="8114" actId="9405"/>
          <ac:inkMkLst>
            <pc:docMk/>
            <pc:sldMk cId="2153143939" sldId="278"/>
            <ac:inkMk id="142" creationId="{1859BC9E-6928-CECB-5BF1-88BF926123A1}"/>
          </ac:inkMkLst>
        </pc:inkChg>
        <pc:inkChg chg="add del">
          <ac:chgData name="이하나 윤" userId="f658f17427b35de9" providerId="LiveId" clId="{83430688-9A9B-4D5C-995B-B3B56A5D0E22}" dt="2025-08-10T19:21:00.307" v="8113" actId="9405"/>
          <ac:inkMkLst>
            <pc:docMk/>
            <pc:sldMk cId="2153143939" sldId="278"/>
            <ac:inkMk id="144" creationId="{483FE57B-FD36-38F7-EDFD-2B629564F2B0}"/>
          </ac:inkMkLst>
        </pc:inkChg>
        <pc:inkChg chg="add del">
          <ac:chgData name="이하나 윤" userId="f658f17427b35de9" providerId="LiveId" clId="{83430688-9A9B-4D5C-995B-B3B56A5D0E22}" dt="2025-08-10T19:21:00.276" v="8112" actId="9405"/>
          <ac:inkMkLst>
            <pc:docMk/>
            <pc:sldMk cId="2153143939" sldId="278"/>
            <ac:inkMk id="145" creationId="{AC9B3B74-F448-5000-15C2-ADD56E98FC28}"/>
          </ac:inkMkLst>
        </pc:inkChg>
        <pc:inkChg chg="add del mod">
          <ac:chgData name="이하나 윤" userId="f658f17427b35de9" providerId="LiveId" clId="{83430688-9A9B-4D5C-995B-B3B56A5D0E22}" dt="2025-08-10T19:21:00.245" v="8111" actId="9405"/>
          <ac:inkMkLst>
            <pc:docMk/>
            <pc:sldMk cId="2153143939" sldId="278"/>
            <ac:inkMk id="146" creationId="{7C224686-34C0-B93B-1EF1-BFEF85F9B52A}"/>
          </ac:inkMkLst>
        </pc:inkChg>
        <pc:inkChg chg="add del mod">
          <ac:chgData name="이하나 윤" userId="f658f17427b35de9" providerId="LiveId" clId="{83430688-9A9B-4D5C-995B-B3B56A5D0E22}" dt="2025-08-10T19:21:00.214" v="8110" actId="9405"/>
          <ac:inkMkLst>
            <pc:docMk/>
            <pc:sldMk cId="2153143939" sldId="278"/>
            <ac:inkMk id="147" creationId="{AC4C4D99-7804-DE57-0445-E3D118460042}"/>
          </ac:inkMkLst>
        </pc:inkChg>
        <pc:inkChg chg="add del">
          <ac:chgData name="이하나 윤" userId="f658f17427b35de9" providerId="LiveId" clId="{83430688-9A9B-4D5C-995B-B3B56A5D0E22}" dt="2025-08-10T19:21:00.184" v="8109" actId="9405"/>
          <ac:inkMkLst>
            <pc:docMk/>
            <pc:sldMk cId="2153143939" sldId="278"/>
            <ac:inkMk id="148" creationId="{1BEB1103-D08E-31E3-FB14-C1D3A5AE0521}"/>
          </ac:inkMkLst>
        </pc:inkChg>
        <pc:inkChg chg="add del mod">
          <ac:chgData name="이하나 윤" userId="f658f17427b35de9" providerId="LiveId" clId="{83430688-9A9B-4D5C-995B-B3B56A5D0E22}" dt="2025-08-10T19:21:00.154" v="8108"/>
          <ac:inkMkLst>
            <pc:docMk/>
            <pc:sldMk cId="2153143939" sldId="278"/>
            <ac:inkMk id="149" creationId="{E874B16C-73BE-9CF3-9CB7-81729289528D}"/>
          </ac:inkMkLst>
        </pc:inkChg>
        <pc:inkChg chg="add del">
          <ac:chgData name="이하나 윤" userId="f658f17427b35de9" providerId="LiveId" clId="{83430688-9A9B-4D5C-995B-B3B56A5D0E22}" dt="2025-08-10T19:20:59.643" v="8105" actId="9405"/>
          <ac:inkMkLst>
            <pc:docMk/>
            <pc:sldMk cId="2153143939" sldId="278"/>
            <ac:inkMk id="150" creationId="{8840EC84-9130-C965-3218-54A50CBB7485}"/>
          </ac:inkMkLst>
        </pc:inkChg>
        <pc:inkChg chg="add del">
          <ac:chgData name="이하나 윤" userId="f658f17427b35de9" providerId="LiveId" clId="{83430688-9A9B-4D5C-995B-B3B56A5D0E22}" dt="2025-08-10T19:21:16.666" v="8155" actId="9405"/>
          <ac:inkMkLst>
            <pc:docMk/>
            <pc:sldMk cId="2153143939" sldId="278"/>
            <ac:inkMk id="152" creationId="{B0E07BA7-0B69-4BD3-FC14-23E5B15654BF}"/>
          </ac:inkMkLst>
        </pc:inkChg>
        <pc:inkChg chg="add mod">
          <ac:chgData name="이하나 윤" userId="f658f17427b35de9" providerId="LiveId" clId="{83430688-9A9B-4D5C-995B-B3B56A5D0E22}" dt="2025-08-10T19:52:36.413" v="10868" actId="164"/>
          <ac:inkMkLst>
            <pc:docMk/>
            <pc:sldMk cId="2153143939" sldId="278"/>
            <ac:inkMk id="153" creationId="{792D23A9-760F-F350-1F83-5FD54A85509B}"/>
          </ac:inkMkLst>
        </pc:inkChg>
        <pc:inkChg chg="add del">
          <ac:chgData name="이하나 윤" userId="f658f17427b35de9" providerId="LiveId" clId="{83430688-9A9B-4D5C-995B-B3B56A5D0E22}" dt="2025-08-10T19:21:21.011" v="8160" actId="9405"/>
          <ac:inkMkLst>
            <pc:docMk/>
            <pc:sldMk cId="2153143939" sldId="278"/>
            <ac:inkMk id="154" creationId="{0DBB38F1-6699-2AB3-336D-8D9FBF539E9B}"/>
          </ac:inkMkLst>
        </pc:inkChg>
        <pc:inkChg chg="add del">
          <ac:chgData name="이하나 윤" userId="f658f17427b35de9" providerId="LiveId" clId="{83430688-9A9B-4D5C-995B-B3B56A5D0E22}" dt="2025-08-10T19:21:20.473" v="8159" actId="9405"/>
          <ac:inkMkLst>
            <pc:docMk/>
            <pc:sldMk cId="2153143939" sldId="278"/>
            <ac:inkMk id="155" creationId="{A3E0C819-C480-6BA1-2BB2-56CC17F881CB}"/>
          </ac:inkMkLst>
        </pc:inkChg>
        <pc:inkChg chg="add del mod">
          <ac:chgData name="이하나 윤" userId="f658f17427b35de9" providerId="LiveId" clId="{83430688-9A9B-4D5C-995B-B3B56A5D0E22}" dt="2025-08-10T19:21:34.954" v="8192" actId="9405"/>
          <ac:inkMkLst>
            <pc:docMk/>
            <pc:sldMk cId="2153143939" sldId="278"/>
            <ac:inkMk id="156" creationId="{869F06F8-E2BE-CB0F-C754-0C479CD6F963}"/>
          </ac:inkMkLst>
        </pc:inkChg>
        <pc:inkChg chg="add del mod">
          <ac:chgData name="이하나 윤" userId="f658f17427b35de9" providerId="LiveId" clId="{83430688-9A9B-4D5C-995B-B3B56A5D0E22}" dt="2025-08-10T19:21:34.652" v="8191"/>
          <ac:inkMkLst>
            <pc:docMk/>
            <pc:sldMk cId="2153143939" sldId="278"/>
            <ac:inkMk id="157" creationId="{F52A4E52-36D2-4B71-730F-73336ED024F2}"/>
          </ac:inkMkLst>
        </pc:inkChg>
        <pc:inkChg chg="add del mod">
          <ac:chgData name="이하나 윤" userId="f658f17427b35de9" providerId="LiveId" clId="{83430688-9A9B-4D5C-995B-B3B56A5D0E22}" dt="2025-08-10T19:21:34.370" v="8189" actId="9405"/>
          <ac:inkMkLst>
            <pc:docMk/>
            <pc:sldMk cId="2153143939" sldId="278"/>
            <ac:inkMk id="159" creationId="{251EBD00-43B1-7761-CC49-029B2A58111A}"/>
          </ac:inkMkLst>
        </pc:inkChg>
        <pc:inkChg chg="add del mod">
          <ac:chgData name="이하나 윤" userId="f658f17427b35de9" providerId="LiveId" clId="{83430688-9A9B-4D5C-995B-B3B56A5D0E22}" dt="2025-08-10T19:21:34.061" v="8188" actId="9405"/>
          <ac:inkMkLst>
            <pc:docMk/>
            <pc:sldMk cId="2153143939" sldId="278"/>
            <ac:inkMk id="160" creationId="{2FCF4072-F0FD-33E8-2667-29ADAEB959EA}"/>
          </ac:inkMkLst>
        </pc:inkChg>
        <pc:inkChg chg="add del mod">
          <ac:chgData name="이하나 윤" userId="f658f17427b35de9" providerId="LiveId" clId="{83430688-9A9B-4D5C-995B-B3B56A5D0E22}" dt="2025-08-10T19:21:33.428" v="8187" actId="9405"/>
          <ac:inkMkLst>
            <pc:docMk/>
            <pc:sldMk cId="2153143939" sldId="278"/>
            <ac:inkMk id="161" creationId="{47EA61EE-EDC8-3667-0675-E48030731F40}"/>
          </ac:inkMkLst>
        </pc:inkChg>
        <pc:inkChg chg="add del mod">
          <ac:chgData name="이하나 윤" userId="f658f17427b35de9" providerId="LiveId" clId="{83430688-9A9B-4D5C-995B-B3B56A5D0E22}" dt="2025-08-10T19:21:32.987" v="8186" actId="9405"/>
          <ac:inkMkLst>
            <pc:docMk/>
            <pc:sldMk cId="2153143939" sldId="278"/>
            <ac:inkMk id="162" creationId="{1DD6C904-05D5-64F0-449E-99DEF26A0D89}"/>
          </ac:inkMkLst>
        </pc:inkChg>
        <pc:inkChg chg="add del mod">
          <ac:chgData name="이하나 윤" userId="f658f17427b35de9" providerId="LiveId" clId="{83430688-9A9B-4D5C-995B-B3B56A5D0E22}" dt="2025-08-10T19:21:32.766" v="8185" actId="9405"/>
          <ac:inkMkLst>
            <pc:docMk/>
            <pc:sldMk cId="2153143939" sldId="278"/>
            <ac:inkMk id="163" creationId="{9C94F79B-59D2-A30A-958C-ADFDFF1FF310}"/>
          </ac:inkMkLst>
        </pc:inkChg>
        <pc:inkChg chg="add del mod">
          <ac:chgData name="이하나 윤" userId="f658f17427b35de9" providerId="LiveId" clId="{83430688-9A9B-4D5C-995B-B3B56A5D0E22}" dt="2025-08-10T19:21:27.299" v="8172"/>
          <ac:inkMkLst>
            <pc:docMk/>
            <pc:sldMk cId="2153143939" sldId="278"/>
            <ac:inkMk id="164" creationId="{E83FD156-EC1D-B3DD-9DE8-3465FFC7C149}"/>
          </ac:inkMkLst>
        </pc:inkChg>
        <pc:inkChg chg="add del">
          <ac:chgData name="이하나 윤" userId="f658f17427b35de9" providerId="LiveId" clId="{83430688-9A9B-4D5C-995B-B3B56A5D0E22}" dt="2025-08-10T19:21:32.549" v="8184" actId="9405"/>
          <ac:inkMkLst>
            <pc:docMk/>
            <pc:sldMk cId="2153143939" sldId="278"/>
            <ac:inkMk id="166" creationId="{6D3E0341-C37A-A284-4F49-BBB0A1527272}"/>
          </ac:inkMkLst>
        </pc:inkChg>
        <pc:inkChg chg="add del mod">
          <ac:chgData name="이하나 윤" userId="f658f17427b35de9" providerId="LiveId" clId="{83430688-9A9B-4D5C-995B-B3B56A5D0E22}" dt="2025-08-10T19:21:32.332" v="8183" actId="9405"/>
          <ac:inkMkLst>
            <pc:docMk/>
            <pc:sldMk cId="2153143939" sldId="278"/>
            <ac:inkMk id="167" creationId="{DA45217B-DF4B-7EA8-037C-6E5F569FF4FA}"/>
          </ac:inkMkLst>
        </pc:inkChg>
        <pc:inkChg chg="add del">
          <ac:chgData name="이하나 윤" userId="f658f17427b35de9" providerId="LiveId" clId="{83430688-9A9B-4D5C-995B-B3B56A5D0E22}" dt="2025-08-10T19:21:32.114" v="8182" actId="9405"/>
          <ac:inkMkLst>
            <pc:docMk/>
            <pc:sldMk cId="2153143939" sldId="278"/>
            <ac:inkMk id="168" creationId="{1A2DC3DD-D419-344B-AF80-22575A399EBF}"/>
          </ac:inkMkLst>
        </pc:inkChg>
        <pc:inkChg chg="add del">
          <ac:chgData name="이하나 윤" userId="f658f17427b35de9" providerId="LiveId" clId="{83430688-9A9B-4D5C-995B-B3B56A5D0E22}" dt="2025-08-10T19:21:31.850" v="8181" actId="9405"/>
          <ac:inkMkLst>
            <pc:docMk/>
            <pc:sldMk cId="2153143939" sldId="278"/>
            <ac:inkMk id="169" creationId="{F13CBF84-A22C-8595-E277-D782A50C0A4E}"/>
          </ac:inkMkLst>
        </pc:inkChg>
        <pc:inkChg chg="add del mod">
          <ac:chgData name="이하나 윤" userId="f658f17427b35de9" providerId="LiveId" clId="{83430688-9A9B-4D5C-995B-B3B56A5D0E22}" dt="2025-08-10T19:21:31.573" v="8180"/>
          <ac:inkMkLst>
            <pc:docMk/>
            <pc:sldMk cId="2153143939" sldId="278"/>
            <ac:inkMk id="170" creationId="{4411D9B7-BE6D-DEB2-F475-69C3A86281D1}"/>
          </ac:inkMkLst>
        </pc:inkChg>
        <pc:inkChg chg="add del">
          <ac:chgData name="이하나 윤" userId="f658f17427b35de9" providerId="LiveId" clId="{83430688-9A9B-4D5C-995B-B3B56A5D0E22}" dt="2025-08-10T19:21:37.411" v="8194" actId="9405"/>
          <ac:inkMkLst>
            <pc:docMk/>
            <pc:sldMk cId="2153143939" sldId="278"/>
            <ac:inkMk id="172" creationId="{45A2ABB1-12CA-6A56-D9A9-261D666E19CD}"/>
          </ac:inkMkLst>
        </pc:inkChg>
        <pc:inkChg chg="add del">
          <ac:chgData name="이하나 윤" userId="f658f17427b35de9" providerId="LiveId" clId="{83430688-9A9B-4D5C-995B-B3B56A5D0E22}" dt="2025-08-10T19:22:23.370" v="8275"/>
          <ac:inkMkLst>
            <pc:docMk/>
            <pc:sldMk cId="2153143939" sldId="278"/>
            <ac:inkMk id="173" creationId="{FA44D0B2-4950-672A-071D-3F21B587B8FE}"/>
          </ac:inkMkLst>
        </pc:inkChg>
        <pc:inkChg chg="add mod">
          <ac:chgData name="이하나 윤" userId="f658f17427b35de9" providerId="LiveId" clId="{83430688-9A9B-4D5C-995B-B3B56A5D0E22}" dt="2025-08-10T19:22:01.741" v="8242"/>
          <ac:inkMkLst>
            <pc:docMk/>
            <pc:sldMk cId="2153143939" sldId="278"/>
            <ac:inkMk id="174" creationId="{42955567-3F9F-81D1-F3A1-6A88AC62C907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175" creationId="{8832612E-3D60-93A3-10F3-F7C3F7D77B80}"/>
          </ac:inkMkLst>
        </pc:inkChg>
        <pc:inkChg chg="add">
          <ac:chgData name="이하나 윤" userId="f658f17427b35de9" providerId="LiveId" clId="{83430688-9A9B-4D5C-995B-B3B56A5D0E22}" dt="2025-08-10T19:21:42.731" v="8198" actId="9405"/>
          <ac:inkMkLst>
            <pc:docMk/>
            <pc:sldMk cId="2153143939" sldId="278"/>
            <ac:inkMk id="176" creationId="{6F47A698-82FB-39BA-4D27-8523EE348107}"/>
          </ac:inkMkLst>
        </pc:inkChg>
        <pc:inkChg chg="add mod">
          <ac:chgData name="이하나 윤" userId="f658f17427b35de9" providerId="LiveId" clId="{83430688-9A9B-4D5C-995B-B3B56A5D0E22}" dt="2025-08-10T19:22:01.741" v="8242"/>
          <ac:inkMkLst>
            <pc:docMk/>
            <pc:sldMk cId="2153143939" sldId="278"/>
            <ac:inkMk id="177" creationId="{6B47CDB6-57C2-ABE1-ED8C-E6B00001D24C}"/>
          </ac:inkMkLst>
        </pc:inkChg>
        <pc:inkChg chg="add">
          <ac:chgData name="이하나 윤" userId="f658f17427b35de9" providerId="LiveId" clId="{83430688-9A9B-4D5C-995B-B3B56A5D0E22}" dt="2025-08-10T19:21:43.723" v="8200" actId="9405"/>
          <ac:inkMkLst>
            <pc:docMk/>
            <pc:sldMk cId="2153143939" sldId="278"/>
            <ac:inkMk id="178" creationId="{03EEAEFB-1357-FFEB-333F-4FEEF8CD47F1}"/>
          </ac:inkMkLst>
        </pc:inkChg>
        <pc:inkChg chg="add mod">
          <ac:chgData name="이하나 윤" userId="f658f17427b35de9" providerId="LiveId" clId="{83430688-9A9B-4D5C-995B-B3B56A5D0E22}" dt="2025-08-10T19:21:48.591" v="8209"/>
          <ac:inkMkLst>
            <pc:docMk/>
            <pc:sldMk cId="2153143939" sldId="278"/>
            <ac:inkMk id="179" creationId="{A2DCD03B-ABE1-6D83-8048-D803447DEC66}"/>
          </ac:inkMkLst>
        </pc:inkChg>
        <pc:inkChg chg="add mod">
          <ac:chgData name="이하나 윤" userId="f658f17427b35de9" providerId="LiveId" clId="{83430688-9A9B-4D5C-995B-B3B56A5D0E22}" dt="2025-08-10T19:21:58.660" v="8236"/>
          <ac:inkMkLst>
            <pc:docMk/>
            <pc:sldMk cId="2153143939" sldId="278"/>
            <ac:inkMk id="180" creationId="{98732473-BD80-9725-073F-6E3CF372C8C1}"/>
          </ac:inkMkLst>
        </pc:inkChg>
        <pc:inkChg chg="add mod">
          <ac:chgData name="이하나 윤" userId="f658f17427b35de9" providerId="LiveId" clId="{83430688-9A9B-4D5C-995B-B3B56A5D0E22}" dt="2025-08-10T19:21:48.591" v="8209"/>
          <ac:inkMkLst>
            <pc:docMk/>
            <pc:sldMk cId="2153143939" sldId="278"/>
            <ac:inkMk id="181" creationId="{780B3BB3-A928-3B95-3C03-BCB408A36F73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182" creationId="{DD6A3F74-1BC2-434C-238B-5D44B5456C4C}"/>
          </ac:inkMkLst>
        </pc:inkChg>
        <pc:inkChg chg="add mod">
          <ac:chgData name="이하나 윤" userId="f658f17427b35de9" providerId="LiveId" clId="{83430688-9A9B-4D5C-995B-B3B56A5D0E22}" dt="2025-08-10T19:21:48.591" v="8209"/>
          <ac:inkMkLst>
            <pc:docMk/>
            <pc:sldMk cId="2153143939" sldId="278"/>
            <ac:inkMk id="183" creationId="{A48646B2-FFA7-69AE-6D90-8FF93BC9065D}"/>
          </ac:inkMkLst>
        </pc:inkChg>
        <pc:inkChg chg="add mod">
          <ac:chgData name="이하나 윤" userId="f658f17427b35de9" providerId="LiveId" clId="{83430688-9A9B-4D5C-995B-B3B56A5D0E22}" dt="2025-08-10T19:21:48.591" v="8209"/>
          <ac:inkMkLst>
            <pc:docMk/>
            <pc:sldMk cId="2153143939" sldId="278"/>
            <ac:inkMk id="184" creationId="{AF47B063-3A2D-7E0F-EEB4-65090DE77E21}"/>
          </ac:inkMkLst>
        </pc:inkChg>
        <pc:inkChg chg="add">
          <ac:chgData name="이하나 윤" userId="f658f17427b35de9" providerId="LiveId" clId="{83430688-9A9B-4D5C-995B-B3B56A5D0E22}" dt="2025-08-10T19:21:47.654" v="8207" actId="9405"/>
          <ac:inkMkLst>
            <pc:docMk/>
            <pc:sldMk cId="2153143939" sldId="278"/>
            <ac:inkMk id="185" creationId="{1B4D2282-3F6F-E334-A6C9-61AEED4973C8}"/>
          </ac:inkMkLst>
        </pc:inkChg>
        <pc:inkChg chg="add mod">
          <ac:chgData name="이하나 윤" userId="f658f17427b35de9" providerId="LiveId" clId="{83430688-9A9B-4D5C-995B-B3B56A5D0E22}" dt="2025-08-10T19:21:48.591" v="8209"/>
          <ac:inkMkLst>
            <pc:docMk/>
            <pc:sldMk cId="2153143939" sldId="278"/>
            <ac:inkMk id="186" creationId="{DAB896D4-22AB-08F0-2CB8-E7FCCF9EC065}"/>
          </ac:inkMkLst>
        </pc:inkChg>
        <pc:inkChg chg="add">
          <ac:chgData name="이하나 윤" userId="f658f17427b35de9" providerId="LiveId" clId="{83430688-9A9B-4D5C-995B-B3B56A5D0E22}" dt="2025-08-10T19:21:49.040" v="8210" actId="9405"/>
          <ac:inkMkLst>
            <pc:docMk/>
            <pc:sldMk cId="2153143939" sldId="278"/>
            <ac:inkMk id="188" creationId="{9429A320-5EDD-44EE-710F-87EE4C158810}"/>
          </ac:inkMkLst>
        </pc:inkChg>
        <pc:inkChg chg="add mod">
          <ac:chgData name="이하나 윤" userId="f658f17427b35de9" providerId="LiveId" clId="{83430688-9A9B-4D5C-995B-B3B56A5D0E22}" dt="2025-08-10T19:22:01.741" v="8242"/>
          <ac:inkMkLst>
            <pc:docMk/>
            <pc:sldMk cId="2153143939" sldId="278"/>
            <ac:inkMk id="189" creationId="{1703C67B-E51C-B515-C021-26303131B5E4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190" creationId="{0F2C8FFD-D191-FE0A-A613-5B71966F4522}"/>
          </ac:inkMkLst>
        </pc:inkChg>
        <pc:inkChg chg="add mod">
          <ac:chgData name="이하나 윤" userId="f658f17427b35de9" providerId="LiveId" clId="{83430688-9A9B-4D5C-995B-B3B56A5D0E22}" dt="2025-08-10T19:22:01.741" v="8242"/>
          <ac:inkMkLst>
            <pc:docMk/>
            <pc:sldMk cId="2153143939" sldId="278"/>
            <ac:inkMk id="191" creationId="{83D27107-28F0-5FE5-B3A3-476739BFFFF9}"/>
          </ac:inkMkLst>
        </pc:inkChg>
        <pc:inkChg chg="add del">
          <ac:chgData name="이하나 윤" userId="f658f17427b35de9" providerId="LiveId" clId="{83430688-9A9B-4D5C-995B-B3B56A5D0E22}" dt="2025-08-10T19:21:56.419" v="8231" actId="9405"/>
          <ac:inkMkLst>
            <pc:docMk/>
            <pc:sldMk cId="2153143939" sldId="278"/>
            <ac:inkMk id="192" creationId="{A2BCE6CE-5B91-655B-111E-3144B14B7FF1}"/>
          </ac:inkMkLst>
        </pc:inkChg>
        <pc:inkChg chg="add del">
          <ac:chgData name="이하나 윤" userId="f658f17427b35de9" providerId="LiveId" clId="{83430688-9A9B-4D5C-995B-B3B56A5D0E22}" dt="2025-08-10T19:21:52.523" v="8218" actId="9405"/>
          <ac:inkMkLst>
            <pc:docMk/>
            <pc:sldMk cId="2153143939" sldId="278"/>
            <ac:inkMk id="193" creationId="{F61AE6CB-7A35-9E9C-D0D4-EFFCCED17B91}"/>
          </ac:inkMkLst>
        </pc:inkChg>
        <pc:inkChg chg="add del">
          <ac:chgData name="이하나 윤" userId="f658f17427b35de9" providerId="LiveId" clId="{83430688-9A9B-4D5C-995B-B3B56A5D0E22}" dt="2025-08-10T19:21:52.340" v="8217" actId="9405"/>
          <ac:inkMkLst>
            <pc:docMk/>
            <pc:sldMk cId="2153143939" sldId="278"/>
            <ac:inkMk id="194" creationId="{67887F66-5006-33BF-31ED-3AD376E87AD6}"/>
          </ac:inkMkLst>
        </pc:inkChg>
        <pc:inkChg chg="add del mod">
          <ac:chgData name="이하나 윤" userId="f658f17427b35de9" providerId="LiveId" clId="{83430688-9A9B-4D5C-995B-B3B56A5D0E22}" dt="2025-08-10T19:21:56.205" v="8230" actId="9405"/>
          <ac:inkMkLst>
            <pc:docMk/>
            <pc:sldMk cId="2153143939" sldId="278"/>
            <ac:inkMk id="195" creationId="{B590F92D-7362-E536-EFD2-4AB4BE5140F0}"/>
          </ac:inkMkLst>
        </pc:inkChg>
        <pc:inkChg chg="add del">
          <ac:chgData name="이하나 윤" userId="f658f17427b35de9" providerId="LiveId" clId="{83430688-9A9B-4D5C-995B-B3B56A5D0E22}" dt="2025-08-10T19:21:56.015" v="8229" actId="9405"/>
          <ac:inkMkLst>
            <pc:docMk/>
            <pc:sldMk cId="2153143939" sldId="278"/>
            <ac:inkMk id="196" creationId="{DD3F05C7-6975-CB46-83CE-2197D4D2EB6E}"/>
          </ac:inkMkLst>
        </pc:inkChg>
        <pc:inkChg chg="add del">
          <ac:chgData name="이하나 윤" userId="f658f17427b35de9" providerId="LiveId" clId="{83430688-9A9B-4D5C-995B-B3B56A5D0E22}" dt="2025-08-10T19:21:55.804" v="8228" actId="9405"/>
          <ac:inkMkLst>
            <pc:docMk/>
            <pc:sldMk cId="2153143939" sldId="278"/>
            <ac:inkMk id="197" creationId="{E07F9187-6857-1B90-505C-424E980101D1}"/>
          </ac:inkMkLst>
        </pc:inkChg>
        <pc:inkChg chg="add del">
          <ac:chgData name="이하나 윤" userId="f658f17427b35de9" providerId="LiveId" clId="{83430688-9A9B-4D5C-995B-B3B56A5D0E22}" dt="2025-08-10T19:21:55.627" v="8226" actId="9405"/>
          <ac:inkMkLst>
            <pc:docMk/>
            <pc:sldMk cId="2153143939" sldId="278"/>
            <ac:inkMk id="198" creationId="{3F0E4DDF-B6BF-DEE7-E32F-444CEAA100DA}"/>
          </ac:inkMkLst>
        </pc:inkChg>
        <pc:inkChg chg="add del">
          <ac:chgData name="이하나 윤" userId="f658f17427b35de9" providerId="LiveId" clId="{83430688-9A9B-4D5C-995B-B3B56A5D0E22}" dt="2025-08-10T19:21:55.422" v="8224" actId="9405"/>
          <ac:inkMkLst>
            <pc:docMk/>
            <pc:sldMk cId="2153143939" sldId="278"/>
            <ac:inkMk id="199" creationId="{31168FD8-6F32-A636-D9E7-3F03A8424E3A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01" creationId="{141B9178-9AE8-DDDD-7AD8-2DA9B1BD6942}"/>
          </ac:inkMkLst>
        </pc:inkChg>
        <pc:inkChg chg="add">
          <ac:chgData name="이하나 윤" userId="f658f17427b35de9" providerId="LiveId" clId="{83430688-9A9B-4D5C-995B-B3B56A5D0E22}" dt="2025-08-10T19:21:57.466" v="8233" actId="9405"/>
          <ac:inkMkLst>
            <pc:docMk/>
            <pc:sldMk cId="2153143939" sldId="278"/>
            <ac:inkMk id="202" creationId="{ABEC2DF7-E923-0803-D520-44AE5D862BD4}"/>
          </ac:inkMkLst>
        </pc:inkChg>
        <pc:inkChg chg="add del">
          <ac:chgData name="이하나 윤" userId="f658f17427b35de9" providerId="LiveId" clId="{83430688-9A9B-4D5C-995B-B3B56A5D0E22}" dt="2025-08-10T19:21:58.579" v="8235" actId="9405"/>
          <ac:inkMkLst>
            <pc:docMk/>
            <pc:sldMk cId="2153143939" sldId="278"/>
            <ac:inkMk id="203" creationId="{3F6B4F8D-5D13-4A23-BF24-F08699ADC5E6}"/>
          </ac:inkMkLst>
        </pc:inkChg>
        <pc:inkChg chg="add">
          <ac:chgData name="이하나 윤" userId="f658f17427b35de9" providerId="LiveId" clId="{83430688-9A9B-4D5C-995B-B3B56A5D0E22}" dt="2025-08-10T19:21:59.185" v="8237" actId="9405"/>
          <ac:inkMkLst>
            <pc:docMk/>
            <pc:sldMk cId="2153143939" sldId="278"/>
            <ac:inkMk id="205" creationId="{25DF3F1A-BCCF-355F-5554-8974E5FD511C}"/>
          </ac:inkMkLst>
        </pc:inkChg>
        <pc:inkChg chg="add">
          <ac:chgData name="이하나 윤" userId="f658f17427b35de9" providerId="LiveId" clId="{83430688-9A9B-4D5C-995B-B3B56A5D0E22}" dt="2025-08-10T19:21:59.492" v="8238" actId="9405"/>
          <ac:inkMkLst>
            <pc:docMk/>
            <pc:sldMk cId="2153143939" sldId="278"/>
            <ac:inkMk id="206" creationId="{B468E26C-6FB4-7896-2F68-55C391054A66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07" creationId="{A139078E-7979-DFBE-C7D2-94275A1D9FCF}"/>
          </ac:inkMkLst>
        </pc:inkChg>
        <pc:inkChg chg="add">
          <ac:chgData name="이하나 윤" userId="f658f17427b35de9" providerId="LiveId" clId="{83430688-9A9B-4D5C-995B-B3B56A5D0E22}" dt="2025-08-10T19:22:00.712" v="8240" actId="9405"/>
          <ac:inkMkLst>
            <pc:docMk/>
            <pc:sldMk cId="2153143939" sldId="278"/>
            <ac:inkMk id="208" creationId="{75F98BF0-00AB-FF0E-464C-C8F0789C705C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09" creationId="{83EAD285-EFE5-8367-6A32-7E2C5242925F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211" creationId="{364AD11F-F2E0-3FF5-F818-45A5532C1D61}"/>
          </ac:inkMkLst>
        </pc:inkChg>
        <pc:inkChg chg="add">
          <ac:chgData name="이하나 윤" userId="f658f17427b35de9" providerId="LiveId" clId="{83430688-9A9B-4D5C-995B-B3B56A5D0E22}" dt="2025-08-10T19:22:03.940" v="8244" actId="9405"/>
          <ac:inkMkLst>
            <pc:docMk/>
            <pc:sldMk cId="2153143939" sldId="278"/>
            <ac:inkMk id="212" creationId="{48CE71B2-3CDB-9360-47DE-9DCCCF3136BE}"/>
          </ac:inkMkLst>
        </pc:inkChg>
        <pc:inkChg chg="add">
          <ac:chgData name="이하나 윤" userId="f658f17427b35de9" providerId="LiveId" clId="{83430688-9A9B-4D5C-995B-B3B56A5D0E22}" dt="2025-08-10T19:22:04.295" v="8245" actId="9405"/>
          <ac:inkMkLst>
            <pc:docMk/>
            <pc:sldMk cId="2153143939" sldId="278"/>
            <ac:inkMk id="213" creationId="{CF5372FB-0E40-9616-FC2B-6F1394A507CA}"/>
          </ac:inkMkLst>
        </pc:inkChg>
        <pc:inkChg chg="add">
          <ac:chgData name="이하나 윤" userId="f658f17427b35de9" providerId="LiveId" clId="{83430688-9A9B-4D5C-995B-B3B56A5D0E22}" dt="2025-08-10T19:22:04.560" v="8246" actId="9405"/>
          <ac:inkMkLst>
            <pc:docMk/>
            <pc:sldMk cId="2153143939" sldId="278"/>
            <ac:inkMk id="214" creationId="{832826CF-DD1A-9E04-A2FC-490623B86B01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15" creationId="{F0A9F49F-A9AC-5537-C5C7-782C8399E344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216" creationId="{180926C5-2DF6-E056-AD01-14B99A8F8034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17" creationId="{BD1E5EF0-4F36-10E7-AB04-FA8062271BD8}"/>
          </ac:inkMkLst>
        </pc:inkChg>
        <pc:inkChg chg="add">
          <ac:chgData name="이하나 윤" userId="f658f17427b35de9" providerId="LiveId" clId="{83430688-9A9B-4D5C-995B-B3B56A5D0E22}" dt="2025-08-10T19:22:06.925" v="8250" actId="9405"/>
          <ac:inkMkLst>
            <pc:docMk/>
            <pc:sldMk cId="2153143939" sldId="278"/>
            <ac:inkMk id="218" creationId="{148084B5-14B1-FD16-33B4-FF4EA66C6F5F}"/>
          </ac:inkMkLst>
        </pc:inkChg>
        <pc:inkChg chg="add">
          <ac:chgData name="이하나 윤" userId="f658f17427b35de9" providerId="LiveId" clId="{83430688-9A9B-4D5C-995B-B3B56A5D0E22}" dt="2025-08-10T19:22:07.311" v="8251" actId="9405"/>
          <ac:inkMkLst>
            <pc:docMk/>
            <pc:sldMk cId="2153143939" sldId="278"/>
            <ac:inkMk id="219" creationId="{807EE6D5-6849-F370-ECC9-C280840B07D9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220" creationId="{4F87D961-79CE-CD4B-DB69-A720039269EB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221" creationId="{17DC295C-A22B-EB10-91B3-15722F096753}"/>
          </ac:inkMkLst>
        </pc:inkChg>
        <pc:inkChg chg="add mod">
          <ac:chgData name="이하나 윤" userId="f658f17427b35de9" providerId="LiveId" clId="{83430688-9A9B-4D5C-995B-B3B56A5D0E22}" dt="2025-08-10T19:22:11.035" v="8261"/>
          <ac:inkMkLst>
            <pc:docMk/>
            <pc:sldMk cId="2153143939" sldId="278"/>
            <ac:inkMk id="222" creationId="{05E15682-A056-73F7-F80A-E06D4D208A82}"/>
          </ac:inkMkLst>
        </pc:inkChg>
        <pc:inkChg chg="add del">
          <ac:chgData name="이하나 윤" userId="f658f17427b35de9" providerId="LiveId" clId="{83430688-9A9B-4D5C-995B-B3B56A5D0E22}" dt="2025-08-10T19:22:11.395" v="8262" actId="9405"/>
          <ac:inkMkLst>
            <pc:docMk/>
            <pc:sldMk cId="2153143939" sldId="278"/>
            <ac:inkMk id="223" creationId="{1A609E76-354B-7106-DA35-B686503E1741}"/>
          </ac:inkMkLst>
        </pc:inkChg>
        <pc:inkChg chg="add del">
          <ac:chgData name="이하나 윤" userId="f658f17427b35de9" providerId="LiveId" clId="{83430688-9A9B-4D5C-995B-B3B56A5D0E22}" dt="2025-08-10T19:22:11.035" v="8260" actId="9405"/>
          <ac:inkMkLst>
            <pc:docMk/>
            <pc:sldMk cId="2153143939" sldId="278"/>
            <ac:inkMk id="224" creationId="{4517AE05-C056-7A5D-9C82-64432F269B00}"/>
          </ac:inkMkLst>
        </pc:inkChg>
        <pc:inkChg chg="add del">
          <ac:chgData name="이하나 윤" userId="f658f17427b35de9" providerId="LiveId" clId="{83430688-9A9B-4D5C-995B-B3B56A5D0E22}" dt="2025-08-10T19:22:10.819" v="8259" actId="9405"/>
          <ac:inkMkLst>
            <pc:docMk/>
            <pc:sldMk cId="2153143939" sldId="278"/>
            <ac:inkMk id="226" creationId="{876CA909-FEA8-853B-8E81-5C3F4253F2B9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27" creationId="{10A712B9-328A-1A9C-C8FC-72BB3E540B3D}"/>
          </ac:inkMkLst>
        </pc:inkChg>
        <pc:inkChg chg="add">
          <ac:chgData name="이하나 윤" userId="f658f17427b35de9" providerId="LiveId" clId="{83430688-9A9B-4D5C-995B-B3B56A5D0E22}" dt="2025-08-10T19:22:12.533" v="8264" actId="9405"/>
          <ac:inkMkLst>
            <pc:docMk/>
            <pc:sldMk cId="2153143939" sldId="278"/>
            <ac:inkMk id="228" creationId="{1D4221A1-46F2-B845-6381-C4E74017E7CE}"/>
          </ac:inkMkLst>
        </pc:inkChg>
        <pc:inkChg chg="add">
          <ac:chgData name="이하나 윤" userId="f658f17427b35de9" providerId="LiveId" clId="{83430688-9A9B-4D5C-995B-B3B56A5D0E22}" dt="2025-08-10T19:22:13.077" v="8265" actId="9405"/>
          <ac:inkMkLst>
            <pc:docMk/>
            <pc:sldMk cId="2153143939" sldId="278"/>
            <ac:inkMk id="229" creationId="{58AE5B80-FB31-4C40-4D5F-31C24DAC8716}"/>
          </ac:inkMkLst>
        </pc:inkChg>
        <pc:inkChg chg="add">
          <ac:chgData name="이하나 윤" userId="f658f17427b35de9" providerId="LiveId" clId="{83430688-9A9B-4D5C-995B-B3B56A5D0E22}" dt="2025-08-10T19:22:13.434" v="8266" actId="9405"/>
          <ac:inkMkLst>
            <pc:docMk/>
            <pc:sldMk cId="2153143939" sldId="278"/>
            <ac:inkMk id="230" creationId="{8CF6237B-DC16-DC0F-6C85-00E60787D12F}"/>
          </ac:inkMkLst>
        </pc:inkChg>
        <pc:inkChg chg="add">
          <ac:chgData name="이하나 윤" userId="f658f17427b35de9" providerId="LiveId" clId="{83430688-9A9B-4D5C-995B-B3B56A5D0E22}" dt="2025-08-10T19:22:13.924" v="8267" actId="9405"/>
          <ac:inkMkLst>
            <pc:docMk/>
            <pc:sldMk cId="2153143939" sldId="278"/>
            <ac:inkMk id="231" creationId="{83F7873A-FE91-9D1B-748E-DFDDF70B436F}"/>
          </ac:inkMkLst>
        </pc:inkChg>
        <pc:inkChg chg="add">
          <ac:chgData name="이하나 윤" userId="f658f17427b35de9" providerId="LiveId" clId="{83430688-9A9B-4D5C-995B-B3B56A5D0E22}" dt="2025-08-10T19:22:14.665" v="8268" actId="9405"/>
          <ac:inkMkLst>
            <pc:docMk/>
            <pc:sldMk cId="2153143939" sldId="278"/>
            <ac:inkMk id="232" creationId="{0AE20A7D-A59D-2478-4EE4-D07F5566126F}"/>
          </ac:inkMkLst>
        </pc:inkChg>
        <pc:inkChg chg="add">
          <ac:chgData name="이하나 윤" userId="f658f17427b35de9" providerId="LiveId" clId="{83430688-9A9B-4D5C-995B-B3B56A5D0E22}" dt="2025-08-10T19:22:15.191" v="8269" actId="9405"/>
          <ac:inkMkLst>
            <pc:docMk/>
            <pc:sldMk cId="2153143939" sldId="278"/>
            <ac:inkMk id="233" creationId="{58706D23-A0B0-FD7D-301E-1F616ACEBA51}"/>
          </ac:inkMkLst>
        </pc:inkChg>
        <pc:inkChg chg="add">
          <ac:chgData name="이하나 윤" userId="f658f17427b35de9" providerId="LiveId" clId="{83430688-9A9B-4D5C-995B-B3B56A5D0E22}" dt="2025-08-10T19:22:15.595" v="8270" actId="9405"/>
          <ac:inkMkLst>
            <pc:docMk/>
            <pc:sldMk cId="2153143939" sldId="278"/>
            <ac:inkMk id="234" creationId="{EF725AF1-FD3C-01F4-A2EB-ECEFC8C0C5BF}"/>
          </ac:inkMkLst>
        </pc:inkChg>
        <pc:inkChg chg="add">
          <ac:chgData name="이하나 윤" userId="f658f17427b35de9" providerId="LiveId" clId="{83430688-9A9B-4D5C-995B-B3B56A5D0E22}" dt="2025-08-10T19:22:16.092" v="8271" actId="9405"/>
          <ac:inkMkLst>
            <pc:docMk/>
            <pc:sldMk cId="2153143939" sldId="278"/>
            <ac:inkMk id="235" creationId="{3F794436-9BB9-6CC3-9303-F38F6059B40C}"/>
          </ac:inkMkLst>
        </pc:inkChg>
        <pc:inkChg chg="add">
          <ac:chgData name="이하나 윤" userId="f658f17427b35de9" providerId="LiveId" clId="{83430688-9A9B-4D5C-995B-B3B56A5D0E22}" dt="2025-08-10T19:22:16.401" v="8272" actId="9405"/>
          <ac:inkMkLst>
            <pc:docMk/>
            <pc:sldMk cId="2153143939" sldId="278"/>
            <ac:inkMk id="236" creationId="{56FF5032-4935-776B-1122-E968C37C57B6}"/>
          </ac:inkMkLst>
        </pc:inkChg>
        <pc:inkChg chg="add mod">
          <ac:chgData name="이하나 윤" userId="f658f17427b35de9" providerId="LiveId" clId="{83430688-9A9B-4D5C-995B-B3B56A5D0E22}" dt="2025-08-10T19:22:29.929" v="8282"/>
          <ac:inkMkLst>
            <pc:docMk/>
            <pc:sldMk cId="2153143939" sldId="278"/>
            <ac:inkMk id="237" creationId="{40893F21-6440-397E-EBC0-9376EC6E3AB6}"/>
          </ac:inkMkLst>
        </pc:inkChg>
        <pc:inkChg chg="add">
          <ac:chgData name="이하나 윤" userId="f658f17427b35de9" providerId="LiveId" clId="{83430688-9A9B-4D5C-995B-B3B56A5D0E22}" dt="2025-08-10T19:22:27.125" v="8276" actId="9405"/>
          <ac:inkMkLst>
            <pc:docMk/>
            <pc:sldMk cId="2153143939" sldId="278"/>
            <ac:inkMk id="239" creationId="{D6A6D3DC-3DC2-6F14-60AD-46B7F17E0381}"/>
          </ac:inkMkLst>
        </pc:inkChg>
        <pc:inkChg chg="add del">
          <ac:chgData name="이하나 윤" userId="f658f17427b35de9" providerId="LiveId" clId="{83430688-9A9B-4D5C-995B-B3B56A5D0E22}" dt="2025-08-10T19:22:28.476" v="8278" actId="9405"/>
          <ac:inkMkLst>
            <pc:docMk/>
            <pc:sldMk cId="2153143939" sldId="278"/>
            <ac:inkMk id="240" creationId="{BFF356D6-D002-118B-5180-CC82E3054840}"/>
          </ac:inkMkLst>
        </pc:inkChg>
        <pc:inkChg chg="add">
          <ac:chgData name="이하나 윤" userId="f658f17427b35de9" providerId="LiveId" clId="{83430688-9A9B-4D5C-995B-B3B56A5D0E22}" dt="2025-08-10T19:22:28.969" v="8280" actId="9405"/>
          <ac:inkMkLst>
            <pc:docMk/>
            <pc:sldMk cId="2153143939" sldId="278"/>
            <ac:inkMk id="242" creationId="{557CA949-60F9-2C0A-F3EC-BAE840812F49}"/>
          </ac:inkMkLst>
        </pc:inkChg>
        <pc:inkChg chg="add">
          <ac:chgData name="이하나 윤" userId="f658f17427b35de9" providerId="LiveId" clId="{83430688-9A9B-4D5C-995B-B3B56A5D0E22}" dt="2025-08-10T19:22:29.398" v="8281" actId="9405"/>
          <ac:inkMkLst>
            <pc:docMk/>
            <pc:sldMk cId="2153143939" sldId="278"/>
            <ac:inkMk id="243" creationId="{0A0D0E59-82C7-14F2-2884-A4DF9F2D7537}"/>
          </ac:inkMkLst>
        </pc:inkChg>
        <pc:inkChg chg="add mod">
          <ac:chgData name="이하나 윤" userId="f658f17427b35de9" providerId="LiveId" clId="{83430688-9A9B-4D5C-995B-B3B56A5D0E22}" dt="2025-08-10T19:52:36.413" v="10868" actId="164"/>
          <ac:inkMkLst>
            <pc:docMk/>
            <pc:sldMk cId="2153143939" sldId="278"/>
            <ac:inkMk id="245" creationId="{F272DC43-F845-7C41-C9F7-2F4DE5388177}"/>
          </ac:inkMkLst>
        </pc:inkChg>
        <pc:inkChg chg="add del">
          <ac:chgData name="이하나 윤" userId="f658f17427b35de9" providerId="LiveId" clId="{83430688-9A9B-4D5C-995B-B3B56A5D0E22}" dt="2025-08-10T19:46:53.059" v="10490" actId="9405"/>
          <ac:inkMkLst>
            <pc:docMk/>
            <pc:sldMk cId="2153143939" sldId="278"/>
            <ac:inkMk id="246" creationId="{1B7D6C60-3565-7933-0D3E-5E4C6DE07463}"/>
          </ac:inkMkLst>
        </pc:inkChg>
        <pc:inkChg chg="add mod">
          <ac:chgData name="이하나 윤" userId="f658f17427b35de9" providerId="LiveId" clId="{83430688-9A9B-4D5C-995B-B3B56A5D0E22}" dt="2025-08-10T19:52:36.413" v="10868" actId="164"/>
          <ac:inkMkLst>
            <pc:docMk/>
            <pc:sldMk cId="2153143939" sldId="278"/>
            <ac:inkMk id="247" creationId="{8D01A373-5908-9928-5B03-7C1069FE6015}"/>
          </ac:inkMkLst>
        </pc:inkChg>
        <pc:inkChg chg="add mod">
          <ac:chgData name="이하나 윤" userId="f658f17427b35de9" providerId="LiveId" clId="{83430688-9A9B-4D5C-995B-B3B56A5D0E22}" dt="2025-08-10T19:47:09.306" v="10502"/>
          <ac:inkMkLst>
            <pc:docMk/>
            <pc:sldMk cId="2153143939" sldId="278"/>
            <ac:inkMk id="248" creationId="{8111844A-45CF-28D9-986E-510D62A9B3C2}"/>
          </ac:inkMkLst>
        </pc:inkChg>
        <pc:inkChg chg="add mod">
          <ac:chgData name="이하나 윤" userId="f658f17427b35de9" providerId="LiveId" clId="{83430688-9A9B-4D5C-995B-B3B56A5D0E22}" dt="2025-08-10T19:47:27.534" v="10519"/>
          <ac:inkMkLst>
            <pc:docMk/>
            <pc:sldMk cId="2153143939" sldId="278"/>
            <ac:inkMk id="249" creationId="{61E13985-B081-595A-7079-67D12CE41420}"/>
          </ac:inkMkLst>
        </pc:inkChg>
        <pc:inkChg chg="add mod">
          <ac:chgData name="이하나 윤" userId="f658f17427b35de9" providerId="LiveId" clId="{83430688-9A9B-4D5C-995B-B3B56A5D0E22}" dt="2025-08-10T19:47:27.534" v="10519"/>
          <ac:inkMkLst>
            <pc:docMk/>
            <pc:sldMk cId="2153143939" sldId="278"/>
            <ac:inkMk id="250" creationId="{73EEE5B2-F605-93F4-9C04-AAAAC37386F9}"/>
          </ac:inkMkLst>
        </pc:inkChg>
        <pc:inkChg chg="add mod">
          <ac:chgData name="이하나 윤" userId="f658f17427b35de9" providerId="LiveId" clId="{83430688-9A9B-4D5C-995B-B3B56A5D0E22}" dt="2025-08-10T19:47:43.598" v="10557"/>
          <ac:inkMkLst>
            <pc:docMk/>
            <pc:sldMk cId="2153143939" sldId="278"/>
            <ac:inkMk id="251" creationId="{7B7DD384-2D19-349C-C5CF-A1F9A3CFFD6E}"/>
          </ac:inkMkLst>
        </pc:inkChg>
        <pc:inkChg chg="add mod">
          <ac:chgData name="이하나 윤" userId="f658f17427b35de9" providerId="LiveId" clId="{83430688-9A9B-4D5C-995B-B3B56A5D0E22}" dt="2025-08-10T19:47:21.358" v="10513"/>
          <ac:inkMkLst>
            <pc:docMk/>
            <pc:sldMk cId="2153143939" sldId="278"/>
            <ac:inkMk id="253" creationId="{D18E7D04-60C7-2236-A06F-727876967DB1}"/>
          </ac:inkMkLst>
        </pc:inkChg>
        <pc:inkChg chg="add mod">
          <ac:chgData name="이하나 윤" userId="f658f17427b35de9" providerId="LiveId" clId="{83430688-9A9B-4D5C-995B-B3B56A5D0E22}" dt="2025-08-10T19:47:43.598" v="10557"/>
          <ac:inkMkLst>
            <pc:docMk/>
            <pc:sldMk cId="2153143939" sldId="278"/>
            <ac:inkMk id="254" creationId="{C4EFD909-1388-1F52-1D3B-1BA65327E9A6}"/>
          </ac:inkMkLst>
        </pc:inkChg>
        <pc:inkChg chg="add del mod">
          <ac:chgData name="이하나 윤" userId="f658f17427b35de9" providerId="LiveId" clId="{83430688-9A9B-4D5C-995B-B3B56A5D0E22}" dt="2025-08-10T19:47:55.284" v="10582"/>
          <ac:inkMkLst>
            <pc:docMk/>
            <pc:sldMk cId="2153143939" sldId="278"/>
            <ac:inkMk id="255" creationId="{97D98C3D-3097-3118-93E8-040867FFD0FC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56" creationId="{CF6F85F3-ECEB-EBDC-6075-64B20EB88A9A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257" creationId="{DA4ACED9-F871-C159-4C3A-A97077952B60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60" creationId="{26F2A737-5BEE-21B4-9332-6DF80C6D1C75}"/>
          </ac:inkMkLst>
        </pc:inkChg>
        <pc:inkChg chg="add mod">
          <ac:chgData name="이하나 윤" userId="f658f17427b35de9" providerId="LiveId" clId="{83430688-9A9B-4D5C-995B-B3B56A5D0E22}" dt="2025-08-10T19:47:27.534" v="10519"/>
          <ac:inkMkLst>
            <pc:docMk/>
            <pc:sldMk cId="2153143939" sldId="278"/>
            <ac:inkMk id="261" creationId="{41EB25A0-4F57-C6B1-91E3-580CDC2C0A3B}"/>
          </ac:inkMkLst>
        </pc:inkChg>
        <pc:inkChg chg="add mod">
          <ac:chgData name="이하나 윤" userId="f658f17427b35de9" providerId="LiveId" clId="{83430688-9A9B-4D5C-995B-B3B56A5D0E22}" dt="2025-08-10T19:48:07.732" v="10611"/>
          <ac:inkMkLst>
            <pc:docMk/>
            <pc:sldMk cId="2153143939" sldId="278"/>
            <ac:inkMk id="262" creationId="{0674C8A7-1E85-0268-2048-C1FB0DC88936}"/>
          </ac:inkMkLst>
        </pc:inkChg>
        <pc:inkChg chg="add del">
          <ac:chgData name="이하나 윤" userId="f658f17427b35de9" providerId="LiveId" clId="{83430688-9A9B-4D5C-995B-B3B56A5D0E22}" dt="2025-08-10T19:47:18.542" v="10509" actId="9405"/>
          <ac:inkMkLst>
            <pc:docMk/>
            <pc:sldMk cId="2153143939" sldId="278"/>
            <ac:inkMk id="263" creationId="{22EC9E11-C78A-B51C-19DE-F09AE2EDEDD7}"/>
          </ac:inkMkLst>
        </pc:inkChg>
        <pc:inkChg chg="add del">
          <ac:chgData name="이하나 윤" userId="f658f17427b35de9" providerId="LiveId" clId="{83430688-9A9B-4D5C-995B-B3B56A5D0E22}" dt="2025-08-10T19:47:18.339" v="10508" actId="9405"/>
          <ac:inkMkLst>
            <pc:docMk/>
            <pc:sldMk cId="2153143939" sldId="278"/>
            <ac:inkMk id="264" creationId="{9BA9AEE4-3C9A-826B-FF1C-966304B4938C}"/>
          </ac:inkMkLst>
        </pc:inkChg>
        <pc:inkChg chg="add">
          <ac:chgData name="이하나 윤" userId="f658f17427b35de9" providerId="LiveId" clId="{83430688-9A9B-4D5C-995B-B3B56A5D0E22}" dt="2025-08-10T19:47:19.716" v="10511" actId="9405"/>
          <ac:inkMkLst>
            <pc:docMk/>
            <pc:sldMk cId="2153143939" sldId="278"/>
            <ac:inkMk id="266" creationId="{4E25FA09-1F0A-2A15-B01B-4CE2AE2F32C1}"/>
          </ac:inkMkLst>
        </pc:inkChg>
        <pc:inkChg chg="add mod">
          <ac:chgData name="이하나 윤" userId="f658f17427b35de9" providerId="LiveId" clId="{83430688-9A9B-4D5C-995B-B3B56A5D0E22}" dt="2025-08-10T19:47:27.534" v="10519"/>
          <ac:inkMkLst>
            <pc:docMk/>
            <pc:sldMk cId="2153143939" sldId="278"/>
            <ac:inkMk id="267" creationId="{A267B44F-E9D8-C248-D0B4-BA36377B78BA}"/>
          </ac:inkMkLst>
        </pc:inkChg>
        <pc:inkChg chg="add del">
          <ac:chgData name="이하나 윤" userId="f658f17427b35de9" providerId="LiveId" clId="{83430688-9A9B-4D5C-995B-B3B56A5D0E22}" dt="2025-08-10T19:47:27.966" v="10521" actId="9405"/>
          <ac:inkMkLst>
            <pc:docMk/>
            <pc:sldMk cId="2153143939" sldId="278"/>
            <ac:inkMk id="269" creationId="{7AF14608-0516-9FDD-3F8D-B5F5B1E51BCC}"/>
          </ac:inkMkLst>
        </pc:inkChg>
        <pc:inkChg chg="add del">
          <ac:chgData name="이하나 윤" userId="f658f17427b35de9" providerId="LiveId" clId="{83430688-9A9B-4D5C-995B-B3B56A5D0E22}" dt="2025-08-10T19:47:27.733" v="10520" actId="9405"/>
          <ac:inkMkLst>
            <pc:docMk/>
            <pc:sldMk cId="2153143939" sldId="278"/>
            <ac:inkMk id="270" creationId="{59806BE4-773F-97E5-9F2A-A1A7AE4CAFC2}"/>
          </ac:inkMkLst>
        </pc:inkChg>
        <pc:inkChg chg="add del">
          <ac:chgData name="이하나 윤" userId="f658f17427b35de9" providerId="LiveId" clId="{83430688-9A9B-4D5C-995B-B3B56A5D0E22}" dt="2025-08-10T19:47:27.534" v="10518" actId="9405"/>
          <ac:inkMkLst>
            <pc:docMk/>
            <pc:sldMk cId="2153143939" sldId="278"/>
            <ac:inkMk id="271" creationId="{2CE5032C-2B8B-B0CF-3C76-1DCCAC431DEC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73" creationId="{C3F39586-66D6-D070-035C-E9E2881FE71E}"/>
          </ac:inkMkLst>
        </pc:inkChg>
        <pc:inkChg chg="add mod">
          <ac:chgData name="이하나 윤" userId="f658f17427b35de9" providerId="LiveId" clId="{83430688-9A9B-4D5C-995B-B3B56A5D0E22}" dt="2025-08-10T19:48:07.732" v="10611"/>
          <ac:inkMkLst>
            <pc:docMk/>
            <pc:sldMk cId="2153143939" sldId="278"/>
            <ac:inkMk id="274" creationId="{D6E78DF2-BAC1-BB86-A7DA-BF2F4A3D19FB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75" creationId="{A19FC407-1953-02CF-5AF1-3C98AE2F8EC5}"/>
          </ac:inkMkLst>
        </pc:inkChg>
        <pc:inkChg chg="add mod">
          <ac:chgData name="이하나 윤" userId="f658f17427b35de9" providerId="LiveId" clId="{83430688-9A9B-4D5C-995B-B3B56A5D0E22}" dt="2025-08-10T19:47:43.598" v="10557"/>
          <ac:inkMkLst>
            <pc:docMk/>
            <pc:sldMk cId="2153143939" sldId="278"/>
            <ac:inkMk id="276" creationId="{9C015DE7-CD46-E420-7EBA-062D07307A8D}"/>
          </ac:inkMkLst>
        </pc:inkChg>
        <pc:inkChg chg="add mod">
          <ac:chgData name="이하나 윤" userId="f658f17427b35de9" providerId="LiveId" clId="{83430688-9A9B-4D5C-995B-B3B56A5D0E22}" dt="2025-08-10T19:47:34.201" v="10537"/>
          <ac:inkMkLst>
            <pc:docMk/>
            <pc:sldMk cId="2153143939" sldId="278"/>
            <ac:inkMk id="277" creationId="{FEF07EA0-2DDA-999E-D506-3332D05ECCCD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279" creationId="{425A8D84-B1DD-F5AD-B949-FB8AAA22BF9C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80" creationId="{683F92EC-658D-BEE0-465C-BC691D92F58E}"/>
          </ac:inkMkLst>
        </pc:inkChg>
        <pc:inkChg chg="add mod">
          <ac:chgData name="이하나 윤" userId="f658f17427b35de9" providerId="LiveId" clId="{83430688-9A9B-4D5C-995B-B3B56A5D0E22}" dt="2025-08-10T19:47:34.201" v="10537"/>
          <ac:inkMkLst>
            <pc:docMk/>
            <pc:sldMk cId="2153143939" sldId="278"/>
            <ac:inkMk id="281" creationId="{D97B52B1-BE49-C9F6-B119-54BDC97C7EA1}"/>
          </ac:inkMkLst>
        </pc:inkChg>
        <pc:inkChg chg="add mod">
          <ac:chgData name="이하나 윤" userId="f658f17427b35de9" providerId="LiveId" clId="{83430688-9A9B-4D5C-995B-B3B56A5D0E22}" dt="2025-08-10T19:47:34.201" v="10537"/>
          <ac:inkMkLst>
            <pc:docMk/>
            <pc:sldMk cId="2153143939" sldId="278"/>
            <ac:inkMk id="282" creationId="{9B148EF1-4079-9E7E-7F4E-CFCFFC64D931}"/>
          </ac:inkMkLst>
        </pc:inkChg>
        <pc:inkChg chg="add mod">
          <ac:chgData name="이하나 윤" userId="f658f17427b35de9" providerId="LiveId" clId="{83430688-9A9B-4D5C-995B-B3B56A5D0E22}" dt="2025-08-10T19:47:43.598" v="10557"/>
          <ac:inkMkLst>
            <pc:docMk/>
            <pc:sldMk cId="2153143939" sldId="278"/>
            <ac:inkMk id="283" creationId="{A6E5D79B-DE1C-DEE6-D1D9-CB1D69232AE3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84" creationId="{9938EBE5-8523-A619-B607-4BB19FF143E5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285" creationId="{4B9D6379-024B-85AE-1E7C-194D5C9A244F}"/>
          </ac:inkMkLst>
        </pc:inkChg>
        <pc:inkChg chg="add mod">
          <ac:chgData name="이하나 윤" userId="f658f17427b35de9" providerId="LiveId" clId="{83430688-9A9B-4D5C-995B-B3B56A5D0E22}" dt="2025-08-10T19:47:34.201" v="10537"/>
          <ac:inkMkLst>
            <pc:docMk/>
            <pc:sldMk cId="2153143939" sldId="278"/>
            <ac:inkMk id="286" creationId="{13689426-9DAA-2152-6D75-F12352E209F8}"/>
          </ac:inkMkLst>
        </pc:inkChg>
        <pc:inkChg chg="add mod">
          <ac:chgData name="이하나 윤" userId="f658f17427b35de9" providerId="LiveId" clId="{83430688-9A9B-4D5C-995B-B3B56A5D0E22}" dt="2025-08-10T19:47:43.598" v="10557"/>
          <ac:inkMkLst>
            <pc:docMk/>
            <pc:sldMk cId="2153143939" sldId="278"/>
            <ac:inkMk id="287" creationId="{89073C03-E3F8-22D1-A2D1-738C7C5BA885}"/>
          </ac:inkMkLst>
        </pc:inkChg>
        <pc:inkChg chg="add del">
          <ac:chgData name="이하나 윤" userId="f658f17427b35de9" providerId="LiveId" clId="{83430688-9A9B-4D5C-995B-B3B56A5D0E22}" dt="2025-08-10T19:47:35.406" v="10539" actId="9405"/>
          <ac:inkMkLst>
            <pc:docMk/>
            <pc:sldMk cId="2153143939" sldId="278"/>
            <ac:inkMk id="289" creationId="{CCD49E96-6868-5A06-CB9F-15DC377697A6}"/>
          </ac:inkMkLst>
        </pc:inkChg>
        <pc:inkChg chg="add">
          <ac:chgData name="이하나 윤" userId="f658f17427b35de9" providerId="LiveId" clId="{83430688-9A9B-4D5C-995B-B3B56A5D0E22}" dt="2025-08-10T19:47:36.510" v="10540" actId="9405"/>
          <ac:inkMkLst>
            <pc:docMk/>
            <pc:sldMk cId="2153143939" sldId="278"/>
            <ac:inkMk id="290" creationId="{CBBA55FF-E5FF-9389-825B-51D3F1335C80}"/>
          </ac:inkMkLst>
        </pc:inkChg>
        <pc:inkChg chg="add">
          <ac:chgData name="이하나 윤" userId="f658f17427b35de9" providerId="LiveId" clId="{83430688-9A9B-4D5C-995B-B3B56A5D0E22}" dt="2025-08-10T19:47:37.068" v="10541" actId="9405"/>
          <ac:inkMkLst>
            <pc:docMk/>
            <pc:sldMk cId="2153143939" sldId="278"/>
            <ac:inkMk id="291" creationId="{20483B25-22BE-0B3E-6027-373C9521FD67}"/>
          </ac:inkMkLst>
        </pc:inkChg>
        <pc:inkChg chg="add">
          <ac:chgData name="이하나 윤" userId="f658f17427b35de9" providerId="LiveId" clId="{83430688-9A9B-4D5C-995B-B3B56A5D0E22}" dt="2025-08-10T19:47:37.597" v="10542" actId="9405"/>
          <ac:inkMkLst>
            <pc:docMk/>
            <pc:sldMk cId="2153143939" sldId="278"/>
            <ac:inkMk id="292" creationId="{014E7B8E-6ED0-78F2-9791-DAFF18FFD527}"/>
          </ac:inkMkLst>
        </pc:inkChg>
        <pc:inkChg chg="add">
          <ac:chgData name="이하나 윤" userId="f658f17427b35de9" providerId="LiveId" clId="{83430688-9A9B-4D5C-995B-B3B56A5D0E22}" dt="2025-08-10T19:47:37.876" v="10543" actId="9405"/>
          <ac:inkMkLst>
            <pc:docMk/>
            <pc:sldMk cId="2153143939" sldId="278"/>
            <ac:inkMk id="293" creationId="{1AA1B29A-F9B7-E6B7-9218-B7FD75945E64}"/>
          </ac:inkMkLst>
        </pc:inkChg>
        <pc:inkChg chg="add">
          <ac:chgData name="이하나 윤" userId="f658f17427b35de9" providerId="LiveId" clId="{83430688-9A9B-4D5C-995B-B3B56A5D0E22}" dt="2025-08-10T19:47:38.153" v="10544" actId="9405"/>
          <ac:inkMkLst>
            <pc:docMk/>
            <pc:sldMk cId="2153143939" sldId="278"/>
            <ac:inkMk id="294" creationId="{CAD0BCC6-139E-2D91-EA90-AA147218ECD8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295" creationId="{DAF8E7AB-0A89-4B1C-790A-861D811D4582}"/>
          </ac:inkMkLst>
        </pc:inkChg>
        <pc:inkChg chg="add">
          <ac:chgData name="이하나 윤" userId="f658f17427b35de9" providerId="LiveId" clId="{83430688-9A9B-4D5C-995B-B3B56A5D0E22}" dt="2025-08-10T19:47:39.477" v="10546" actId="9405"/>
          <ac:inkMkLst>
            <pc:docMk/>
            <pc:sldMk cId="2153143939" sldId="278"/>
            <ac:inkMk id="296" creationId="{6A572DC0-76E6-769A-C7BE-8E66050E2AB7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297" creationId="{CAF27C32-F011-1E6B-0290-6428DD2DC8EC}"/>
          </ac:inkMkLst>
        </pc:inkChg>
        <pc:inkChg chg="add">
          <ac:chgData name="이하나 윤" userId="f658f17427b35de9" providerId="LiveId" clId="{83430688-9A9B-4D5C-995B-B3B56A5D0E22}" dt="2025-08-10T19:47:40.254" v="10548" actId="9405"/>
          <ac:inkMkLst>
            <pc:docMk/>
            <pc:sldMk cId="2153143939" sldId="278"/>
            <ac:inkMk id="298" creationId="{FCE5184F-BF59-DBA1-C2DA-0DD3BB7426FB}"/>
          </ac:inkMkLst>
        </pc:inkChg>
        <pc:inkChg chg="add">
          <ac:chgData name="이하나 윤" userId="f658f17427b35de9" providerId="LiveId" clId="{83430688-9A9B-4D5C-995B-B3B56A5D0E22}" dt="2025-08-10T19:47:40.487" v="10549" actId="9405"/>
          <ac:inkMkLst>
            <pc:docMk/>
            <pc:sldMk cId="2153143939" sldId="278"/>
            <ac:inkMk id="299" creationId="{8B409DE4-58C9-CF51-D365-26A6C5DF1C3B}"/>
          </ac:inkMkLst>
        </pc:inkChg>
        <pc:inkChg chg="add">
          <ac:chgData name="이하나 윤" userId="f658f17427b35de9" providerId="LiveId" clId="{83430688-9A9B-4D5C-995B-B3B56A5D0E22}" dt="2025-08-10T19:47:40.797" v="10550" actId="9405"/>
          <ac:inkMkLst>
            <pc:docMk/>
            <pc:sldMk cId="2153143939" sldId="278"/>
            <ac:inkMk id="300" creationId="{7E8174FF-38FF-9F4B-45C5-A30FE9C9F8F3}"/>
          </ac:inkMkLst>
        </pc:inkChg>
        <pc:inkChg chg="add">
          <ac:chgData name="이하나 윤" userId="f658f17427b35de9" providerId="LiveId" clId="{83430688-9A9B-4D5C-995B-B3B56A5D0E22}" dt="2025-08-10T19:47:41.076" v="10551" actId="9405"/>
          <ac:inkMkLst>
            <pc:docMk/>
            <pc:sldMk cId="2153143939" sldId="278"/>
            <ac:inkMk id="301" creationId="{C2100703-0DCD-D4C9-B1A3-277F34E635B2}"/>
          </ac:inkMkLst>
        </pc:inkChg>
        <pc:inkChg chg="add">
          <ac:chgData name="이하나 윤" userId="f658f17427b35de9" providerId="LiveId" clId="{83430688-9A9B-4D5C-995B-B3B56A5D0E22}" dt="2025-08-10T19:47:41.754" v="10552" actId="9405"/>
          <ac:inkMkLst>
            <pc:docMk/>
            <pc:sldMk cId="2153143939" sldId="278"/>
            <ac:inkMk id="302" creationId="{B1BA6EFF-46B3-6963-62BD-F00F100037AB}"/>
          </ac:inkMkLst>
        </pc:inkChg>
        <pc:inkChg chg="add del">
          <ac:chgData name="이하나 윤" userId="f658f17427b35de9" providerId="LiveId" clId="{83430688-9A9B-4D5C-995B-B3B56A5D0E22}" dt="2025-08-10T19:47:43.558" v="10556" actId="9405"/>
          <ac:inkMkLst>
            <pc:docMk/>
            <pc:sldMk cId="2153143939" sldId="278"/>
            <ac:inkMk id="303" creationId="{1BFA8C48-B4BC-274D-B8B5-CF2392A2C924}"/>
          </ac:inkMkLst>
        </pc:inkChg>
        <pc:inkChg chg="add del">
          <ac:chgData name="이하나 윤" userId="f658f17427b35de9" providerId="LiveId" clId="{83430688-9A9B-4D5C-995B-B3B56A5D0E22}" dt="2025-08-10T19:47:43.133" v="10555" actId="9405"/>
          <ac:inkMkLst>
            <pc:docMk/>
            <pc:sldMk cId="2153143939" sldId="278"/>
            <ac:inkMk id="304" creationId="{C5CDF907-EE86-00D3-CF44-6F9023924F8A}"/>
          </ac:inkMkLst>
        </pc:inkChg>
        <pc:inkChg chg="add">
          <ac:chgData name="이하나 윤" userId="f658f17427b35de9" providerId="LiveId" clId="{83430688-9A9B-4D5C-995B-B3B56A5D0E22}" dt="2025-08-10T19:47:44.573" v="10558" actId="9405"/>
          <ac:inkMkLst>
            <pc:docMk/>
            <pc:sldMk cId="2153143939" sldId="278"/>
            <ac:inkMk id="306" creationId="{0D414A3F-2EFC-5763-589F-B71E63D83D1C}"/>
          </ac:inkMkLst>
        </pc:inkChg>
        <pc:inkChg chg="add">
          <ac:chgData name="이하나 윤" userId="f658f17427b35de9" providerId="LiveId" clId="{83430688-9A9B-4D5C-995B-B3B56A5D0E22}" dt="2025-08-10T19:47:44.881" v="10559" actId="9405"/>
          <ac:inkMkLst>
            <pc:docMk/>
            <pc:sldMk cId="2153143939" sldId="278"/>
            <ac:inkMk id="307" creationId="{029A238D-CDC7-6B58-C5B5-5FEC2B9D5480}"/>
          </ac:inkMkLst>
        </pc:inkChg>
        <pc:inkChg chg="add">
          <ac:chgData name="이하나 윤" userId="f658f17427b35de9" providerId="LiveId" clId="{83430688-9A9B-4D5C-995B-B3B56A5D0E22}" dt="2025-08-10T19:47:45.254" v="10560" actId="9405"/>
          <ac:inkMkLst>
            <pc:docMk/>
            <pc:sldMk cId="2153143939" sldId="278"/>
            <ac:inkMk id="308" creationId="{F0190331-B539-2A85-1D43-A9585AB15590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309" creationId="{E5E9BA23-92C9-3A08-1AE4-2B17F4A8CB99}"/>
          </ac:inkMkLst>
        </pc:inkChg>
        <pc:inkChg chg="add">
          <ac:chgData name="이하나 윤" userId="f658f17427b35de9" providerId="LiveId" clId="{83430688-9A9B-4D5C-995B-B3B56A5D0E22}" dt="2025-08-10T19:47:46.059" v="10562" actId="9405"/>
          <ac:inkMkLst>
            <pc:docMk/>
            <pc:sldMk cId="2153143939" sldId="278"/>
            <ac:inkMk id="310" creationId="{B00AAE5F-0BF7-594D-2B79-A0481D498813}"/>
          </ac:inkMkLst>
        </pc:inkChg>
        <pc:inkChg chg="add">
          <ac:chgData name="이하나 윤" userId="f658f17427b35de9" providerId="LiveId" clId="{83430688-9A9B-4D5C-995B-B3B56A5D0E22}" dt="2025-08-10T19:47:46.322" v="10563" actId="9405"/>
          <ac:inkMkLst>
            <pc:docMk/>
            <pc:sldMk cId="2153143939" sldId="278"/>
            <ac:inkMk id="311" creationId="{979F54F8-D67B-1F15-3C96-F09BB867BFDC}"/>
          </ac:inkMkLst>
        </pc:inkChg>
        <pc:inkChg chg="add">
          <ac:chgData name="이하나 윤" userId="f658f17427b35de9" providerId="LiveId" clId="{83430688-9A9B-4D5C-995B-B3B56A5D0E22}" dt="2025-08-10T19:47:46.662" v="10564" actId="9405"/>
          <ac:inkMkLst>
            <pc:docMk/>
            <pc:sldMk cId="2153143939" sldId="278"/>
            <ac:inkMk id="312" creationId="{3A9625BE-5C94-5B78-BA3A-7B8277C5BF0C}"/>
          </ac:inkMkLst>
        </pc:inkChg>
        <pc:inkChg chg="add">
          <ac:chgData name="이하나 윤" userId="f658f17427b35de9" providerId="LiveId" clId="{83430688-9A9B-4D5C-995B-B3B56A5D0E22}" dt="2025-08-10T19:47:47.097" v="10565" actId="9405"/>
          <ac:inkMkLst>
            <pc:docMk/>
            <pc:sldMk cId="2153143939" sldId="278"/>
            <ac:inkMk id="313" creationId="{ED8C473B-218E-4D34-12BE-E67165F8571E}"/>
          </ac:inkMkLst>
        </pc:inkChg>
        <pc:inkChg chg="add">
          <ac:chgData name="이하나 윤" userId="f658f17427b35de9" providerId="LiveId" clId="{83430688-9A9B-4D5C-995B-B3B56A5D0E22}" dt="2025-08-10T19:47:47.767" v="10566" actId="9405"/>
          <ac:inkMkLst>
            <pc:docMk/>
            <pc:sldMk cId="2153143939" sldId="278"/>
            <ac:inkMk id="314" creationId="{BE199D54-8138-9202-F768-8AE37ADB7FAC}"/>
          </ac:inkMkLst>
        </pc:inkChg>
        <pc:inkChg chg="add mod">
          <ac:chgData name="이하나 윤" userId="f658f17427b35de9" providerId="LiveId" clId="{83430688-9A9B-4D5C-995B-B3B56A5D0E22}" dt="2025-08-10T19:47:55.284" v="10583"/>
          <ac:inkMkLst>
            <pc:docMk/>
            <pc:sldMk cId="2153143939" sldId="278"/>
            <ac:inkMk id="315" creationId="{B25F40C8-DA6D-637A-22D6-624D8754533F}"/>
          </ac:inkMkLst>
        </pc:inkChg>
        <pc:inkChg chg="add mod">
          <ac:chgData name="이하나 윤" userId="f658f17427b35de9" providerId="LiveId" clId="{83430688-9A9B-4D5C-995B-B3B56A5D0E22}" dt="2025-08-10T19:48:07.732" v="10611"/>
          <ac:inkMkLst>
            <pc:docMk/>
            <pc:sldMk cId="2153143939" sldId="278"/>
            <ac:inkMk id="316" creationId="{6D9F78CD-2D3B-D337-3209-D20B88D8A410}"/>
          </ac:inkMkLst>
        </pc:inkChg>
        <pc:inkChg chg="add">
          <ac:chgData name="이하나 윤" userId="f658f17427b35de9" providerId="LiveId" clId="{83430688-9A9B-4D5C-995B-B3B56A5D0E22}" dt="2025-08-10T19:47:49.027" v="10569" actId="9405"/>
          <ac:inkMkLst>
            <pc:docMk/>
            <pc:sldMk cId="2153143939" sldId="278"/>
            <ac:inkMk id="317" creationId="{85E0BF4A-93DC-DDD0-AFC3-A3AD0B45B601}"/>
          </ac:inkMkLst>
        </pc:inkChg>
        <pc:inkChg chg="add">
          <ac:chgData name="이하나 윤" userId="f658f17427b35de9" providerId="LiveId" clId="{83430688-9A9B-4D5C-995B-B3B56A5D0E22}" dt="2025-08-10T19:47:49.291" v="10570" actId="9405"/>
          <ac:inkMkLst>
            <pc:docMk/>
            <pc:sldMk cId="2153143939" sldId="278"/>
            <ac:inkMk id="318" creationId="{FAAD47A7-C883-C5BA-4BE1-3A2E2DACFB06}"/>
          </ac:inkMkLst>
        </pc:inkChg>
        <pc:inkChg chg="add">
          <ac:chgData name="이하나 윤" userId="f658f17427b35de9" providerId="LiveId" clId="{83430688-9A9B-4D5C-995B-B3B56A5D0E22}" dt="2025-08-10T19:47:49.909" v="10571" actId="9405"/>
          <ac:inkMkLst>
            <pc:docMk/>
            <pc:sldMk cId="2153143939" sldId="278"/>
            <ac:inkMk id="319" creationId="{58F27FA5-D0A7-854A-A6FF-C79341549B87}"/>
          </ac:inkMkLst>
        </pc:inkChg>
        <pc:inkChg chg="add">
          <ac:chgData name="이하나 윤" userId="f658f17427b35de9" providerId="LiveId" clId="{83430688-9A9B-4D5C-995B-B3B56A5D0E22}" dt="2025-08-10T19:47:50.173" v="10572" actId="9405"/>
          <ac:inkMkLst>
            <pc:docMk/>
            <pc:sldMk cId="2153143939" sldId="278"/>
            <ac:inkMk id="320" creationId="{556A7A62-337E-2E8B-7025-56658D0D0ED3}"/>
          </ac:inkMkLst>
        </pc:inkChg>
        <pc:inkChg chg="add">
          <ac:chgData name="이하나 윤" userId="f658f17427b35de9" providerId="LiveId" clId="{83430688-9A9B-4D5C-995B-B3B56A5D0E22}" dt="2025-08-10T19:47:50.436" v="10573" actId="9405"/>
          <ac:inkMkLst>
            <pc:docMk/>
            <pc:sldMk cId="2153143939" sldId="278"/>
            <ac:inkMk id="321" creationId="{E140C5C6-15A1-CF08-9D50-853F2131CBF4}"/>
          </ac:inkMkLst>
        </pc:inkChg>
        <pc:inkChg chg="add">
          <ac:chgData name="이하나 윤" userId="f658f17427b35de9" providerId="LiveId" clId="{83430688-9A9B-4D5C-995B-B3B56A5D0E22}" dt="2025-08-10T19:47:50.729" v="10574" actId="9405"/>
          <ac:inkMkLst>
            <pc:docMk/>
            <pc:sldMk cId="2153143939" sldId="278"/>
            <ac:inkMk id="322" creationId="{9CD24DAB-9DC8-4AC0-CCD6-C50609570E08}"/>
          </ac:inkMkLst>
        </pc:inkChg>
        <pc:inkChg chg="add">
          <ac:chgData name="이하나 윤" userId="f658f17427b35de9" providerId="LiveId" clId="{83430688-9A9B-4D5C-995B-B3B56A5D0E22}" dt="2025-08-10T19:47:51.190" v="10575" actId="9405"/>
          <ac:inkMkLst>
            <pc:docMk/>
            <pc:sldMk cId="2153143939" sldId="278"/>
            <ac:inkMk id="323" creationId="{BBF7ABD8-B639-8466-ECA1-A94D04C1B218}"/>
          </ac:inkMkLst>
        </pc:inkChg>
        <pc:inkChg chg="add mod">
          <ac:chgData name="이하나 윤" userId="f658f17427b35de9" providerId="LiveId" clId="{83430688-9A9B-4D5C-995B-B3B56A5D0E22}" dt="2025-08-10T19:48:00.879" v="10591"/>
          <ac:inkMkLst>
            <pc:docMk/>
            <pc:sldMk cId="2153143939" sldId="278"/>
            <ac:inkMk id="325" creationId="{EEF77538-B945-BFDB-53F6-3B0C99EFDE2F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26" creationId="{A17D2427-3494-4DFC-3B78-7A2BE9ACF227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27" creationId="{E0FD2F09-A2CD-1759-FAB2-A23A4EFF260A}"/>
          </ac:inkMkLst>
        </pc:inkChg>
        <pc:inkChg chg="add mod">
          <ac:chgData name="이하나 윤" userId="f658f17427b35de9" providerId="LiveId" clId="{83430688-9A9B-4D5C-995B-B3B56A5D0E22}" dt="2025-08-10T19:48:00.879" v="10591"/>
          <ac:inkMkLst>
            <pc:docMk/>
            <pc:sldMk cId="2153143939" sldId="278"/>
            <ac:inkMk id="328" creationId="{83C88392-237F-557A-41A6-7E887FA3A97E}"/>
          </ac:inkMkLst>
        </pc:inkChg>
        <pc:inkChg chg="add mod">
          <ac:chgData name="이하나 윤" userId="f658f17427b35de9" providerId="LiveId" clId="{83430688-9A9B-4D5C-995B-B3B56A5D0E22}" dt="2025-08-10T19:48:00.879" v="10591"/>
          <ac:inkMkLst>
            <pc:docMk/>
            <pc:sldMk cId="2153143939" sldId="278"/>
            <ac:inkMk id="329" creationId="{838FF48E-69AA-9750-D540-D0A70A56E685}"/>
          </ac:inkMkLst>
        </pc:inkChg>
        <pc:inkChg chg="add mod">
          <ac:chgData name="이하나 윤" userId="f658f17427b35de9" providerId="LiveId" clId="{83430688-9A9B-4D5C-995B-B3B56A5D0E22}" dt="2025-08-10T19:48:07.732" v="10611"/>
          <ac:inkMkLst>
            <pc:docMk/>
            <pc:sldMk cId="2153143939" sldId="278"/>
            <ac:inkMk id="330" creationId="{5B9E9B58-07BA-1B8B-B40C-25F8FAB51DFA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31" creationId="{346B09A8-8AFB-1FCC-57AC-70D0E8150FB2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33" creationId="{035151C4-313C-7E52-3186-EC37EB862CA4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334" creationId="{00FD21F9-B245-D99E-DE21-5CE795A99D46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35" creationId="{A25AFB3B-2964-2954-A080-FBC00A49179D}"/>
          </ac:inkMkLst>
        </pc:inkChg>
        <pc:inkChg chg="add">
          <ac:chgData name="이하나 윤" userId="f658f17427b35de9" providerId="LiveId" clId="{83430688-9A9B-4D5C-995B-B3B56A5D0E22}" dt="2025-08-10T19:48:02.289" v="10595" actId="9405"/>
          <ac:inkMkLst>
            <pc:docMk/>
            <pc:sldMk cId="2153143939" sldId="278"/>
            <ac:inkMk id="336" creationId="{368C8694-35A1-39E6-5718-5AB101227004}"/>
          </ac:inkMkLst>
        </pc:inkChg>
        <pc:inkChg chg="add">
          <ac:chgData name="이하나 윤" userId="f658f17427b35de9" providerId="LiveId" clId="{83430688-9A9B-4D5C-995B-B3B56A5D0E22}" dt="2025-08-10T19:48:02.785" v="10596" actId="9405"/>
          <ac:inkMkLst>
            <pc:docMk/>
            <pc:sldMk cId="2153143939" sldId="278"/>
            <ac:inkMk id="337" creationId="{6661F01E-5BE7-4C49-F915-0C745F4269AB}"/>
          </ac:inkMkLst>
        </pc:inkChg>
        <pc:inkChg chg="add">
          <ac:chgData name="이하나 윤" userId="f658f17427b35de9" providerId="LiveId" clId="{83430688-9A9B-4D5C-995B-B3B56A5D0E22}" dt="2025-08-10T19:48:03.033" v="10597" actId="9405"/>
          <ac:inkMkLst>
            <pc:docMk/>
            <pc:sldMk cId="2153143939" sldId="278"/>
            <ac:inkMk id="338" creationId="{3256DF2B-DCBF-AFDC-932A-687C5B8F3A7D}"/>
          </ac:inkMkLst>
        </pc:inkChg>
        <pc:inkChg chg="add mod">
          <ac:chgData name="이하나 윤" userId="f658f17427b35de9" providerId="LiveId" clId="{83430688-9A9B-4D5C-995B-B3B56A5D0E22}" dt="2025-08-10T19:48:04.339" v="10600"/>
          <ac:inkMkLst>
            <pc:docMk/>
            <pc:sldMk cId="2153143939" sldId="278"/>
            <ac:inkMk id="339" creationId="{3E102828-CC68-D3D9-4009-308204BBF902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340" creationId="{C6004A11-75A7-8B16-B6AB-C61D18B41DE0}"/>
          </ac:inkMkLst>
        </pc:inkChg>
        <pc:inkChg chg="add">
          <ac:chgData name="이하나 윤" userId="f658f17427b35de9" providerId="LiveId" clId="{83430688-9A9B-4D5C-995B-B3B56A5D0E22}" dt="2025-08-10T19:48:04.627" v="10601" actId="9405"/>
          <ac:inkMkLst>
            <pc:docMk/>
            <pc:sldMk cId="2153143939" sldId="278"/>
            <ac:inkMk id="342" creationId="{21579674-A373-136A-B2A7-1FA2924155A9}"/>
          </ac:inkMkLst>
        </pc:inkChg>
        <pc:inkChg chg="add mod">
          <ac:chgData name="이하나 윤" userId="f658f17427b35de9" providerId="LiveId" clId="{83430688-9A9B-4D5C-995B-B3B56A5D0E22}" dt="2025-08-10T19:48:12.174" v="10619"/>
          <ac:inkMkLst>
            <pc:docMk/>
            <pc:sldMk cId="2153143939" sldId="278"/>
            <ac:inkMk id="343" creationId="{B412ED65-4C76-32D1-200F-0EB7B9D47015}"/>
          </ac:inkMkLst>
        </pc:inkChg>
        <pc:inkChg chg="add">
          <ac:chgData name="이하나 윤" userId="f658f17427b35de9" providerId="LiveId" clId="{83430688-9A9B-4D5C-995B-B3B56A5D0E22}" dt="2025-08-10T19:48:05.334" v="10603" actId="9405"/>
          <ac:inkMkLst>
            <pc:docMk/>
            <pc:sldMk cId="2153143939" sldId="278"/>
            <ac:inkMk id="344" creationId="{D858DBA9-4AF9-03AF-7BA7-B41D4C22E20D}"/>
          </ac:inkMkLst>
        </pc:inkChg>
        <pc:inkChg chg="add del mod">
          <ac:chgData name="이하나 윤" userId="f658f17427b35de9" providerId="LiveId" clId="{83430688-9A9B-4D5C-995B-B3B56A5D0E22}" dt="2025-08-10T19:48:08.278" v="10613" actId="9405"/>
          <ac:inkMkLst>
            <pc:docMk/>
            <pc:sldMk cId="2153143939" sldId="278"/>
            <ac:inkMk id="345" creationId="{A74C09E6-1B49-55FD-1BDC-44E1D6D0C7E6}"/>
          </ac:inkMkLst>
        </pc:inkChg>
        <pc:inkChg chg="add del">
          <ac:chgData name="이하나 윤" userId="f658f17427b35de9" providerId="LiveId" clId="{83430688-9A9B-4D5C-995B-B3B56A5D0E22}" dt="2025-08-10T19:48:07.934" v="10612" actId="9405"/>
          <ac:inkMkLst>
            <pc:docMk/>
            <pc:sldMk cId="2153143939" sldId="278"/>
            <ac:inkMk id="346" creationId="{3884C175-6338-B627-EAD0-842A394C51AA}"/>
          </ac:inkMkLst>
        </pc:inkChg>
        <pc:inkChg chg="add del mod">
          <ac:chgData name="이하나 윤" userId="f658f17427b35de9" providerId="LiveId" clId="{83430688-9A9B-4D5C-995B-B3B56A5D0E22}" dt="2025-08-10T19:48:07.732" v="10610" actId="9405"/>
          <ac:inkMkLst>
            <pc:docMk/>
            <pc:sldMk cId="2153143939" sldId="278"/>
            <ac:inkMk id="347" creationId="{8FDC2720-9E5C-3781-120B-5EEF3D9FFBCE}"/>
          </ac:inkMkLst>
        </pc:inkChg>
        <pc:inkChg chg="add del">
          <ac:chgData name="이하나 윤" userId="f658f17427b35de9" providerId="LiveId" clId="{83430688-9A9B-4D5C-995B-B3B56A5D0E22}" dt="2025-08-10T19:48:07.508" v="10608" actId="9405"/>
          <ac:inkMkLst>
            <pc:docMk/>
            <pc:sldMk cId="2153143939" sldId="278"/>
            <ac:inkMk id="348" creationId="{213EEFB8-F5AA-9C11-4CAB-CFF4B9F1E035}"/>
          </ac:inkMkLst>
        </pc:inkChg>
        <pc:inkChg chg="add">
          <ac:chgData name="이하나 윤" userId="f658f17427b35de9" providerId="LiveId" clId="{83430688-9A9B-4D5C-995B-B3B56A5D0E22}" dt="2025-08-10T19:48:09.228" v="10614" actId="9405"/>
          <ac:inkMkLst>
            <pc:docMk/>
            <pc:sldMk cId="2153143939" sldId="278"/>
            <ac:inkMk id="350" creationId="{A0B51F3C-8727-7A89-CB8B-32139D6344D3}"/>
          </ac:inkMkLst>
        </pc:inkChg>
        <pc:inkChg chg="add">
          <ac:chgData name="이하나 윤" userId="f658f17427b35de9" providerId="LiveId" clId="{83430688-9A9B-4D5C-995B-B3B56A5D0E22}" dt="2025-08-10T19:48:09.694" v="10615" actId="9405"/>
          <ac:inkMkLst>
            <pc:docMk/>
            <pc:sldMk cId="2153143939" sldId="278"/>
            <ac:inkMk id="351" creationId="{03EFF875-9E2A-09D1-8C0D-778BA5AC067D}"/>
          </ac:inkMkLst>
        </pc:inkChg>
        <pc:inkChg chg="add">
          <ac:chgData name="이하나 윤" userId="f658f17427b35de9" providerId="LiveId" clId="{83430688-9A9B-4D5C-995B-B3B56A5D0E22}" dt="2025-08-10T19:48:10.606" v="10616" actId="9405"/>
          <ac:inkMkLst>
            <pc:docMk/>
            <pc:sldMk cId="2153143939" sldId="278"/>
            <ac:inkMk id="352" creationId="{CBEC6D66-C9EC-F69B-D377-41DBAE4E4914}"/>
          </ac:inkMkLst>
        </pc:inkChg>
        <pc:inkChg chg="add">
          <ac:chgData name="이하나 윤" userId="f658f17427b35de9" providerId="LiveId" clId="{83430688-9A9B-4D5C-995B-B3B56A5D0E22}" dt="2025-08-10T19:48:11.009" v="10617" actId="9405"/>
          <ac:inkMkLst>
            <pc:docMk/>
            <pc:sldMk cId="2153143939" sldId="278"/>
            <ac:inkMk id="353" creationId="{1375147D-ED48-B708-175B-FCC0FDDF2B4D}"/>
          </ac:inkMkLst>
        </pc:inkChg>
        <pc:inkChg chg="add">
          <ac:chgData name="이하나 윤" userId="f658f17427b35de9" providerId="LiveId" clId="{83430688-9A9B-4D5C-995B-B3B56A5D0E22}" dt="2025-08-10T19:48:11.317" v="10618" actId="9405"/>
          <ac:inkMkLst>
            <pc:docMk/>
            <pc:sldMk cId="2153143939" sldId="278"/>
            <ac:inkMk id="354" creationId="{3CBA3035-B3DD-091A-25A4-3EF072037450}"/>
          </ac:inkMkLst>
        </pc:inkChg>
        <pc:inkChg chg="add del mod">
          <ac:chgData name="이하나 윤" userId="f658f17427b35de9" providerId="LiveId" clId="{83430688-9A9B-4D5C-995B-B3B56A5D0E22}" dt="2025-08-10T19:48:17.548" v="10625" actId="9405"/>
          <ac:inkMkLst>
            <pc:docMk/>
            <pc:sldMk cId="2153143939" sldId="278"/>
            <ac:inkMk id="356" creationId="{BAC8EEA5-9A02-C455-5B5F-EBAADEC7CE69}"/>
          </ac:inkMkLst>
        </pc:inkChg>
        <pc:inkChg chg="add del mod">
          <ac:chgData name="이하나 윤" userId="f658f17427b35de9" providerId="LiveId" clId="{83430688-9A9B-4D5C-995B-B3B56A5D0E22}" dt="2025-08-10T19:48:17.221" v="10624"/>
          <ac:inkMkLst>
            <pc:docMk/>
            <pc:sldMk cId="2153143939" sldId="278"/>
            <ac:inkMk id="357" creationId="{6EAFB49C-3079-328B-04B5-31EEB54785DF}"/>
          </ac:inkMkLst>
        </pc:inkChg>
        <pc:inkChg chg="add mod">
          <ac:chgData name="이하나 윤" userId="f658f17427b35de9" providerId="LiveId" clId="{83430688-9A9B-4D5C-995B-B3B56A5D0E22}" dt="2025-08-10T19:48:21.261" v="10628"/>
          <ac:inkMkLst>
            <pc:docMk/>
            <pc:sldMk cId="2153143939" sldId="278"/>
            <ac:inkMk id="359" creationId="{2D9F5CFD-03C8-DCE7-144B-B10782FE2369}"/>
          </ac:inkMkLst>
        </pc:inkChg>
        <pc:inkChg chg="add mod">
          <ac:chgData name="이하나 윤" userId="f658f17427b35de9" providerId="LiveId" clId="{83430688-9A9B-4D5C-995B-B3B56A5D0E22}" dt="2025-08-10T19:48:21.261" v="10628"/>
          <ac:inkMkLst>
            <pc:docMk/>
            <pc:sldMk cId="2153143939" sldId="278"/>
            <ac:inkMk id="360" creationId="{36539366-5DB7-1524-04D9-6019D02F3BE2}"/>
          </ac:inkMkLst>
        </pc:inkChg>
      </pc:sldChg>
      <pc:sldChg chg="modSp new mod">
        <pc:chgData name="이하나 윤" userId="f658f17427b35de9" providerId="LiveId" clId="{83430688-9A9B-4D5C-995B-B3B56A5D0E22}" dt="2025-08-10T19:53:48.283" v="11112" actId="20577"/>
        <pc:sldMkLst>
          <pc:docMk/>
          <pc:sldMk cId="1975365145" sldId="279"/>
        </pc:sldMkLst>
        <pc:spChg chg="mod">
          <ac:chgData name="이하나 윤" userId="f658f17427b35de9" providerId="LiveId" clId="{83430688-9A9B-4D5C-995B-B3B56A5D0E22}" dt="2025-08-10T19:44:12.899" v="10166" actId="1076"/>
          <ac:spMkLst>
            <pc:docMk/>
            <pc:sldMk cId="1975365145" sldId="279"/>
            <ac:spMk id="2" creationId="{74B72E07-7E70-4996-7B43-4A531276094B}"/>
          </ac:spMkLst>
        </pc:spChg>
        <pc:spChg chg="mod">
          <ac:chgData name="이하나 윤" userId="f658f17427b35de9" providerId="LiveId" clId="{83430688-9A9B-4D5C-995B-B3B56A5D0E22}" dt="2025-08-10T19:44:09.817" v="10165" actId="207"/>
          <ac:spMkLst>
            <pc:docMk/>
            <pc:sldMk cId="1975365145" sldId="279"/>
            <ac:spMk id="3" creationId="{EAB9521A-5EED-1BEE-9B68-3460F6378B57}"/>
          </ac:spMkLst>
        </pc:spChg>
        <pc:spChg chg="mod">
          <ac:chgData name="이하나 윤" userId="f658f17427b35de9" providerId="LiveId" clId="{83430688-9A9B-4D5C-995B-B3B56A5D0E22}" dt="2025-08-10T19:53:48.283" v="11112" actId="20577"/>
          <ac:spMkLst>
            <pc:docMk/>
            <pc:sldMk cId="1975365145" sldId="279"/>
            <ac:spMk id="4" creationId="{CC2F3F5E-72BC-8AEB-21C5-341DEE4A1832}"/>
          </ac:spMkLst>
        </pc:spChg>
      </pc:sldChg>
      <pc:sldChg chg="modSp add mod ord">
        <pc:chgData name="이하나 윤" userId="f658f17427b35de9" providerId="LiveId" clId="{83430688-9A9B-4D5C-995B-B3B56A5D0E22}" dt="2025-08-10T19:52:05.059" v="10866" actId="20577"/>
        <pc:sldMkLst>
          <pc:docMk/>
          <pc:sldMk cId="1557800939" sldId="280"/>
        </pc:sldMkLst>
        <pc:spChg chg="mod">
          <ac:chgData name="이하나 윤" userId="f658f17427b35de9" providerId="LiveId" clId="{83430688-9A9B-4D5C-995B-B3B56A5D0E22}" dt="2025-08-10T19:52:05.059" v="10866" actId="20577"/>
          <ac:spMkLst>
            <pc:docMk/>
            <pc:sldMk cId="1557800939" sldId="280"/>
            <ac:spMk id="2" creationId="{F1D09935-CF8B-E811-6811-9B56A8F56F20}"/>
          </ac:spMkLst>
        </pc:spChg>
        <pc:spChg chg="mod">
          <ac:chgData name="이하나 윤" userId="f658f17427b35de9" providerId="LiveId" clId="{83430688-9A9B-4D5C-995B-B3B56A5D0E22}" dt="2025-08-10T19:51:21.877" v="10833" actId="20577"/>
          <ac:spMkLst>
            <pc:docMk/>
            <pc:sldMk cId="1557800939" sldId="280"/>
            <ac:spMk id="3" creationId="{61E7373C-E1BE-9A80-CA7B-082A5B32BFE8}"/>
          </ac:spMkLst>
        </pc:spChg>
        <pc:spChg chg="mod">
          <ac:chgData name="이하나 윤" userId="f658f17427b35de9" providerId="LiveId" clId="{83430688-9A9B-4D5C-995B-B3B56A5D0E22}" dt="2025-08-10T19:49:01.059" v="10633" actId="20577"/>
          <ac:spMkLst>
            <pc:docMk/>
            <pc:sldMk cId="1557800939" sldId="280"/>
            <ac:spMk id="4" creationId="{2C7F065B-A13E-B2C3-1B07-3D0AACF31C06}"/>
          </ac:spMkLst>
        </pc:spChg>
      </pc:sldChg>
      <pc:sldChg chg="modSp add mod">
        <pc:chgData name="이하나 윤" userId="f658f17427b35de9" providerId="LiveId" clId="{83430688-9A9B-4D5C-995B-B3B56A5D0E22}" dt="2025-08-10T19:53:44.186" v="11111" actId="113"/>
        <pc:sldMkLst>
          <pc:docMk/>
          <pc:sldMk cId="1567172038" sldId="281"/>
        </pc:sldMkLst>
        <pc:spChg chg="mod">
          <ac:chgData name="이하나 윤" userId="f658f17427b35de9" providerId="LiveId" clId="{83430688-9A9B-4D5C-995B-B3B56A5D0E22}" dt="2025-08-10T19:53:44.186" v="11111" actId="113"/>
          <ac:spMkLst>
            <pc:docMk/>
            <pc:sldMk cId="1567172038" sldId="281"/>
            <ac:spMk id="4" creationId="{3DB05FD3-8765-9941-8B17-7908524C41F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C2C3083C-98BF-1B2E-E667-79BF834E4A4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19B0DE5-21E2-1ED5-9F31-7EE9F610DA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ADBB8C-8191-4AEC-B0E4-021A6DCC5E88}" type="datetimeFigureOut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6504FD-4BA5-371F-3F45-AEF1898A8B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F4DC69-B8F7-98B9-883D-09A928A1ABC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929C7-007B-4BE5-913E-66190B768B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92085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0.8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377 56 9156,'0'0'5669,"-6"0"-5258,-2 1-280,1 0 0,0 0 0,0 1 0,0 0 0,0 1 0,0-1 0,0 1 0,0 0 0,1 1 0,-12 8 0,-69 56 527,43-31-644,28-25 28,-114 82 31,125-93-76,4-1-10,24 0-128,523 0 175,-545 0 134,-51-33-45,15 11-134,-161-146 3,126 103-29,59 53 56,10 11-3,-10 3-70,10-2 41,0 0 0,0 0 0,0 0 1,0 0-1,1 0 0,-1 1 0,0-1 0,0 0 0,0 0 1,0 1-1,0-1 0,1 0 0,-1 1 0,0-1 0,0 1 1,1-1-1,-1 1 0,0 0 0,1-1 0,-1 1 0,0 0 1,1-1-1,-1 1 0,1 0 0,-1-1 0,1 1 0,-1 0 1,1 0-1,0 0 0,-1 0 0,1-1 0,0 1 0,0 0 1,0 0-1,0 0 0,0 0 0,-1 0 0,2 0 0,-1 0 1,0-1-1,0 1 0,0 2 0,0-2-256,24 3-10822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2.6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17 181 128,'0'0'14180,"-2"5"-13580,-10 7 679,10-24 1004,2 9-2204,1 0 1,-1-1-1,1 1 0,0 0 0,0 0 0,0 0 1,0 0-1,1 0 0,-1 0 0,1 0 0,0 0 0,2-3 1,13-8-32,0 1 0,1 1 0,0 0 0,1 1 1,1 1-1,-1 1 0,1 1 0,1 0 0,-1 2 0,1 0 1,1 1-1,-1 2 0,1 0 0,-1 1 0,34 1 1,1105 1 719,-797-17-37,-308 16-656,-31 0-57,0 0 0,0 2 0,0 0-1,0 2 1,0 0 0,41 13 0,-9 3-35,-35-13 32,1 1 1,-2 2 0,1 0 0,22 14-1,-25-13-26,1-1-1,0 0 0,22 7 0,36 16 38,1 6-19,31 18 101,-20 3-56,135 116 0,64 94 151,-65-60-1,-205-191-175,-1 1-1,16 23 0,27 28 7,-30-35-25,-1 1 0,-1 2 0,44 81 0,-7 12 43,-51-113 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3.4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4834 11829,'0'0'6822,"-1"-55"-6176,-1-38-406,-4-98 750,24-233 0,16 232-23,68-215 0,0 77-752,14 5 1,207-405-1,404-571-141,-229 537-1912,-479 742-2628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8.5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0 128 7652,'0'0'6885,"2"-21"-6228,-2 9-527,0 5-82,0-1 1,1 1 0,0 0-1,0 0 1,0 0-1,4-8 1,-5 13-32,1-1 1,0 1-1,1 0 1,-1 0-1,0 0 1,0 0-1,1 1 1,0-1-1,-1 0 0,1 0 1,0 1-1,-1-1 1,1 1-1,0 0 1,0 0-1,0-1 1,1 1-1,-1 0 1,0 1-1,0-1 1,0 0-1,1 1 1,-1-1-1,0 1 0,1-1 1,3 1-1,200-1 826,-117 2-3935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9.0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11045,'0'0'2719,"4"24"-2650,24 98 97,19 97 839,-45-204-941,2 17 31,1-1 1,1 1-1,20 57 1,-25-88-99,0 0 1,-1 0 0,1 0 0,0 0-1,0 0 1,0 0 0,0 0 0,0 0-1,0 0 1,0 0 0,0-1 0,0 1-1,1 0 1,-1-1 0,0 1 0,0-1-1,1 1 1,-1-1 0,0 0 0,1 1-1,-1-1 1,0 0 0,1 0 0,-1 0-1,0 0 1,1 0 0,-1 0 0,0 0-1,1-1 1,1 0 0,36-15 98,-23 2-58,1-1 0,18-22-1,-20 20-18,1 1-1,29-23 0,-12 24 10,-13 8-29,-9-2-526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9.5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9828,'0'0'3437,"8"11"-3205,10 19 62,-2 1 0,-1 1 0,-1 0 0,-2 0 0,14 60 1,-13-46-205,1 0 0,3-1 1,22 45-1,-23-68-187,-15-22 91,-1 1-1,0-1 0,0 0 0,0 0 1,0 0-1,0 0 0,1 0 0,-1 0 1,0 0-1,0 0 0,0 0 0,0 0 0,1 0 1,-1 0-1,0 0 0,0 0 0,0 0 1,0 0-1,1 0 0,-1 0 0,0 0 0,0 0 1,0 0-1,0 0 0,1 0 0,-1 0 1,0 0-1,0 0 0,0 0 0,0-1 1,0 1-1,1 0 0,-1 0 0,0 0 0,0 0 1,0 0-1,0 0 0,0-1 0,0 1 1,0 0-1,0 0 0,1 0 0,-1 0 1,0 0-1,0-1 0,0 1 0,0 0 0,0 0 1,0 0-1,0 0 0,0-1 0,0 1 1,0 0-1,0 0 0,0 0 0,0-1 0,0 1 1,-4-49-485,3 43 545,-3-20-269,-16-49-1,14 56 228,1-1-1,0 0 1,1 0-1,-2-38 1,7 57 13,-1 0 0,1 0 0,-1 0 0,1-1 0,0 1 0,-1 0-1,1 0 1,0 0 0,0 0 0,0 0 0,0 0 0,0 1 0,0-1 0,0 0 0,0 0 0,0 1 0,0-1 0,1 1 0,-1-1 0,0 1 0,0-1 0,1 1 0,-1 0-1,0-1 1,1 1 0,-1 0 0,0 0 0,0 0 0,3 0 0,47-1 204,-42 1-139,52 0-1315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39.8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11509,'0'0'3068,"0"26"-2780,0 170 713,0 150 293,0-197-6182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0.0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11333,'0'0'2737,"198"17"-2208,-170 0-241,-4 5-32,-5-10-128,0-3-112,-10-1-16,5-8-16,-9 9-160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0.3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8596,'0'0'6003,"47"123"-5491,-19-47-16,-4 13-96,0-4 81,-6-13-241,1 4-176,0-20-32,-10-10-32,6-8-64,-1-12-321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0.9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 0 9764,'0'0'5203,"-52"255"-5091,52-179 0,-4-4-48,-6-4-32,10-13 48,-9-4-64,9-8-32,0-5-80,0-9-816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1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7956,'0'0'5714,"146"0"-5522,-103 22-128,-6 3-32,1 0-32,-10 1 0,1-5-16,4-4-544,-29-17-2161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1.4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2321,'0'0'11477,"127"242"-11141,-94-179-127,-9 5 63,-10-4-32,0-13-224,5-1-16,-10-11 0,1-14-32,-1-12-128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1.8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 1 10453,'0'0'4079,"-4"6"-4007,-6 12 3,1 1 0,0-1 0,2 1 0,0 1 0,1 0 1,1 0-1,0 0 0,2 0 0,1 0 0,0 1 0,1 0 0,1-1 0,6 37 0,-5-54-74,0-1 0,0 0 0,0 0 0,1 1 0,-1-1 0,1 0-1,-1 0 1,1 0 0,0-1 0,-1 1 0,1 0 0,0-1 0,0 1 0,1-1 0,-1 0-1,0 1 1,0-1 0,1 0 0,-1-1 0,0 1 0,1 0 0,-1-1 0,1 1 0,-1-1-1,1 0 1,3 1 0,72-2 26,-68 0-27,-7 1 3,1-2 0,0 1-1,-1 0 1,1-1 0,0 0 0,-1 1 0,0-1 0,1-1 0,-1 1 0,0 0-1,0-1 1,0 0 0,-1 0 0,1 0 0,0 0 0,-1 0 0,0 0-1,0 0 1,0-1 0,0 1 0,2-8 0,2-3 11,-1 0 1,0 0 0,-1-1-1,3-23 1,-5-66-4,-2 102-5,-1 0 0,1 0 1,0 0-1,0 0 1,-1 0-1,1 0 0,-1 0 1,0 0-1,1 0 1,-1 0-1,0 0 0,0 0 1,0 1-1,0-1 1,-1 0-1,1 1 0,0-1 1,-1 1-1,1-1 1,-1 1-1,0 0 0,1-1 1,-1 1-1,0 0 1,0 0-1,1 0 0,-1 1 1,0-1-1,0 0 1,0 1-1,0-1 0,-3 0 1,-8 0-215,1-1 1,-1 2-1,0 0 0,-16 1 1,2 1-2240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1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1 1 12054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3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5619,'0'0'7059,"0"18"-7019,1 10-3,0-1-1,2 0 1,11 46 0,12 44 395,-20-81-578,1-1-1,3 0 0,0 0 0,2-1 0,20 38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3.8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0 115 8596,'0'0'5298,"90"-110"-5090,-71 110 49,9-4-81,-4 4-80,-10 0-48,5 0-32,-5 0-16,-5 0-480,1 0-1505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4.0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5106,'109'199'8692,"-109"-216"-8516,14-4 65,5 4-65,-10 9 144,5-1-272,5 1-48,-5 4 48,5-5-128,5 5-384,-19 4-2370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4.6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 47 7443,'0'0'6150,"-8"9"-6038,-2 1-136,-36 44 461,43-49-367,0-1 0,0 1 0,0 0 0,1 0-1,0 0 1,0 1 0,0-1 0,0 0 0,1 1 0,0-1-1,-1 10 1,2 53 53,1-66-123,0-1 1,0 0 0,0 0-1,0 0 1,0 0-1,1 0 1,-1 0-1,0 0 1,0 0 0,1-1-1,-1 1 1,1 0-1,-1-1 1,0 1-1,1-1 1,-1 0 0,1 1-1,-1-1 1,1 0-1,0 0 1,-1 0-1,1 0 1,-1 0 0,1 0-1,1-1 1,44-2 21,-44 2-16,0-1-1,0 1 1,-1-1-1,1 0 1,0 0-1,-1 0 1,0 0-1,1 0 1,-1 0-1,0-1 1,0 1-1,0-1 1,-1 1-1,1-1 1,0 0 0,-1 0-1,0 0 1,0 0-1,0 0 1,0 0-1,0 0 1,-1 0-1,1-5 1,2-10-96,-2-1 0,0-32 0,-2 32-141,1 19 209,0-1 1,0 0-1,0 0 1,0 0-1,0 0 0,-1 0 1,1 1-1,0-1 1,0 0-1,-1 0 0,1 0 1,-1 1-1,1-1 1,-1 0-1,1 0 0,-1 1 1,1-1-1,-1 1 1,1-1-1,-1 0 0,0 1 1,1-1-1,-1 1 1,0-1-1,0 1 0,0 0 1,1-1-1,-1 1 1,0 0-1,0 0 0,0-1 1,-1 1-1,-42-3-842,43 3 843,-2 0 893,28 0-93,-8 1-628,0-2-1,0 0 0,-1-1 0,1 0 0,0-1 0,26-9 1,-31 7-306,-9 5 130,-1-1-1,0 0 1,0 1 0,0-1-1,1 0 1,-1 0 0,0-1-1,0 1 1,-1 0 0,1-1-1,0 1 1,3-4 0,1-21-5043,-6 18-127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4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8244,'0'0'5223,"4"23"-4900,2 20 29,3 1 0,2-2-1,2 1 1,1-2 0,24 48 0,-16-44-308,14 21-214,-20-56-786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5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10517,'0'0'2822,"6"34"-2235,-2-9-429,3 18 185,1-1 0,2 1-1,21 50 1,13 31 501,-19-49-471,70 140 0,-86-199-808,14 27 991,-16-15-6640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5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33 111 11925,'0'0'3298,"-33"-51"-3218,66 43 144,-9-1-64,4 5 0,-4-9-144,-5 5-16,4 4-48,-4-1-368,-19-3-1473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6.0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39 8052,'-5'-15'719,"-4"-9"578,6 28-608,1 17 119,4 88 171,-4 119 892,45-228-1541,-36-1-306,0-1-1,0 0 0,0 0 0,0 0 0,0-1 0,0 0 1,-1 0-1,0 0 0,1-1 0,-1 0 0,8-8 0,29-15-15,-16 9-9,9-5-320,-13 17-4605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6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56 9604,'0'0'4651,"-9"9"-4345,6-6-274,-22 26 167,25-28-195,-1-1 0,1 0 0,0 1 0,0-1 0,0 0 0,0 0 0,0 1 0,0-1 0,0 0 0,0 1 0,-1-1 0,1 0-1,0 1 1,0-1 0,0 0 0,1 0 0,-1 1 0,0-1 0,0 0 0,0 1 0,0-1 0,0 0 0,0 1 0,0-1 0,0 0 0,1 0 0,-1 1 0,0-1 0,0 0 0,0 0 0,1 1 0,-1-1 0,0 0 0,0 0-1,1 0 1,-1 1 0,1-1 0,25 0 229,7-7 80,-1-2 0,53-22 0,32-10 61,-95 36-543,-10 1-280,0 1 0,0 0 0,1 1-1,19 0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7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50 10613,'0'0'3359,"7"-9"-2919,1 5-345,-1-1-1,1 1 1,0 1-1,0-1 1,0 1 0,1 1-1,-1 0 1,1 0 0,11-1-1,82-2 155,-75 3-265,-19 1 20,-1 1-1,1 0 1,-1 0 0,1 0 0,10 3 0,-17-3-3,0 0 1,1 1 0,-1 0-1,1-1 1,-1 1 0,0-1 0,0 1-1,1 0 1,-1 0 0,0 0-1,0 0 1,0 0 0,0 0 0,0 0-1,0 0 1,0 0 0,0 1-1,-1-1 1,1 0 0,0 1 0,-1-1-1,1 0 1,-1 1 0,1-1-1,-1 0 1,0 1 0,1-1 0,-1 1-1,0-1 1,0 1 0,0 1 0,-1-2-12,1 0 1,-1 0 0,1 0 0,0 0-1,-1-1 1,1 1 0,-1 0 0,0 0 0,1-1-1,-1 1 1,0 0 0,1-1 0,-1 1-1,0-1 1,0 1 0,1-1 0,-1 1 0,0-1-1,0 1 1,0-1 0,0 0 0,0 0-1,1 1 1,-1-1 0,-2 0 0,-30 6-64,22-5 31,-8 4-86,4-3 92,1 2 0,0-1 0,-1 2 0,2 0 0,-1 0 0,1 1 0,-1 1 0,2 0 0,-22 16-1,32-20 35,-1 0-1,1 1 1,0-1-1,0 1 1,0-1-1,0 1 0,1 0 1,-1-1-1,1 1 1,0 0-1,0 0 1,1 0-1,-1 0 1,1 8-1,1 69 171,1-43 68,-1-37-228,-1 0 0,0-1 1,1 1-1,-1 0 0,1-1 0,-1 1 1,1-1-1,-1 1 0,1 0 0,-1-1 1,1 1-1,0-1 0,-1 0 1,1 1-1,0-1 0,-1 1 0,1-1 1,0 0-1,0 0 0,-1 1 0,1-1 1,0 0-1,0 0 0,-1 0 0,1 0 1,0 0-1,0 0 0,0 0 0,1 0 1,31-1 294,-26 1-166,3-1-40,0 0-1,1 0 0,-1-1 1,0-1-1,0 1 1,0-2-1,-1 1 0,1-1 1,-1-1-1,0 0 0,0 0 1,0-1-1,-1 0 1,0 0-1,11-12 0,-3 6-74,-11 8-339,39-35 1167,-27 14-1737,-10-2-3519,-7 19-1154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7.6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138 162 10181,'0'0'5888,"-11"-2"-5768,-37-6 75,45 8-177,1 0 0,-1 0 1,0 0-1,1 0 0,-1 1 1,0-1-1,1 1 1,-1-1-1,1 1 0,-1 0 1,1 0-1,-1 1 0,1-1 1,0 0-1,-1 1 1,1-1-1,0 1 0,0 0 1,0 0-1,0 0 1,1 0-1,-1 0 0,0 0 1,1 0-1,-1 1 0,1-1 1,0 0-1,0 1 1,0-1-1,0 1 0,0 0 1,1-1-1,-1 5 1,-3 8 27,1 0 0,1 0 0,0 0 1,1 21-1,1-35-47,0 1 0,0-1 0,0 0 1,0 1-1,0-1 0,0 0 0,0 1 0,0-1 1,1 1-1,-1-1 0,0 0 0,1 0 0,-1 1 0,1-1 1,0 0-1,-1 0 0,1 0 0,0 1 0,0-1 1,-1 0-1,3 1 0,29 2 24,-25-4-15,2 1 10,0-1-1,0-1 0,0 0 1,0 0-1,0-1 0,11-3 1,-18 4-12,1 0 1,-1 0-1,0 0 0,0-1 1,1 1-1,-1-1 0,0 1 1,-1-1-1,1 0 1,0 0-1,0 0 0,-1 0 1,1 0-1,-1 0 1,0 0-1,1 0 0,-1-1 1,0 1-1,0 0 1,-1-1-1,1 1 0,0-1 1,-1 1-1,1-1 0,-1 1 1,0-1-1,0 0 1,0-2-1,0-14 67,1 15-85,-1 0 1,0 0 0,0 1-1,0-1 1,-1 0 0,1 0-1,-1 1 1,0-1-1,-2-5 1,1 5-12,-1 0 0,0 0 1,0 1-1,0-1 0,0 1 0,0 0 0,-1 0 0,0 0 1,1 0-1,-1 1 0,-6-4 0,10 5 41,-1 0 0,1 0 0,-1 0 0,1 0 0,-1-1 0,1 1 0,0 0 0,0 0 0,0-1 0,0 1 0,0 0 0,0 0 0,0-1 0,0 1 0,0 0 0,0 0 0,1-1 0,-1 1 0,0 0 0,1 0 0,-1 0 0,1 0 0,1-2 0,9-4 79,0 1 0,1 0-1,0 0 1,0 1 0,19-5-1,20-8 15,-29 8-67,49-13 0,-22 7-334,-48 16 228,0 0 0,-1 0 0,1-1 0,-1 1 0,1 0 0,-1-1 0,1 1 1,-1 0-1,1-1 0,-1 1 0,1-1 0,-1 1 0,0-1 0,1 1 0,-1-1 0,0 1 1,1-1-1,-1 1 0,0-1 0,1 1 0,-1-1 0,0 0 0,0 1 0,0-1 0,0 1 0,0-1 1,0-1-1,1-7-3821,-1 7 2773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7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7267,'0'0'7332,"5"33"-6801,-1-5-359,4 32 506,27 93 0,-5-47 117,72 164 0,-24-95-704,-70-154-2457,-5-6-3346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8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92 10565,'0'0'5202,"-24"57"-3630,20-41-1488,2 1 0,0 0 0,0-1 1,2 29-1,1-27-124,23-17 59,-18-2-1,1 1 1,-1-1 0,1 0-1,-1 0 1,0-1 0,0 0 0,1 0-1,-1-1 1,-1 1 0,1-1-1,0-1 1,-1 1 0,1-1-1,-1 0 1,0 0 0,0 0-1,-1-1 1,0 0 0,1 0-1,-1 0 1,-1 0 0,1 0-1,-1-1 1,0 0 0,0 0-1,-1 0 1,1 0 0,-1 0-1,-1 0 1,1 0 0,-1-1-1,0 1 1,-1-1 0,1 1-1,-2-10 1,2-7 70,-1 16-52,1 0 1,-1 0-1,-1 0 1,1 0-1,-1 0 0,-2-8 1,2 13-30,0 0 0,0 0 0,0 1 0,0-1 0,0 0 0,-1 0 0,1 1-1,-1-1 1,1 1 0,-1-1 0,1 1 0,-1 0 0,0-1 0,1 1 0,-1 0 0,0 0 0,0 0 0,0 1 0,0-1 0,0 0 0,0 1 0,0-1 0,0 1 0,-2-1 0,-6-1-62,0 0 0,0 1 0,0 0 0,0 1 0,0 0 0,0 0 0,-11 3-1,20-2 38,0-1 0,0 1 0,1 0 0,-1 0 0,0 0 0,0 0 0,1 0 0,-1 1 0,0-1-1,1 0 1,-1 0 0,1 0 0,0 0 0,-1 1 0,1-1 0,0 0 0,0 0 0,0 1 0,-1-1-1,2 0 1,-1 2 0,0 37-39,0-29 22,0-3 37,0 0 1,0 0-1,1-1 0,-1 1 1,2 0-1,-1 0 1,1-1-1,1 1 1,-1-1-1,1 1 1,1-1-1,-1 0 0,1 0 1,0 0-1,1-1 1,7 10-1,138 184 159,-121-158-121,-26-38-11,0 1 0,0 1 0,-1-1 0,0 0 0,0 1 0,-1-1-1,1 1 1,-1-1 0,0 1 0,-1 0 0,1-1 0,-1 1 0,-1 8 0,1-14-28,-1 1 0,1 0 1,-1 0-1,1 0 0,-1 0 1,1-1-1,-1 1 0,0 0 0,1-1 1,-1 1-1,0-1 0,0 1 0,1 0 1,-1-1-1,0 0 0,0 1 0,0-1 1,0 1-1,0-1 0,0 0 0,1 0 1,-1 1-1,-2-1 0,-29 6-8,25-5 11,-92 10 14,59-8-20,-50 10-1,82-10 5,6-2-43,5-1-35,16-3 102,0 0-1,0-1 1,-1-1-1,1 0 1,-1-2-1,0 0 1,30-17-1,12-3 45,-47 21-58,266-99 540,-265 101-1044,16-6 1128,-13 7-9846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8:28:49.8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77 126 9508,'0'0'6000,"-2"17"-5639,-2 55 108,5-68-422,-1 1 0,1-1 1,0 1-1,0-1 0,0 1 0,1-1 0,-1 0 0,1 1 1,0-1-1,1 0 0,-1 0 0,1-1 0,-1 1 0,1 0 0,0-1 1,5 5-1,8 10 53,-4-4-26,14 23-17,-25-36-84,-10-12-832,-8-8 649,4 5 160,0 0 0,-1 1 0,-1 0 0,0 1 0,0 0 0,-22-11 0,36 22 113,0 0 1,0 0-1,0 0 0,0 0 1,0 0-1,0-1 1,0 1-1,0 0 1,0-1-1,1 1 1,-1-1-1,0 1 0,1-1 1,0 1-1,-1-1 1,1 1-1,0-1 1,0 1-1,-1-1 0,1 1 1,0-1-1,1 1 1,-1-1-1,0 1 1,0-1-1,1 0 1,-1 1-1,1 0 0,-1-1 1,1 1-1,0-1 1,-1 1-1,1 0 1,0-1-1,0 1 1,0 0-1,0 0 0,0 0 1,0 0-1,3-2 1,13-9 108,1 0 1,0 2 0,35-15-1,-13 5-75,2 2 34,1 1-1,0 2 1,1 2 0,77-13-1,-119 26-103,0-1-1,0 1 1,0 0-1,0-1 0,1 1 1,-1 0-1,0 0 1,0 0-1,1 0 0,-1 1 1,0-1-1,0 1 1,0-1-1,0 1 0,0 0 1,0 0-1,0 0 1,0 0-1,0 0 1,0 0-1,0 1 0,0-1 1,-1 0-1,1 1 1,-1-1-1,1 1 0,-1 0 1,0 0-1,2 3 0,1 3 51,0 2 0,-1-1-1,-1 0 1,0 1-1,2 17 1,-3-23-104,4 31 83,3 15 134,3 85-1,-14-133-187,1 0-1,0 0 1,0-1 0,-1 1-1,1-1 1,-1 1-1,1-1 1,-1 0 0,1 0-1,-1 0 1,0 0 0,0-1-1,0 1 1,1-1 0,-4 1-1,1 0 2,-23 3 8,0-1-1,-1-1 1,1-2-1,-41-3 1,42 0-5,-1 2 0,1 1 0,-1 1 0,-52 9 0,70-8-546,-19 6 1370,17-2-3026,8 4-4259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17.6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1253 1573 7940,'-17'3'272,"-67"10"493,-1-3 0,0-5 0,0-3 0,-105-11 1,155 3-706,0-1 0,1-2 0,0-1 0,0-2 0,1-2 0,0 0 0,1-2 0,1-2 0,1-1 0,0-1 1,2-1-1,0-2 0,-41-43 0,46 41-5,1-1 0,1 0 1,1-2-1,2 0 0,1-2 0,1 0 1,1 0-1,2-1 0,1-1 0,1 0 1,2-1-1,1 0 0,2-1 0,-3-48 1,8 42-51,2-1 1,1 0 0,2 0 0,16-62 0,-13 75-17,2 0 0,1 0 0,2 1 0,0 1 0,2 0 0,1 1 0,21-28 0,-12 24 3,1 2 0,0 1 0,2 1-1,1 1 1,2 1 0,0 2 0,1 1 0,0 1 0,2 2 0,0 1 0,1 2 0,43-12 0,-33 13-2,0 3 0,0 1 0,1 2 1,0 2-1,0 3 0,0 1 0,0 2 1,0 2-1,72 15 0,-78-9 109,-1 2 1,-1 1-1,0 2 0,-1 2 0,0 1 0,-1 2 1,-1 1-1,-1 2 0,-1 1 0,-1 2 0,48 48 1,-58-50-23,-1 1 0,-2 1 0,0 0 0,-1 1 1,-1 1-1,-2 1 0,-1 0 0,-1 0 0,-1 1 0,-2 1 0,-1 0 1,-1 0-1,-2 1 0,-1 0 0,0 43 0,-5-44-1,-3 0 0,0 0 1,-2 0-1,-1-1 0,-1 0 0,-1 0 0,-2-1 0,-1-1 0,-1 0 0,-32 49 0,-11 4-34,-3-3-1,-71 72 0,85-100-1861,-65 56 1,99-99-2090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2.0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28 11861,'0'0'4843,"28"-8"-4574,-5 2-175,-1 1 0,1 2 0,0 0 0,35 1 0,-55 53 703,-5-34-772,-1 1-1,-1-1 1,0 0-1,-1 0 0,0-1 1,-15 30-1,-9 26 40,28-68-700,-2 5 1419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2.32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45 12534,'0'0'2804,"11"-4"-2586,122-35-775,-133 39 91,3-1-366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2.7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12086,'0'0'3073,"4"13"-2998,31 164 1602,17 72 215,-51-245-1971,0 0 1,0 0-1,1 0 0,-1 0 0,1 0 0,0 0 1,0 0-1,0-1 0,1 1 0,3 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3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13478,'0'0'3058,"0"11"-2965,4 18 418,0-1-1,2 0 1,1-1-1,21 51 1,-13-58-998,-6-17-5050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3.72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67 12598,'0'0'3332,"5"-8"-3252,-2 3-37,1 0 0,0 1 0,0 0 0,1-1 0,-1 1 0,1 1-1,0-1 1,0 1 0,0-1 0,0 2 0,1-1 0,-1 0 0,1 1 0,0 0 0,0 1 0,-1-1 0,1 1 0,0 0 0,0 0 0,0 1-1,10 0 1,-14 1 13,0 0 0,0-1 0,0 1 0,-1 0 0,1 0 0,0 0 0,0 0 0,-1 1 0,1-1 0,-1 0 0,1 1 0,-1-1 0,0 1 0,0-1-1,1 1 1,-1 0 0,0 0 0,0-1 0,-1 1 0,1 0 0,0 0 0,0 0 0,-1 0 0,1 4 0,15 64 425,-13-49-274,6 12-143,-5-16 29,0-1-1,-1 0 1,1 31 0,-48-45 56,36-3-648,-15 2 1185,14 4-7818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4.18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12486,'0'0'3777,"2"11"-3648,69 338 4249,-70-344-4393,1 6-93,0-1 0,1 1 0,0-1 0,6 15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4.7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 39 10645,'0'0'5701,"0"0"-5696,-1 0-1,1 0 1,0-1 0,0 1-1,-1 0 1,1 0 0,0-1-1,-1 1 1,1 0-1,0-1 1,0 1 0,0 0-1,-1-1 1,1 1 0,0 0-1,0-1 1,0 1 0,0 0-1,-1-1 1,1 1-1,0 0 1,0-1 0,0 1-1,0-1 1,0 1 0,0 0-1,0-1 1,0 1 0,0 0-1,0-1 1,1 1-1,-1-1 1,0 1 0,0 0-1,0-1 1,0 1 0,1-1-1,20-5 37,1 0-1,0 1 1,0 2-1,26-2 1,-46 62 1899,-5-44-1750,-1 0 1,0-1 0,-1 1 0,0-1-1,-1 0 1,-1 0 0,0-1 0,-14 19 0,-11 19 42,27-41-366,-2 3-151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5.05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 9572,'0'0'6377,"7"0"-5929,4 0-578,49-1 1935,-57 1-1970,0 0 1,0 0 0,0 0 0,0 1-1,0-1 1,0 1 0,0 0-1,0 0 1,0 0 0,-1 0 0,1 0-1,0 0 1,0 1 0,-1 0 0,1-1-1,1 3 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5.5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83 8308,'0'0'8025,"45"-34"-6355,-39 28-1637,0 1 1,0 0 0,1 1-1,0 0 1,0 0-1,0 0 1,1 1-1,-1 0 1,1 1-1,-1 0 1,1 0-1,0 0 1,14 0-1,-21 2-17,0 0-1,0 1 0,-1 0 0,1-1 0,0 1 0,0-1 0,-1 1 0,1 0 0,0-1 1,-1 1-1,1 0 0,-1 0 0,1 0 0,-1-1 0,0 1 0,1 0 0,-1 0 0,0 0 1,1 0-1,-1 0 0,0 0 0,0 0 0,0 0 0,0 0 0,0-1 0,0 3 0,2 31 499,-2-27-416,0 40 248,0-37-3324,0 0-3328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6.25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1 105 11525,'0'0'5032,"7"-7"-4867,6-7-31,2 0 1,0 1-1,19-12 0,-29 21-116,-1 1 0,1-1 0,0 1 1,0 0-1,1 1 0,-1 0 0,0-1 1,1 2-1,0-1 0,-1 1 0,1-1 1,0 2-1,0-1 0,0 1 0,-1 0 1,1 0-1,0 0 0,7 2 0,-11-1-14,0 0 0,0 1 0,0-1 0,0 1-1,0-1 1,0 1 0,-1 0 0,1 0-1,-1 0 1,1 0 0,-1 0 0,0 0 0,1 0-1,-1 0 1,0 1 0,0-1 0,-1 0 0,1 1-1,0-1 1,0 5 0,4 49 132,-6-55-132,1 0 0,-1 0 0,0 0 0,0 0 0,0 0 0,0-1-1,0 1 1,0 0 0,0 0 0,0-1 0,0 1 0,0-1 0,0 1-1,0-1 1,0 0 0,-1 1 0,1-1 0,0 0 0,0 0-1,0 1 1,-1-1 0,1 0 0,0 0 0,-2-1 0,-39 3-23,35-2 56,-3 0-3,1 1 0,-1-1-1,1 1 1,-1 1 0,1 0 0,0 0-1,-11 5 1,17-6-4,1 1-1,-1-1 1,1 1 0,-1 0-1,1 0 1,0 0 0,0 0-1,0 0 1,0 1-1,0-1 1,0 0 0,1 1-1,-1 0 1,1-1 0,-1 1-1,1 0 1,0 0 0,0 0-1,1-1 1,-1 1 0,0 0-1,1 0 1,0 0-1,0 0 1,0 6 0,0-6 28,-1 0 1,1 0 0,0 0 0,1 0-1,-1 0 1,0 0 0,1 0 0,0 0 0,-1 0-1,1 0 1,1 0 0,-1 0 0,0-1-1,0 1 1,1 0 0,0-1 0,0 1-1,-1-1 1,5 3 0,-3-2 20,1-1 1,1 0-1,-1-1 1,0 1-1,0-1 1,1 0 0,-1 0-1,0 0 1,1-1-1,-1 1 1,1-1-1,7-1 1,-6 1-12,0-1 0,0 0 1,-1 0-1,1-1 0,0 1 1,-1-1-1,1-1 1,-1 1-1,1-1 0,-1 0 1,8-5-1,52-47-1833,-48 39-1073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7.1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0 9620,'0'0'5125,"-8"2"-4746,4-1-279,-1 0 0,1 0 0,0 1 0,0-1 0,-1 1 0,1 0 0,0 0 0,0 0 0,1 0 0,-1 1 0,0 0 0,1 0 0,0 0 0,-1 0 0,1 0 0,0 1 0,1-1-1,-1 1 1,1 0 0,-1-1 0,1 1 0,0 1 0,1-1 0,-1 0 0,1 0 0,0 1 0,0-1 0,0 0 0,0 6 0,1-6-74,1-1 1,-1 0-1,1 0 1,0 0-1,0 0 1,0 0-1,0 0 0,1 0 1,-1-1-1,1 1 1,0 0-1,0-1 1,0 1-1,0-1 1,0 0-1,0 1 0,1-1 1,-1 0-1,1-1 1,0 1-1,-1 0 1,1-1-1,0 1 0,5 1 1,-3-1 14,0 0 0,0 0 0,1-1 0,-1 0 1,0 0-1,1 0 0,-1 0 0,1-1 0,-1 0 0,0 0 0,1 0 0,-1-1 1,1 0-1,7-2 0,-10 1-41,0 1 0,0-1 0,-1 0 0,1 0 0,0-1 1,-1 1-1,0 0 0,1-1 0,-1 0 0,0 1 0,0-1 0,-1 0 0,1 0 0,-1 0 1,1 0-1,-1 0 0,0 0 0,0-1 0,0 1 0,0 0 0,-1-1 0,1 1 0,-1 0 0,0-5 1,0 6-3,0-1 0,0 0 1,0 0-1,0 0 1,0 0-1,-1 0 1,1 0-1,-1 0 0,0 1 1,0-1-1,0 0 1,0 0-1,0 1 1,0-1-1,-1 1 1,0-1-1,1 1 0,-1 0 1,0-1-1,0 1 1,0 0-1,0 0 1,-1 0-1,1 1 0,0-1 1,-1 1-1,1-1 1,-4-1-1,-25-1-948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7.6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70 10421,'0'0'5317,"0"-1"-5304,-1 1 0,1 0 0,0-1 1,0 1-1,-1-1 0,1 1 0,0-1 0,0 1 0,0 0 1,-1-1-1,1 1 0,0-1 0,0 1 0,0-1 0,0 1 1,0-1-1,0 1 0,0-1 0,0 1 0,0-1 0,0 1 1,0-1-1,1 1 0,-1 0 0,0-1 0,0 1 0,0-1 1,0 1-1,1-1 0,-1 0 0,15-6 305,0 1 0,1 0 0,-1 1 0,1 0 0,0 1 0,1 1 0,-1 1 0,32-1 0,11-3-277,-23 4 39,-29 2-306,1 0 0,-1 0 0,0-1 0,0 0 0,11-2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8.0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12022,'0'0'5463,"20"38"-3681,35 198 469,-3-6-1204,-48-220-846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9.0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 12134,'0'0'4423,"5"-1"-4276,20-1 56,-13 0-160,1 1-1,-1 0 1,1 1 0,-1 0-1,24 5 1,-33-5 15,0 1 1,0 0-1,-1 0 0,1 1 1,0-1-1,-1 0 1,1 1-1,-1 0 1,1-1-1,-1 1 0,0 0 1,1 0-1,-1 0 1,0 1-1,0-1 1,-1 0-1,1 1 0,-1-1 1,1 1-1,-1 0 1,0 0-1,1-1 1,-2 1-1,1 0 0,0 0 1,0 0-1,-1 0 1,0 0-1,1 0 1,-2 5-1,1 27 311,-1 0 0,-3 0 1,0 0-1,-16 55 0,19-75-7692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9.3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13846,'0'0'2810,"4"12"-2682,44 226 2553,-33-211-2404,-12-21-2794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9.6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41 10293,'0'0'5634,"41"-38"-5490,-34 36-16,1 1 209,-3 1-193,-1 0-80,1 0-64,-1 0 0,0 0-128,0 0-673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49.9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8436,'0'0'7513,"3"9"-7108,13 35 1053,15 72 0,-22-74-1021,3 1 1,1-2 0,20 45-1,-20-72-375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57.20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39 1 12054,'0'0'2940,"-3"11"-1761,-2 15-689,-1 51 0,4-40-310,-9 51-1,0-40-235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57.4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13078,'0'0'4370,"71"31"-4162,-55-24 80,-3 2-48,-2-2 64,-1-1-127,-4 0 15,-3-2-160,2-1-32,-1-1-16,0 3-705,-1-3-511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59.18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79 10981,'0'0'8481,"32"-14"-7467,-5 2-850,1 2-1,1 1 1,0 1 0,32-4-1,0 0-109,-59 10 217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1:59.4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14134,'0'0'4034,"2"11"-3735,1 2-368,4 16 817,0 0 0,16 39-1,-16-64-1698,-1-3-3471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0.2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43 12886,'0'0'7251,"75"-29"-6384,-62 26-814,-1 0 0,1 0 0,0 1 0,19 0-1,-30 10 170,0 0 0,0 0 0,0 0 0,0 14 0,5 213 853,-7-234-1251,7-1-4635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0.7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16263,'0'0'3792,"2"6"-3611,40 132 2152,20 57-1441,-54-184-2242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1.0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78 11845,'0'0'8234,"3"-6"-7669,3 0-380,-1-1 1,1 1-1,0 1 0,1-1 0,-1 1 0,1 0 1,0 1-1,0-1 0,1 1 0,-1 1 1,1-1-1,0 1 0,13-3 0,-17 5-454,-1-1-1171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2.54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 1 10117,'0'0'9364,"-12"0"-9055,14 13 133,0 1-1,0-1 0,1 0 0,1 1 0,7 15 0,6 22 114,4 27-123,-6-30-313,-3 0-1,10 79 0,-30-201-584,-9-132 75,17 196 384,0 0 0,0 0 0,1 0 0,1 0 0,-1 0 0,2 0 0,-1 0-1,5-10 1,-5 17 3,0 0 0,0 0 0,0 0-1,0 0 1,0 0 0,1 1 0,-1-1 0,1 1-1,0-1 1,0 1 0,0 0 0,0 0 0,0 0-1,0 1 1,0-1 0,0 1 0,1 0 0,-1 0-1,1 0 1,-1 0 0,1 0 0,-1 1 0,1-1-1,0 1 1,5 1 0,-2-1 24,0 1 1,0 0-1,0 1 0,0 0 1,-1 0-1,1 0 0,-1 1 0,1 0 1,-1 0-1,0 1 0,0 0 1,0 0-1,-1 0 0,0 0 1,1 1-1,-1 0 0,-1 0 0,1 1 1,-1-1-1,0 1 0,4 8 1,11 18 217,-2 0-1,24 68 1,-18-44-152,-19-42-287,4 9 476,1-17-5469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3.9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27 14711,'0'0'5693,"0"0"-5683,0 0 1,0 1-1,0-1 1,0 0-1,1 0 1,-1 1-1,0-1 1,0 0-1,0 0 1,0 1-1,0-1 1,0 0-1,0 0 1,1 0-1,-1 1 0,0-1 1,0 0-1,0 0 1,0 0-1,1 1 1,-1-1-1,0 0 1,0 0-1,1 0 1,-1 0-1,0 0 1,0 0-1,0 1 1,1-1-1,-1 0 0,0 0 1,0 0-1,1 0 1,-1 0-1,0 0 1,1 0-1,-1 0 1,0 0-1,63-25 918,-58 23-916,1 0 0,-1 1 0,0 0 0,1 0 0,-1 1 0,0-1 0,1 1 0,-1 0-1,0 1 1,8 0 0,-12 0-6,0 0-1,0 0 1,0 1-1,0-1 0,0 0 1,0 1-1,0-1 1,0 0-1,-1 1 0,1-1 1,0 1-1,-1-1 1,1 1-1,-1-1 1,0 1-1,1 0 0,-1 2 1,5 36 141,-5-30-47,5 82 397,-4-64-385,0 0-1,8 41 1,-9-69-170,0 0 0,0-1 0,0 1 0,0 0 0,0 0-1,0 0 1,0 0 0,0 0 0,0-1 0,0 1 0,0 0 0,0 0 0,0 0 0,0 0 0,0 0 0,0-1 0,0 1 0,0 0-1,0 0 1,0 0 0,1 0 0,-1 0 0,0-1 0,0 1 0,0 0 0,0 0 0,0 0 0,0 0 0,0 0 0,1 0 0,-1 0 0,0 0-1,0 0 1,0 0 0,0-1 0,0 1 0,1 0 0,-1 0 0,0 0 0,0 0 0,0 0 0,0 0 0,1 0 0,-1 0 0,0 0-1,0 0 1,0 0 0,0 0 0,0 0 0,1 1 0,-1-1 0,0 0 0,0 0 0,0 0 0,0 0 0,0 0 0,1 0 0,-1 0 0,0 0-1,0 0 1,0 0 0,0 1 0,0-1 0,0 0 0,0 0 0,0 0 0,1 0 0,4-12-3674,-3 5-750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4.2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14551,'0'0'2748,"2"3"-2490,8 22 334,0 0 0,-2 0-1,-1 0 1,4 29-1,-3-17-626,16 46-1,-16-76-1509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4.5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51 960,'0'0'15949,"3"-6"-15765,-2 4-139,1-1 1,-1 1-1,1-1 0,-1 1 0,1 0 1,0 0-1,-1-1 0,1 1 0,0 1 1,0-1-1,1 0 0,-1 0 0,0 1 1,1-1-1,-1 1 0,1 0 0,-1 0 1,1 0-1,-1 0 0,1 0 0,0 0 1,0 1-1,-1 0 0,6-1 0,6-4-4305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4.9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9845,'0'0'5589,"4"11"-4986,69 179 2070,27 65-1409,-96-247-1336,-4-6 25,1 0 0,0 0 0,-1 0 0,1-1 0,0 1 0,0 0 0,0 0 0,0-1 0,0 1 0,0 0 0,1-1 0,-1 1 0,1-1 0,-1 0 0,1 1 0,-1-1 0,1 0 0,0 0 0,-1 0 0,4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6.0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84 3 5747,'0'0'6037,"-4"-1"-5890,2 0-118,0 1 0,0 0 0,0-1 0,0 1 1,-1 0-1,1 0 0,0 1 0,0-1 0,0 0 0,0 1 1,0-1-1,-1 1 0,1 0 0,0-1 0,0 1 0,0 0 1,1 0-1,-1 1 0,0-1 0,0 0 0,1 1 0,-3 1 1,1 0 3,0 1 0,0 0 0,0 0 0,0 0 0,1 0 0,0 0 0,-1 1 1,2-1-1,-1 1 0,-1 6 0,2-7-39,0-1 0,0 1 0,1 0-1,-1-1 1,1 1 0,0 0 0,1 0 0,-1-1 0,0 1 0,1 0-1,0-1 1,0 1 0,0-1 0,0 1 0,1-1 0,2 5 0,-3-6 5,0 0-1,1-1 1,-1 1 0,1 0 0,-1-1 0,1 0 0,0 1 0,-1-1 0,1 0 0,0 0-1,0 0 1,0 0 0,0 0 0,0 0 0,0-1 0,0 1 0,0-1 0,0 1 0,0-1-1,0 0 1,1 0 0,-1 0 0,0 0 0,0 0 0,0 0 0,0-1 0,0 1 0,0-1-1,0 1 1,3-2 0,-2 0 1,0 1-1,0-1 0,-1 1 1,1-1-1,-1 0 0,1 0 1,-1 0-1,0 0 1,0-1-1,0 1 0,0 0 1,0-1-1,0 0 1,-1 1-1,1-1 0,-1 0 1,0 0-1,0 0 0,0 0 1,0 0-1,0-4 1,1-2-13,0 0 1,-1 0 0,-1 0 0,1 0 0,-2 0 0,0-10-1,1 18 31,-1 0-1,1 0 0,-1-1 0,1 1 1,-1 0-1,1 0 0,-1 0 0,0 0 1,1 0-1,-1 0 0,0 0 0,0 1 1,1-1-1,-1 0 0,0 0 0,0 0 0,0 1 1,0-1-1,0 1 0,0-1 0,0 1 1,-1-1-1,1 1 0,0-1 0,0 1 1,0 0-1,0 0 0,-1 0 0,1 0 0,0 0 1,0 0-1,0 0 0,-3 0 0,-9-2-3849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6.5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9220,'0'0'3476,"5"11"-3257,22 53 665,25 93 0,-35-98-221,3 0-1,2-1 1,35 64-1,-45-107-551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6.92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13 13926,'0'0'3770,"7"0"-3650,49-5 232,0 0-1148,-22 3-4098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7.3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3 120 992,'0'0'14583,"-1"-1"-14552,1 0 0,0 0 0,-1 1 0,1-1 0,0 0 0,0 0-1,0 0 1,0 0 0,0 0 0,0 0 0,0 0 0,0 0 0,0 0 0,0 0 0,0 1 0,1-1-1,-1 0 1,0 0 0,1 0 0,-1 0 0,1 1 0,-1-1 0,1-1 0,17-11 241,-1 2 0,1 0 0,1 1 0,0 0 0,1 2 0,-1 0 0,29-6 0,-17 3-274,-19 9-56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7.8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88 12 9428,'0'0'6022,"-5"3"-5910,0-1-31,0 0 0,0 0 0,0 1 0,1-1 0,-1 1 1,1 0-1,-1 1 0,1-1 0,0 1 0,1 0 0,-1 0 0,1 0 0,-1 0 1,1 1-1,0-1 0,1 1 0,-1 0 0,1 0 0,0 0 0,0 0 0,1 0 0,-1 1 1,1-1-1,0 0 0,1 1 0,-1 8 0,2-12-66,0-1-1,-1 0 1,1 0-1,0 0 1,0 0 0,0 0-1,0 0 1,0 0-1,0 0 1,0 0-1,0 0 1,1-1 0,-1 1-1,0 0 1,0-1-1,1 1 1,-1-1-1,1 1 1,-1-1-1,0 0 1,1 0 0,-1 1-1,0-1 1,1 0-1,-1 0 1,1 0-1,-1-1 1,2 1 0,45-5 274,-44 2-283,1 0 0,0 0 0,-1-1 0,0 1 0,0-1 0,0 0 0,0 0-1,-1 0 1,1-1 0,-1 1 0,4-9 0,-5 10 6,0 0 1,-1 1-1,0-1 1,1 0-1,-1 0 1,0 0-1,-1 0 0,1 0 1,0-1-1,-1 1 1,0 0-1,1 0 1,-1 0-1,0 0 1,-1-1-1,1 1 0,-1 0 1,1 0-1,-1 0 1,0 0-1,-2-5 1,1 6 5,0 0 1,0 1 0,0-1 0,1 1 0,-1-1-1,-1 1 1,1 0 0,0-1 0,0 1-1,0 1 1,-1-1 0,1 0 0,0 0 0,-1 1-1,1-1 1,-1 1 0,1 0 0,0 0 0,-1 0-1,1 0 1,-1 0 0,1 1 0,-4 0-1,-25-2-7162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8.25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12902,'0'0'4730,"4"11"-4434,34 80 794,4-2-1,76 120 0,-117-207-1328,14 17 350,-1-14-5937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08.55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63 11525,'0'0'5630,"6"-5"-5348,3-3-161,1 0-1,1 1 0,-1 1 1,1-1-1,0 2 1,0 0-1,14-5 0,-24 10-587,2-1-123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2.1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81 2 9700,'0'0'6233,"-31"-2"-5855,28 4-356,-1 1 0,1-1 0,-1 1-1,1 0 1,0 0 0,0 0 0,0 0-1,0 0 1,1 1 0,-1-1 0,1 1-1,0 0 1,0-1 0,0 1 0,1 0-1,-1 0 1,1 0 0,0 1 0,0-1-1,0 0 1,1 0 0,0 1 0,0-1-1,0 5 1,-1-6-20,1 0-1,0 0 0,0 0 1,0 0-1,1 0 1,-1 0-1,1 0 0,-1 0 1,1 0-1,0 0 0,0 0 1,0-1-1,1 1 1,-1 0-1,0-1 0,1 1 1,0 0-1,0-1 1,0 0-1,0 0 0,0 1 1,0-1-1,0 0 0,1-1 1,-1 1-1,1 0 1,0-1-1,-1 1 0,1-1 1,0 0-1,0 0 1,0 0-1,0 0 0,5 0 1,-5-1 9,1 1 0,-1-1 0,1 0 1,-1-1-1,1 1 0,0 0 0,-1-1 0,1 0 1,-1 0-1,0 0 0,1 0 0,-1-1 1,0 1-1,0-1 0,0 0 0,0 0 0,0 0 1,0 0-1,0-1 0,-1 1 0,1-1 1,-1 1-1,1-1 0,-1 0 0,0 0 0,0 0 1,-1 0-1,1 0 0,-1-1 0,1 1 0,-1 0 1,0-1-1,0 1 0,-1-1 0,1 1 1,-1-1-1,1 0 0,-1 1 0,0-1 0,-1 1 1,1-1-1,-1 1 0,-1-6 0,1 6-53,-1 0-1,0 0 0,0 1 1,0-1-1,0 1 0,0 0 1,-1 0-1,1-1 0,-1 2 1,1-1-1,-1 0 0,0 0 1,0 1-1,0-1 0,0 1 1,0 0-1,0 0 0,0 0 1,0 1-1,0-1 0,-4 0 1,-5-2-1872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2.5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10261,'0'0'5311,"3"11"-5140,50 238 2817,-29-179-3191,-22-69-886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3.0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1 114 12390,'0'0'3967,"4"-5"-3924,9-9-41,0 1 1,1 1-1,1 0 1,17-11-1,-26 19 17,0-1-1,0 2 0,1-1 1,0 1-1,-1 0 0,1 0 1,0 1-1,1 0 0,-1 0 1,0 1-1,1 0 1,-1 0-1,0 0 0,10 2 1,-16 0 10,0 0 0,0 0 0,0 0 1,0 0-1,0 0 0,0 0 0,0 1 1,-1-1-1,1 0 0,0 1 0,-1-1 1,1 0-1,-1 1 0,0-1 0,1 1 0,-1-1 1,0 1-1,0-1 0,0 1 0,0 1 1,2 34 161,-2-36-191,0 3-619,0 20 1623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3.4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99 13814,'0'0'2706,"11"-7"-2610,12-8-282,57-34 726,-73 45-860,1 0 0,0 0 0,1 1 0,-1 0-1,1 1 1,-1-1 0,1 1 0,11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3.9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1 11477,'0'0'5123,"-2"6"-5097,0 3 83,1 0 0,0 0 0,0 0 1,1 0-1,1 9 0,-1-13 2,0-1 1,0 1 0,1 0 0,0-1 0,0 1 0,0-1-1,0 1 1,1-1 0,0 0 0,0 1 0,0-1 0,0 0-1,0 0 1,4 3 0,-5-6-82,0-1-1,0 1 1,0 0-1,1-1 1,-1 0-1,0 1 1,0-1-1,0 0 1,0 1-1,1-1 1,-1 0-1,0 0 1,0 0-1,1 0 1,-1 0-1,0-1 1,0 1-1,0 0 1,1 0-1,-1-1 1,0 1-1,0-1 1,0 1-1,0-1 1,0 1-1,2-2 1,32-22 203,-23 14-188,-3 5-17,0 1 1,-1 0-1,2 0 0,-1 1 1,0 0-1,17-3 0,11-3-3539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4.6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44 12262,'0'0'5610,"3"-2"-5132,8-3-241,0 1 0,0-1 0,0 2 1,0 0-1,0 0 0,1 1 0,22-1 0,43-11-672,-76 14 51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5.1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23 1 7347,'0'0'8788,"-4"11"-8465,-1 12-29,0 0 0,1 0 1,2 0-1,0 1 0,2-1 0,0 1 0,6 39 0,-3-49-236,-3-8-33,1 0 1,0-1-1,0 1 1,1 0 0,-1 0-1,1 0 1,1-1-1,-1 1 1,1-1 0,4 7-1,-5-11-14,0 0 0,0-1 0,0 1 0,0 0 0,0-1 0,0 0 0,0 1 0,0-1 0,0 0 0,0 0 0,0 0-1,0 0 1,0 0 0,0-1 0,0 1 0,4-2 0,32-10 179,6-1-21,-2 0-484,-17 2-2932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5.5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 1 11077,'0'0'3727,"-5"35"-2372,5-31-1368,4 75 2523,7-40-3250,8-9-4666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6.09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9284,'0'0'5816,"3"9"-5215,7 26 122,-2 1 0,-2 0 1,-1 0-1,1 40 0,-3-24-506,17 82-1,-20-133-637,3 10 423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6.4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42 12582,'0'0'3460,"3"-4"-3135,0 1-341,1-1 0,-1 1 0,1 0 0,0 0 0,0 1 0,0-1 0,1 1-1,-1 0 1,1 0 0,-1 0 0,1 1 0,-1-1 0,1 1 0,0 0 0,0 1-1,0-1 1,-1 1 0,10 0 0,-11 0-134,3-2-4297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16.7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4738,'0'0'11702,"2"12"-11596,25 215 2121,-19-134-1567,39 182-1,-46-272-981,5 16 836,1-13-4591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27.12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1543 1 11125,'0'0'4023,"-26"4"-3329,-1 0-572,15-3-91,0 0 0,0 1-1,1 1 1,-1 0 0,0 0 0,1 1-1,0 1 1,0 0 0,0 0-1,1 1 1,-18 13 0,-274 227 522,237-184-329,2 2-1,-73 96 1,117-134-179,1-1 0,1 2 0,2 0 0,0 2 0,2-1 0,1 1 0,2 1 0,1 0 0,1 1 0,1-1 0,2 1 0,1 1 0,0 31 0,4-56-42,0 0-1,1 0 1,-1-1-1,1 1 1,1-1 0,-1 1-1,1-1 1,0 1-1,1-1 1,-1 0 0,1 0-1,0 0 1,1 0-1,-1-1 1,1 1-1,0-1 1,1 0 0,-1 0-1,1 0 1,0-1-1,0 0 1,1 0 0,-1 0-1,1-1 1,0 1-1,0-1 1,0-1 0,0 1-1,1-1 1,-1 0-1,0 0 1,1-1 0,0 0-1,7 0 1,7 2-6,0-2 1,0 0-1,1-1 1,-1-1-1,0-2 0,0 0 1,0-1-1,0 0 1,-1-2-1,35-14 1,-41 14 4,-1-1 1,1 0 0,-1-1 0,0-1-1,-1 0 1,0 0 0,-1-1 0,1-1-1,-2 0 1,0 0 0,0-1 0,-1 0-1,0-1 1,-1 0 0,11-25 0,-16 30 2,0 0-1,0 0 1,-1 0 0,0 0 0,0-1 0,-1 1-1,0 0 1,-1-1 0,0 1 0,0-1 0,-1 1-1,0-1 1,-2-9 0,1 12 3,0 1 0,-1-1-1,1 1 1,-1 0 0,0 0-1,-1 0 1,1 0 0,-1 0-1,0 1 1,0 0 0,0 0 0,0 0-1,-1 0 1,0 0 0,0 1-1,0 0 1,0 0 0,0 0-1,-6-1 1,-6-2 25,0 1 1,0 1-1,0 0 0,-1 1 0,0 1 1,-26 0-1,7 3 32,1 1 1,-43 8 0,9 6 46,2 4 0,-110 47 1,76-27-26,102-40-87,-52 19 53,1 2-1,0 2 1,-66 41-1,106-57-53,0 1 1,0 0-1,0 1 0,1-1 0,0 2 0,1 0 1,0 0-1,1 0 0,0 1 0,0 1 1,1-1-1,1 1 0,0 0 0,0 1 0,2-1 1,-1 1-1,2 0 0,-1 0 0,-1 24 1,3-19-6,2 0 0,0 0 0,1 0 0,5 27 0,-3-36 4,-1 1 0,2-2 0,-1 1 0,1 0 0,1-1 0,-1 1 0,1-1 1,1 0-1,0-1 0,7 9 0,9 5 14,1 0 0,1-2-1,0 0 1,2-2 0,0 0 0,54 24 0,177 56 118,-214-81-122,-31-10 1,1-1 0,0 0 0,0-1 1,0-1-1,0 0 0,16 2 0,-133-16 505,-20 0 53,-343 15-701,468-7 4,1-1 122,0-1 0,0 1 1,0 0-1,1 0 0,-1 1 1,1-1-1,0 1 0,0-1 1,0 1-1,0 0 1,1 0-1,3-3 0,55-35 17,-49 33 2,89-48 20,1 4 0,123-42 1,-215 90-41,5-2 1,0 2 0,0 0 0,0 0 0,0 2 0,0 0 0,1 0 0,28 3 0,-44 0 12,0 0 0,0 0 0,0 0-1,-1 1 1,1-1 0,0 0 0,-1 1 0,1-1-1,-1 0 1,0 1 0,1-1 0,-1 1 0,0-1-1,0 0 1,0 1 0,0-1 0,0 1 0,0 1-1,-1 43 97,1-34-93,1 5 0,-1-1 1,-1 1-1,-1 0 0,0-1 1,-1 0-1,0 1 0,-11 27 1,-42 105 42,56-147-60,0-2-28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28.9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3650,'0'0'229,"30"30"334,-2-3-371,44 43 379,87 63 0,81 45 170,507 419 9,-456-312-1603,-88-83 738,-182-185-1390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22:29.39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2038 6051,'1'-29'189,"-1"24"-168,0-20 141,1 0 1,2 0-1,0 1 0,2-1 0,0 1 0,2 0 1,0 0-1,13-25 0,316-556 734,-74 144-1379,-191 325-164,0-3-834,169-245 0,-209 351 670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6:50.83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1941 1599 24575,'-10'2'0,"0"0"0,0 0 0,0 1 0,1 0 0,-1 1 0,1 0 0,0 1 0,-10 5 0,-28 13 0,-228 68 0,241-83 0,0-1 0,-1-2 0,0-2 0,0-1 0,-41-3 0,53 1 0,-65 1 0,-83-3 0,154 0 0,-1-1 0,1-1 0,0-1 0,0 0 0,1-2 0,-1 1 0,1-2 0,-22-14 0,4-1 0,2 0 0,-48-46 0,-50-42 0,-71-112 0,160 165 0,-56-104 0,83 139 0,-38-82 0,13 19 0,-20-56 0,53 123 0,1 0 0,0 0 0,2-1 0,0 1 0,-1-34 0,-10-91 0,15 135 0,0-1 0,0 1 0,1 0 0,0 0 0,0 0 0,1 0 0,0 0 0,1 0 0,0 1 0,0 0 0,1-1 0,0 2 0,0-1 0,1 0 0,0 1 0,0 0 0,1 1 0,0 0 0,0 0 0,10-7 0,8-3 0,1 1 0,0 2 0,0 0 0,2 2 0,32-10 0,108-19 0,-77 22 0,-87 17 0,30-7 0,65-7 0,-6 1 0,-68 9 0,1 1 0,44-1 0,93-5 0,-131 7 0,43-1 0,107 7 0,-137 3 0,77 18 0,-16-1 0,-84-18 0,0 2 0,0 0 0,40 20 0,-31-10 0,-1 2 0,0 2 0,-2 0 0,48 47 0,-25-22 0,-20-18 0,-2 1 0,-2 2 0,-1 1 0,-1 1 0,-1 1 0,37 73 0,42 163 0,-99-252 0,-1 1 0,0 0 0,-1 0 0,-2 1 0,0-1 0,-3 28 0,0 16 0,2-45 0,0 0 0,-1 0 0,-2-1 0,-7 29 0,7-33 0,-8 23 0,-1-1 0,-35 65 0,27-58 0,-18 49 0,34-80 0,0-1 0,-1 0 0,1-1 0,-10 11 0,-17 33 0,28-47 0,0 0 0,0 0 0,0 0 0,-1 0 0,0-1 0,0 1 0,0-1 0,0-1 0,-1 1 0,0-1 0,0 0 0,0 0 0,-8 3 0,4-2 0,-1 0 0,0-1 0,0 0 0,0-1 0,0 0 0,0-1 0,-18 2 0,26-5-1365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6:55.0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1469 24575,'59'-24'0,"-30"13"0,-1-1 0,40-24 0,34-16 0,-63 34 0,44-26 0,-56 28 0,1 2 0,0 0 0,57-18 0,-60 23 0,0 0 0,0-2 0,43-26 0,20-10 0,-15 6 0,-53 28 0,1 1 0,25-10 0,-8 7 0,15-5 0,57-31 0,-86 38 0,1 1 0,47-14 0,163-65 0,83-43 0,-239 98 0,-61 26 0,1 1 0,0 0 0,1 2 0,27-7 0,152-42 0,-170 48 0,-1 0 0,33-16 0,-32 12 0,55-14 0,-40 14 0,44-18 0,-49 16 0,70-16 0,54 1 0,-122 18 0,58-24 0,18-5 0,27 11 0,-89 19 0,-35 7 0,1-1 0,-1-1 0,-1-1 0,25-10 0,-22 8 0,0 0 0,1 2 0,33-6 0,-13 4 0,19-5 0,-23 6 0,69-23 0,-89 25 0,0 1 0,0 0 0,0 1 0,1 1 0,-1 1 0,34 3 0,-31-1 0,0-1 0,0-1 0,-1-1 0,40-8 0,-40 5-455,0 0 0,35-2 0,-33 6-6371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07.73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 0 9300,'0'0'12230,"-8"6"-12198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08.3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12070,'0'0'7582,"3"1"-6892,3 1-5177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15.1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298 136 9828,'0'0'5451,"-2"-8"-5203,0 2-342,-1-6 323,-1 1 1,0 0-1,-1-1 1,0 2-1,-7-12 1,10 19-136,-1-1 0,1 1 0,-1 0-1,0 0 1,0 0 0,0 1 0,0-1 0,0 1 0,0 0 0,-1-1 0,1 2-1,-1-1 1,0 0 0,1 1 0,-1-1 0,0 1 0,0 0 0,0 0 0,0 1 0,0-1-1,-6 1 1,5 0-73,1 1-1,-1-1 1,0 1 0,1 0-1,-1 0 1,0 0-1,1 1 1,-1 0-1,1 0 1,0 0-1,0 0 1,0 1-1,0-1 1,-6 6 0,3-1-16,0 0 1,1 0 0,0 0-1,0 1 1,0 0 0,-7 16-1,3-2 3,1 1-1,0 0 0,2 0 0,-8 47 0,12-46-1,0 0-1,2 0 1,1 0-1,0 0 1,7 38-1,-5-52 5,-1-1 0,2 1 0,-1-1 0,1 0-1,1 0 1,0 0 0,0-1 0,0 1 0,1-1 0,1 0-1,-1 0 1,1-1 0,1 1 0,-1-1 0,1-1 0,14 12 0,-18-16 11,1 0 1,-1 0-1,0-1 1,1 1-1,0-1 1,-1 0-1,1 0 1,0 0-1,-1 0 1,1 0-1,0-1 1,0 0 0,0 0-1,0 0 1,0 0-1,-1 0 1,1-1-1,5-1 1,-3 0 24,0-1 0,0 1 1,0-1-1,0-1 0,-1 1 1,1-1-1,-1 0 0,0 0 0,8-10 1,2-2-16,-1-2 0,-2 0 0,1-1 0,-2 0 1,11-26-1,-3-5-1270,-14 15-3859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15.9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2929,'0'0'11963,"0"11"-11677,19 187 1149,-1-33-299,6 77 73,-24-273-1261,1 0 0,1 0 0,2 0 1,1 0-1,1 1 0,2-1 0,1 1 0,23-52 0,-31 79 51,-1 1 0,1 0 0,0 0 0,0 0-1,0 0 1,1 0 0,-1 0 0,0 0 0,1 1 0,-1-1 0,1 0-1,-1 1 1,1-1 0,0 1 0,0 0 0,0-1 0,0 1 0,0 0-1,0 0 1,4-1 0,-4 2 24,0 1-1,0-1 1,-1 1-1,1 0 1,0-1 0,0 1-1,-1 0 1,1 0-1,0 0 1,-1 0-1,1 0 1,-1 1-1,1-1 1,-1 0 0,0 1-1,0-1 1,1 1-1,-1-1 1,0 1-1,0 0 1,-1-1 0,1 1-1,1 4 1,6 13 249,0 1-1,-1 0 1,6 34 0,-8-31-325,1 0 0,13 31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16.6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154 10 13926,'0'0'3357,"-11"6"-3107,2 0-238,-1 0-1,1 0 0,0 1 0,0 0 0,1 1 0,0 0 0,0 0 1,1 1-1,0 0 0,-7 12 0,8-10 156,-1 1-1,2 0 1,0 0 0,0 0-1,1 1 1,0 0-1,2 0 1,-1 0 0,1 0-1,0 25 1,3-37-170,-1 0 1,0 0-1,1 0 0,-1 0 1,1 0-1,-1 0 1,1 0-1,0 0 0,-1 0 1,1 0-1,0 0 1,0-1-1,0 1 0,-1 0 1,1-1-1,0 1 0,0 0 1,0-1-1,0 1 1,0-1-1,0 1 0,0-1 1,0 0-1,1 1 1,-1-1-1,0 0 0,0 0 1,0 0-1,0 0 1,0 0-1,0 0 0,0 0 1,1 0-1,-1 0 0,2-1 1,1 1-9,0-1 1,0 0-1,0 1 0,-1-1 1,1 0-1,0-1 1,0 1-1,-1-1 0,6-2 1,-2-3-1,0 0 0,0 0 1,0 0-1,-1-1 0,0 0 1,0 0-1,-1-1 0,0 1 1,-1-1-1,0 0 0,0-1 1,3-12-1,-2 4-9,-1-1-1,-1 0 1,-1 0-1,-1 0 1,-1-29-1,-2 31 84,-1 23 49,1 30 159,6-13 25,1 0 1,1 0-1,13 34 1,-15-46-199,1 0-1,0-1 1,0 0 0,1 0 0,1 0-1,0-1 1,0 0 0,0 0 0,12 10 0,-16-17-153,-1 0 1,1 0 0,0-1 0,-1 1 0,1-1 0,0 1 0,0-1-1,0 0 1,0 0 0,0 0 0,0-1 0,0 1 0,0-1-1,0 0 1,0 0 0,0 0 0,1 0 0,-1 0 0,0-1 0,0 1-1,0-1 1,0 0 0,0 0 0,5-2 0,-5 1-380,0 1 1,-1-1 0,1 0-1,-1 0 1,0 0-1,0 0 1,0-1 0,0 1-1,0 0 1,0-1 0,0 0-1,-1 1 1,1-1-1,-1 0 1,0 0 0,1-3-1,2-6-5454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19.7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198 58 5683,'0'0'4391,"-5"-8"-3793,3 3-543,1 2 47,-1 1-1,1-1 0,-1 0 1,1 1-1,-1-1 0,0 1 0,0 0 1,0-1-1,0 1 0,0 0 0,0 0 1,0 1-1,-1-1 0,1 0 1,-1 1-1,0-1 0,1 1 0,-1 0 1,0 0-1,0 0 0,0 0 1,0 0-1,0 1 0,-3-1 0,0 2-41,0 0-1,0 0 1,0 0-1,0 1 0,0 0 1,0 0-1,1 0 0,-1 1 1,1 0-1,0 0 0,0 0 1,0 1-1,0-1 1,0 1-1,1 1 0,0-1 1,-6 8-1,6-8-59,1 0 0,0 0 1,1 0-1,-1 0 0,1 1 0,-1-1 0,1 1 0,1-1 1,-1 1-1,1 0 0,0 0 0,0 0 0,0 0 0,0 0 1,1 0-1,0 0 0,0 0 0,1 0 0,-1-1 0,1 1 1,0 0-1,3 8 0,-3-11-1,0 0 1,1-1 0,-1 1-1,1 0 1,-1 0-1,1-1 1,0 1 0,0-1-1,-1 0 1,1 1-1,0-1 1,0 0 0,1 0-1,-1 0 1,0-1-1,0 1 1,0 0 0,1-1-1,-1 1 1,0-1-1,0 0 1,1 0 0,-1 0-1,0 0 1,1 0-1,-1 0 1,0-1 0,1 1-1,2-2 1,6 0-4,-1-1 0,1 0 0,-1 0 0,19-10 0,-19 7 3,61-27-25,-66 32 25,-1-1-1,1 1 1,0 0-1,0 0 0,-1 0 1,1 1-1,0 0 1,0 0-1,0 0 1,0 0-1,0 1 1,0 0-1,7 2 1,-9-1 9,0 0 0,0 0-1,1 0 1,-1 1 0,0-1 0,-1 1 0,1 0 0,0 0 0,-1 0-1,0 0 1,0 0 0,0 0 0,0 1 0,0-1 0,-1 1 0,1 0-1,-1-1 1,0 1 0,0 0 0,0 0 0,-1 0 0,1 7 0,0-6 5,-1 0 1,1 1-1,-1-1 1,-1 0-1,1 1 1,-1-1-1,0 0 1,0 0 0,0 1-1,-1-1 1,0 0-1,0 0 1,0 0-1,0-1 1,-7 10-1,2-9 31,-1 1-1,1-1 0,-1 0 0,-1-1 0,1 0 0,-1 0 1,1-1-1,-1 0 0,0 0 0,0-1 0,0 0 0,0-1 1,-1 0-1,1 0 0,0-1 0,-1-1 0,1 1 0,0-1 1,0-1-1,0 0 0,-18-6 0,26 8-103,0 0 1,0-1-1,0 1 1,0-1-1,0 0 0,0 1 1,0-1-1,0 0 0,0 0 1,0 0-1,0 1 0,0-1 1,0 0-1,1 0 0,-1 0 1,0 0-1,0-3 0,-1-12-4791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20.4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114 126 9460,'0'0'3431,"8"-1"-3393,1-1-19,1-1 1,-1 0-1,0-1 1,0 1-1,15-10 1,-22 12 14,0 0 1,0 0 0,0 0 0,0-1 0,-1 1 0,1 0-1,0-1 1,0 0 0,-1 1 0,1-1 0,-1 0 0,0 0-1,1 0 1,-1 1 0,0-1 0,0-1 0,0 1 0,0 0 0,-1 0-1,1 0 1,0 0 0,-1-1 0,0 1 0,1 0 0,-1 0-1,0-1 1,0 1 0,0 0 0,-1-1 0,1 1 0,-1 0-1,1 0 1,-1 0 0,1-1 0,-1 1 0,-2-3 0,1 3 13,0 0 1,0 0-1,0 0 1,-1 0 0,1 1-1,-1-1 1,1 1 0,-1-1-1,0 1 1,0 0-1,1 0 1,-1 0 0,0 0-1,0 1 1,0-1 0,0 1-1,0 0 1,0 0-1,0 0 1,0 0 0,-3 1-1,-1-1 50,1 0-1,-1 1 1,1 0-1,-1 0 1,1 1 0,0 0-1,0 0 1,-10 5-1,9-3-38,1 0 0,0 1 0,0 0 0,0 0 0,1 1 0,0 0 0,0 0 0,0 0 0,1 0 0,0 1 0,0 0 0,0 0 0,1 0 0,-3 8 0,3-1 89,0-1-1,1 1 1,0 0-1,1 0 1,0 0 0,3 27-1,-2-37-100,1-1 0,-1 1-1,1 0 1,0-1 0,0 1-1,0 0 1,0-1 0,0 0 0,1 1-1,0-1 1,-1 0 0,1 0-1,1 0 1,-1 0 0,0 0-1,1 0 1,-1 0 0,1-1 0,0 0-1,0 1 1,0-1 0,0 0-1,0 0 1,1-1 0,-1 1-1,0-1 1,7 2 0,-5-1-3,0-2 1,0 1 0,0 0-1,0-1 1,0 0 0,0 0 0,0-1-1,0 1 1,0-1 0,0 0-1,0-1 1,0 1 0,0-1-1,-1 0 1,1 0 0,0 0-1,-1-1 1,0 0 0,6-4-1,5-6-1,-2 0 0,0-1-1,0 0 1,17-28 0,-6-4-2941,-22 40-106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28.76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 0 7171,'0'0'3621,"0"11"-3304,3 52 547,-4 1-1,-12 90 1,12-122-757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29.0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6579,'0'0'6147,"77"47"-5715,-62-35-272,0 0-64,-4-1 64,1-2-64,-2-1 0,-3-2-96,0-1-64,-1-2 32,0-2-928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29.37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8644,'0'0'5272,"4"13"-4912,13 47 110,-4-13 170,28 73 0,-32-105-1062,0-9-4417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29.64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58 9604,'0'0'3794,"40"-38"-3778,-23 33 112,-1 0-112,0 3 48,-3 0-16,-2-1-16,-1 2 0,0-1 32,-1 2-64,-2 0-448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0.2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141 9 11205,'0'0'4175,"-9"2"-3894,4 0-317,-9 2 182,1 1 0,0 0 0,0 1 0,-13 7 1,23-11-105,-1 0 0,1 1 0,0-1 1,0 0-1,0 1 0,0 0 0,0 0 1,1 0-1,-1 0 0,1 0 0,0 0 1,0 1-1,0-1 0,0 1 0,1 0 1,-1-1-1,1 1 0,0 0 0,0 0 1,1 0-1,-2 7 0,2-10-43,0 1-1,0-1 1,1 1-1,-1-1 1,0 1-1,0-1 1,1 0-1,-1 1 1,1-1-1,-1 0 1,1 1-1,-1-1 1,1 0-1,0 1 1,0-1-1,0 0 1,0 0-1,0 0 1,0 0-1,0 0 1,0 0-1,0 0 1,2 1-1,0-1 2,1 1-1,-1-1 1,0 0-1,0 0 1,0-1-1,0 1 1,1-1-1,-1 0 1,0 0-1,5 0 1,0-1 5,0 1 0,-1-2 0,1 1 1,-1-1-1,0 0 0,0-1 0,0 0 1,0 0-1,9-5 0,-9 2 7,0 0 1,1 0-1,-2-1 1,1 0-1,-1 0 1,0 0-1,-1-1 0,8-12 1,-13 18-8,1 1 1,0-1-1,0 1 0,-1-1 1,1 0-1,-1 0 0,0 1 0,1-1 1,-1 0-1,0 0 0,0 1 1,0-1-1,0 0 0,0 0 1,-1 0-1,1 1 0,0-1 1,-1 0-1,1 1 0,-2-3 1,0 2 1,0 0 0,0 0 1,0 0-1,0 0 0,0 1 1,0-1-1,0 1 0,0 0 1,-1 0-1,1-1 0,-1 1 0,1 1 1,-1-1-1,1 0 0,-1 1 1,0-1-1,1 1 0,-5 0 1,-32-2-82,19 7-1901,19-5 1699,1 1 0,-1-1-1,1 0 1,-1 1 0,1-1 0,-1 0 0,1 1 0,-1-1 0,1 0 0,-1 1 0,1-1 0,0 1 0,-1-1 0,1 1 0,0-1 0,-1 1 0,1-1 0,0 1 0,0-1 0,-1 1 0,1 0 0,0-1 0,0 1 0,0-1 0,0 2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0.7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45 8836,'0'0'6350,"9"-4"-6078,9-4-521,1 1 0,1 0 0,0 1 0,0 2 0,30-5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1.14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 0 9460,'0'0'3559,"-1"11"-3062,-1 20-83,2 1 1,1-1 0,1 0 0,2 1 0,1-1 0,1 0 0,13 34-1,-19-63-415,1-1 0,-1 1 0,1-1-1,0 1 1,0-1 0,0 1 0,-1-1 0,1 1-1,0-1 1,1 0 0,-1 0 0,0 1-1,0-1 1,1 0 0,-1 0 0,0 0-1,1 0 1,-1-1 0,1 1 0,-1 0-1,1-1 1,-1 1 0,1-1 0,0 1 0,1 0-1,2-1 12,-1 0-1,0-1 0,0 1 1,0-1-1,0 0 0,0 0 1,0 0-1,0 0 0,0-1 1,4-1-1,7-5-10,-1-1 1,0 0-1,0-1 0,14-13 0,-26 15-4177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1.4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46 9428,'0'0'5475,"36"-24"-5427,-24 21 0,-3 0 32,2 1-80,-3 0 80,0-1-64,0 0-32,0 1-48,2-1-192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1.80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8948,'0'0'5725,"4"11"-5348,65 216 2144,-51-187-7078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2.0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41 6467,'0'0'7491,"22"-28"-7331,-14 24-96,-1 3 1,-2 1 63,0-1-64,0 1-48,0-1 64,-1 0-80,3 0-449,-3-2-1183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2.4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11733,'0'0'2068,"3"11"-1518,14 60 551,-4-15-206,2-1 1,3 0-1,38 82 0,-52-132-1838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2.9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62 13702,'0'0'3122,"0"-4"-2957,1 2-103,0-1-1,0 1 0,0-1 1,0 1-1,0-1 1,1 1-1,-1 0 0,1-1 1,-1 1-1,1 0 1,0 0-1,0 0 0,0 1 1,0-1-1,0 0 1,1 1-1,-1-1 0,0 1 1,1 0-1,-1 0 1,1 0-1,4-2 1,3 0 7,-1 1 0,1-1 0,0 1 0,0 1 0,17-1 1,-26 3-58,0 0 1,0 0 0,0 0-1,0 0 1,-1 0 0,1 0-1,0 0 1,-1 0 0,1 0-1,0 0 1,-1 1 0,0-1 0,1 0-1,-1 0 1,0 1 0,1-1-1,-1 0 1,0 0 0,0 2-1,4 30 264,-4-32-248,-1 98 847,-1-77-1186,2 0-1,0 0 1,5 40-1,-3-55-1453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3.3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13286,'0'0'3511,"3"6"-3404,8 17 461,-2-1 1,-1 2 0,0-1 0,6 43-1,15 45 153,7-24-2054,-29-70-1480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3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74 11461,'0'0'6214,"7"-5"-5926,9-5 45,0 0 0,1 1 0,0 1 0,1 0 1,0 2-1,0 0 0,25-5 0,-41 11-1104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6.5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5442,'0'0'4704,"0"-3"-3815,0 6 572,3 21-1131,2 1-1,0 0 1,2-1-1,19 46 0,9 31 153,-38-110-301,-5-12-208,2 0 0,0-1 0,-3-28-1,9 40 21,-1 0 0,1 1 0,1-1 0,0 0 0,0 1 0,1-1 0,3-11 0,-4 19 9,0-1 0,1 0 0,-1 1 0,1-1 0,0 1 0,-1 0 0,1-1 0,0 1 0,0 0 0,0 0 1,1 0-1,-1 0 0,0 1 0,1-1 0,-1 1 0,1-1 0,0 1 0,-1 0 0,1 0 0,0 0 0,0 0 0,0 1 0,-1-1 0,1 1 0,0-1 0,0 1 0,0 0 0,3 1 0,-2-1 26,0 0-1,0 0 1,0 1-1,-1-1 1,1 1-1,0 0 1,0 1-1,-1-1 1,1 0-1,-1 1 1,1 0-1,-1 0 1,0 0 0,1 0-1,-1 1 1,0-1-1,-1 1 1,1-1-1,0 1 1,-1 0-1,3 5 1,3 5 131,0 1 0,-1 0 1,-1 0-1,5 19 0,-7-19-108,2 0 0,-1-1 0,12 20 0,-12-29-657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7.0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 10661,'0'0'4690,"7"0"-4415,66-2 383,-39 2-4584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7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44 10709,'0'0'2809,"34"-2"-1408,-18-4-1007,0-1-251,1 1 1,0 0-1,0 1 0,1 1 1,-1 1-1,19-2 1,-35 5-35,-2 7 11,0 0-1,0 0 1,0-1 0,-1 1-1,0 0 1,-1-1-1,1 1 1,-1-1-1,0 0 1,-5 7 0,-48 63 609,20-29-223,35-44-1270,-10 11 2143,7-10-4131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7.87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11765,'0'0'2273,"76"-1"-1968,-59 1-113,0 0 0,-3 0 0,-3 0 64,-4 4-128,-2-1-48,0-1 64,-3-1-144,0 1 0,1 0-64,-1 2-1393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8.1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9028,'0'0'6435,"5"41"-6243,1-30 16,-2 2 48,0-1 17,0-2-97,-3-1-176,4-2 0,-3 0-32,-1-4-257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8.51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60 11429,'0'0'3941,"10"-2"-3421,272-45 1932,-275 43-2425,-6-2-4470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9.47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133 26 3682,'0'0'9471,"0"-2"-9278,0 1 1,0-1 0,0 0-1,-1 0 1,1 1-1,-1-1 1,1 0 0,-1 1-1,0-1 1,1 1-1,-1-1 1,0 1 0,-1-3-1,-4 4-62,0 0-1,1 0 1,-1 0-1,1 1 1,-1-1-1,1 1 0,-1 0 1,1 1-1,-1 0 1,1 0-1,0 0 1,0 0-1,0 1 1,-9 6-1,11-7-131,0 0 0,0 1 0,1-1 0,-1 1 0,1 0-1,0-1 1,0 1 0,0 0 0,0 1 0,0-1 0,1 0 0,-1 0 0,1 1-1,0-1 1,0 1 0,0-1 0,0 1 0,1-1 0,-1 1 0,1 0 0,0-1-1,0 1 1,1-1 0,0 7 0,0-8 2,-1 0-1,1-1 1,-1 1 0,1 0-1,0 0 1,0-1 0,0 1-1,0-1 1,0 1 0,0-1-1,1 1 1,-1-1 0,0 0-1,1 1 1,-1-1 0,1 0-1,-1 0 1,1 0 0,0 0-1,-1 0 1,1-1 0,0 1-1,0 0 1,0-1 0,-1 1-1,1-1 1,0 0 0,0 0-1,0 1 1,0-1 0,0 0-1,0-1 1,0 1 0,-1 0-1,1-1 1,0 1 0,0-1-1,3 0 1,1-1 13,1 0 0,-1 0 0,0 0 0,1-1 0,-1 0 0,-1 0 0,1-1 0,0 0 0,8-6 0,-13 8 11,1 1 0,-1 0 0,1-1 0,-1 0 0,1 1 0,-1-1 0,0 0 0,0 1 0,0-1 0,0 0 0,0 0 1,0 0-1,-1 0 0,1 0 0,0 0 0,-1 0 0,0 0 0,1 0 0,-1 0 0,0 0 0,0 0 0,0 0 0,-1 0 1,1-1-1,0 1 0,-1 0 0,1 0 0,-1 0 0,0-2 0,-21-14-849,-12 12-4766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39.88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10709,'0'0'3871,"4"11"-3748,43 146 1334,-36-107-772,3 0 1,30 68-1,-36-108-3457,-8-10 2683,1 0 0,-1 0-1,0 0 1,0 0-1,0 0 1,0 0-1,0 1 1,1-1-1,-1 0 1,0 0 0,0 0-1,0 0 1,0 0-1,1 0 1,-1 0-1,0 0 1,0 0 0,0 0-1,1 0 1,-1 0-1,0 0 1,0 0-1,0 0 1,0 0 0,1-1-1,-1 1 1,0 0-1,0 0 1,0 0-1,0 0 1,1 0-1,-1 0 1,0 0 0,0 0-1,0-1 1,0 1-1,0 0 1,0 0-1,0 0 1,1 0 0,-1 0-1,0-1 1,0 1-1,0 0 1,0 0-1,0 0 1,0 0-1,0-1 1,0 1 0,0 0-1,0 0 1,0 0-1,0-1 1,0 1-1,0 0 1,0 0 0,0 0-1,0 0 1,0-1-1,0 1 1,0 0-1,0 0 1,0 0 0,-1-1-1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0.2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1 9364,'0'0'5886,"1"8"-5729,2 56 1600,-6 70 0,2-91-4553,0-8-4432,1-43 1853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0.48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4786,'0'0'9586,"11"5"-8978,11 4-169,-1 2-1,0 1 1,0 1 0,24 20-1,-21-21-436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0.7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12566,'0'0'2958,"4"12"-2605,20 51 378,39 93 589,-62-156-1425,3 8-770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1.0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63 9012,'0'0'5603,"1"-5"-5270,1 3-216,0-1-1,0 0 1,0 1-1,0-1 1,0 1-1,0-1 1,1 1 0,-1 0-1,1 0 1,0 0-1,0 0 1,0 1-1,-1-1 1,1 1-1,1 0 1,4-2-1,28-10-68,-3 5-3307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1.7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76 19 10533,'0'0'4490,"-43"12"-3124,40-9-1330,0 0 1,0 0 0,0 1-1,1 0 1,-1-1-1,1 1 1,0 0-1,0 0 1,0 0 0,0 0-1,1 1 1,0-1-1,0 0 1,0 1-1,0-1 1,1 0 0,0 1-1,-1-1 1,2 1-1,-1-1 1,0 1-1,1-1 1,1 6 0,0-8-35,-1 0 0,0-1 1,1 1-1,-1 0 1,1-1-1,-1 1 0,1-1 1,0 1-1,-1-1 1,1 0-1,0 0 0,0 1 1,0-1-1,0-1 1,0 1-1,0 0 0,1 0 1,-1-1-1,0 1 1,0-1-1,0 0 0,1 0 1,-1 0-1,4 0 1,0 0 14,0 0 0,0 0 0,1 0 0,-1-1 0,0 0 0,0 0 0,-1 0 0,8-3 0,-7 0 9,0 1 0,-1-1 0,1-1 0,-1 1 0,0-1 0,0 0 0,0 0-1,-1 0 1,7-11 0,-9 12-11,0 1-1,0-1 0,0 0 0,0 1 0,-1-1 1,0 0-1,1 0 0,-1 0 0,-1 0 0,1 0 1,-1 0-1,0-1 0,1 1 0,-2 0 0,1 0 1,0 0-1,-3-8 0,2 11 15,-1-1 1,1 1-1,-1 0 0,1 0 0,-1-1 1,0 1-1,0 0 0,1 0 1,-1 0-1,0 1 0,0-1 1,0 0-1,0 1 0,0-1 1,0 1-1,0 0 0,0 0 1,0-1-1,0 1 0,0 1 0,-3-1 1,-48 3 24,52-3-67,-28 8 62,-5 0-3201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4.5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69 9588,'0'0'4827,"63"-36"-3734,-50 31-1038,0 0-30,-1 0 0,1 1-1,1 0 1,-1 1-1,0 0 1,21-1-1,-34 9 30,0 0 0,0 0-1,-1 0 1,1 0 0,-1 0-1,0 0 1,-2 6 0,-12 23-47,-2-1 0,0-1 0,-2 0-1,-31 38 1,46-65-561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4.87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7027,'0'0'5392,"11"4"-4944,7 4-96,-1 1 0,0 1-1,0 1 1,-1 0 0,17 16 0,-20-20-880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5.2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5699,'0'0'6440,"3"10"-6024,80 241 3290,-78-238-3822,14 36 560,-1-28-3267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5.79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72 1 9604,'0'0'4955,"-4"13"-4499,-61 236 1475,62-230-1907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6.05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24 6147,'0'0'6768,"10"-5"-6101,32-14-34,-39 19-548,0 1 0,0-1 1,0 1-1,0-1 1,0 1-1,0 0 0,0 0 1,0 0-1,0 0 1,-1 1-1,1-1 0,0 1 1,-1 0-1,0 0 1,1-1-1,-1 2 0,0-1 1,0 0-1,0 0 1,3 5-1,9 6-19,-2-3-77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6.3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0 4610,'0'0'9428,"-1"63"-9123,6-54-81,-1 2-224,-1-2 160,-2-1-160,3-1-64,-1-1-16,1-3-1265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6.6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75 11813,'0'0'3106,"11"-5"-2727,18-7-505,80-32 1819,-99 41-2488,1 0-1,0 1 1,0 0 0,18-1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7.0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67 9796,'0'0'4072,"14"-2"-2800,31-23-669,13-6-400,-55 29-199,0 1 0,1 0-1,-1 0 1,1 0 0,-1 0-1,1 1 1,-1-1 0,1 1 0,0 0-1,-1 0 1,1 0 0,-1 0 0,1 1-1,4 1 1,-6-1 30,-1 0 1,0 0-1,1 0 1,-1 0-1,0 0 1,0 1-1,0-1 0,0 0 1,0 1-1,0-1 1,0 1-1,0 0 1,-1-1-1,1 1 0,0-1 1,-1 1-1,1 0 1,-1-1-1,0 1 1,0 0-1,0 0 0,0 2 1,1 48 546,-2-38-537,1-8-154,0 12-26,0-7-3007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7.76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73 8692,'0'0'5090,"4"-4"-4633,4-4-380,0 1 0,1 1 0,0 0 0,0 0 0,1 1 0,-1 0 0,1 0 0,0 1 0,1 0 0,-1 1 0,1 0 0,-1 1 0,1 0 0,15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8.32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21 0 9060,'0'0'3388,"-4"9"-2982,0 8-140,0 0 0,1 0 0,1 0 0,0 0 0,1 1 0,1-1 0,1 0 0,0 1 0,5 19 0,-6-35-265,0-1 0,0 0 0,0 1 0,0-1 0,0 0 0,0 0 0,1 1 0,-1-1 1,0 0-1,1 0 0,-1 1 0,1-1 0,-1 0 0,1 0 0,0 0 0,0 0 0,-1 0 0,1 0 0,0 0 1,0 0-1,0 0 0,0 0 0,0 0 0,0 0 0,0-1 0,0 1 0,1 0 0,-1-1 0,0 1 0,0-1 0,2 1 1,1-2 4,-1 1 0,0-1 0,1 0 0,-1-1 0,0 1 0,0-1 0,0 1 0,0-1 0,5-3 0,-5 3-1,0-1-1,1 1 0,-1 0 1,1 0-1,0 1 0,0-1 1,0 1-1,-1 0 0,8-2 0,-9 8 31,0-1-1,-1 1 0,0-1 1,0 1-1,0-1 0,-1 1 0,1 0 1,-1-1-1,0 1 0,-2 8 0,2-7-10,0 4-179,0 19 494,0-10-3274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8.6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76 3618,'0'0'10554,"7"-2"-9855,44-19-9,-34 13-583,1 0 0,0 1 1,0 1-1,0 1 0,0 1 0,32-4 0,-45 1-4335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9.0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9444,'0'0'4418,"0"5"-4007,5 39 591,2-2-1,15 52 1,-11-50-533,9 16 260,-10-33-1439,-1-1-3399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9.2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6867,'0'0'8212,"11"63"-7780,-3-41-320,-2-2 160,-1-1-224,0-3 96,-1-2-144,0-3-48,1-4-608,0-1-945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49.9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59 9877,'0'0'3724,"3"-6"-3399,0 2-228,0 0-1,1 0 0,-1 0 0,1 0 0,0 1 0,0-1 1,0 1-1,1 0 0,-1 0 0,1 1 0,-1-1 0,1 1 1,0 0-1,0 0 0,0 1 0,0-1 0,0 1 0,0 0 1,1 1-1,6-1 0,-10 4-25,1 0 0,-1 1 0,0-1 0,0 1 0,-1-1 0,1 1 0,-1-1 0,0 1 0,0 0 0,0 0 0,1 7 0,0-3 0,1 2-35,3 9 64,-1-1 1,-1 0 0,-1 1-1,1 22 1,-6-38-86,-1-1-1,-1 0 1,1 0-1,0 0 1,0 0 0,-1 0-1,1-1 1,-1 1-1,1-1 1,-1 0 0,0 0-1,-6 0 1,2 1-8,-7 3-253,-11 3 482,9-6-5567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0.1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57 10533,'0'0'4610,"62"-43"-4338,-51 38-96,-3 4 16,-2-2-176,0 1 48,-1 1-32,-1 0-32,0 0-80,-1 1-896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0.43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48 8596,'0'0'5763,"56"-26"-5587,-43 18-64,-2 5-16,0-1-64,-3 1-32,-3 1 0,0 0-993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0.7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11221,'0'0'3751,"3"9"-2942,20 56 242,51 94 1,-73-156-1115,1 0-659,3 8-371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1.18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12838,'0'0'2204,"0"10"-1740,1 1-231,0-1 1,0 0-1,1 1 1,0-1-1,6 15 0,-7-22-161,0 0-1,0 0 0,0 0 0,1 0 1,-1-1-1,1 1 0,0-1 0,0 1 1,0-1-1,0 1 0,0-1 0,1 0 1,-1 0-1,0 0 0,1 0 0,0 0 1,-1-1-1,1 1 0,0-1 0,0 0 0,0 0 1,0 0-1,0 0 0,0 0 0,0-1 1,6 1-1,-1-1-4,0-1 0,-1 0 1,1-1-1,0 0 0,-1 0 0,1 0 0,-1-1 0,0 0 1,0-1-1,0 1 0,0-1 0,10-9 0,45-22 261,-57 34-281,2-2-1811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7.80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54 12022,'0'0'4490,"5"-3"-4445,13-6-43,-1 2 1,1 0-1,0 0 0,0 2 1,0 0-1,1 2 1,0 0-1,37-1 0,-55 5 11,-1 0-1,1 0 1,0 0 0,0 0-1,-1 0 1,1 1-1,-1-1 1,1 0 0,-1 0-1,1 1 1,-1-1-1,0 0 1,0 1 0,1-1-1,-1 0 1,0 1-1,0-1 1,0 1 0,-1-1-1,1 2 1,-4 33 149,-5-14-50,-1 0 0,-1-1 0,-1 0 0,-26 35 0,7-11-101,22-33 175,1 0-1058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8.10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9380,'0'0'5923,"62"8"-5795,-50-3-48,-4 2 0,2-2 96,-3 0 96,-1 0-144,-2-1-96,1-2 16,0 2-32,-2-3-16,0-1-480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8.3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31 13046,'0'0'2001,"41"-26"-1953,-35 25-32,-1 1-32,0-1 64,-1 1-80,-1 0 32,2-1-32,0 0-865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8.69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10037,'0'0'4332,"1"7"-4148,61 201 3555,-23-122-7598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9.1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1233,'0'0'13667,"2"10"-13515,-1-1 7,1 0 0,0 0 0,1 0 0,0-1 0,0 1 0,9 15-1,-11-22-122,0 0-1,1-1 0,-1 1 1,0 0-1,0 0 0,1-1 1,-1 1-1,1-1 0,0 0 1,-1 1-1,1-1 0,0 0 1,0 0-1,0 0 0,0 0 1,0 0-1,0 0 0,0-1 1,0 1-1,0-1 0,0 1 1,0-1-1,0 0 0,0 0 1,0 0-1,1 0 0,-1 0 0,0 0 1,0-1-1,0 1 0,0-1 1,0 1-1,0-1 0,0 0 1,0 0-1,0 0 0,0 0 1,0 0-1,-1 0 0,1-1 1,2-1-1,18-11 49,-16 11-78,0 0 0,0 0 0,0-1 0,-1 0 0,1 0-1,-1 0 1,0-1 0,0 1 0,-1-1 0,0-1 0,5-6 0,-9 6-2759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7:59.9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6 6323,'0'0'9511,"-6"-2"-9122,4 1-351,-1 1 1,0-1-1,0 0 0,1 1 0,-1-1 0,0 1 0,0 0 0,0 0 0,1 0 0,-1 1 0,0-1 0,0 0 0,1 1 0,-1 0 0,0 0 0,1 0 1,-1 0-1,1 0 0,-1 0 0,1 1 0,-1-1 0,1 1 0,0 0 0,0-1 0,0 1 0,0 0 0,0 0 0,0 1 0,0-1 0,1 0 1,-1 0-1,1 1 0,0-1 0,-1 1 0,1 0 0,0-1 0,1 1 0,-1 0 0,0-1 0,0 6 0,0-5-30,1 0-1,-1 1 0,1-1 1,-1 0-1,1 1 1,0-1-1,0 1 0,1-1 1,-1 1-1,1-1 1,-1 0-1,1 1 1,0-1-1,0 0 0,1 0 1,-1 1-1,1-1 1,-1 0-1,1-1 0,0 1 1,0 0-1,1 0 1,-1-1-1,0 1 1,1-1-1,-1 0 0,1 0 1,0 0-1,0 0 1,0 0-1,0 0 0,0-1 1,0 0-1,0 1 1,1-1-1,-1-1 1,0 1-1,1 0 0,-1-1 1,1 1-1,-1-1 1,0 0-1,1 0 0,-1-1 1,1 1-1,-1-1 1,0 1-1,1-1 1,4-2-1,-6 2-1,0 0-1,1-1 1,-1 1 0,0-1-1,0 1 1,0-1 0,0 0 0,0 0-1,0 0 1,0 0 0,-1 0-1,1-1 1,-1 1 0,1 0-1,-1-1 1,0 1 0,0-1-1,0 1 1,0-1 0,-1 1 0,1-1-1,-1 0 1,1 1 0,-1-1-1,0 0 1,0 0 0,-1-4-1,1 3 1,0 0 0,0-1 0,-1 1 0,1-1 0,-1 1 0,0 0 0,0 0 0,-1 0 0,0 0 0,1 0 0,-1 0 0,-1 0 0,1 0 0,0 1 0,-1-1 0,-4-4 0,-18-6-32,18 13-5142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0.3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11653,'0'0'3589,"7"9"-3208,9 19 182,-1 2 0,-2-1 0,20 64 0,-20-53-340,-3-5-141,3 0 0,0 0 1,27 45-1,-37-76-44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1.37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45 3842,'0'0'10098,"21"-1"-8727,37-18-1311,-46 14-33,0 1-1,1 0 1,0 0-1,0 2 0,20-3 1,-32 5 63,-1 6 73,0 0 0,0 0 0,0-1-1,-1 1 1,0 0 0,-2 7 0,-9 18 247,-32 56 0,26-56-326,-18 48 1,32-70-379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1.62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8244,'0'0'4226,"66"0"-3986,-52 6 112,0-1-144,-5 2 272,3-1-288,-2 0-96,-1 0-64,-1 0-64,-1 0 16,-1 0-768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1.9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2961,'0'0'12934,"13"58"-12710,-4-44 241,-1-1-113,-2 1-96,-1-2-176,0-3 0,-2 1-48,0-3-32,0-3-80,0 0-993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2.28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0 131 12534,'0'0'3441,"14"-5"-3086,294-97 2286,-247 79-3401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2.78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38 12806,'0'0'4063,"25"-1"-3906,25-16 17,-42 14-162,0-1-1,1 2 1,-1-1 0,1 1 0,-1 0 0,17-1 0,-24 51 204,-2-32-143,-1-1 1,-1 1 0,0-1 0,-1 0 0,-1 0 0,-11 23-1,-9 31-242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3.03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61 12950,'0'0'3554,"65"-39"-3474,-53 33-80,-2 3 96,1 0-80,-7 2 64,2 0-64,-1 0-16,-1 1-32,0-3 0,0 1-256,0 0-977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3.31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11045,'0'0'4994,"4"10"-4377,24 63 579,20 50 1148,-12-47-5602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3.7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9540,'0'0'5712,"3"11"-5458,0-3-166,0 0 0,0-1 0,0 1 0,1 0 0,0-1 1,7 9-1,-8-13-1,-1 0-1,1 0 1,0 0 0,0-1 0,0 1 0,0-1-1,0 0 1,0 0 0,1 0 0,-1 0 0,1 0-1,0-1 1,-1 0 0,1 0 0,0 0 0,0 0-1,0 0 1,-1-1 0,7 0 0,0-1-66,0-1 0,0 0 0,0 0 0,0-1-1,-1-1 1,1 0 0,-1 0 0,0-1 0,0 0 0,-1 0 0,1-1 0,-1 0 0,0-1 0,-1 0 0,0 0 0,0 0-1,0-1 1,7-12 0,-13 19-369,0 0 104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4.6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18 3 8852,'0'0'8873,"-18"0"-8680,101-2 714,-39 2-1462,-1-1-3452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5.1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55 8420,'0'0'2697,"10"-3"-2089,29-10-326,-16 4 105,0 2 0,1 0 0,0 1 0,38-3 2564,-63 15-2770,-1 0 0,-1 0 1,1 0-1,-1-1 0,0 1 0,0-1 0,-1 1 0,-6 7 0,-7 13 97,10-12-308,-8 12-488,2 2-1,-15 43 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5.33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12486,'0'0'3665,"74"0"-3489,-62 0-31,1 0-33,-2 0 0,-1 3-16,-2-1-64,2-1-16,-4 3-32,0-1-288,0 0-1153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9.2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1 119 5555,'0'0'9641,"17"-13"-8710,10-1-569,1 1 0,0 1 0,44-11 0,40-16-358,-108 37-250,4-1 463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09.69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0 7652,'0'0'6546,"-1"7"-6191,0 9 71,1 0-1,1 1 0,1-1 0,0 0 0,1 0 0,0 0 1,10 24-1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10.6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43 11317,'0'0'5830,"-2"0"-5609,116-42 192,-112 42-401,-1 1 0,0-1 0,0 1 0,0 0 0,0-1 0,0 1 0,0 0 0,0 0 0,0 0-1,0 0 1,0 0 0,0 0 0,0 0 0,0 0 0,-1 0 0,1 1 0,-1-1 0,1 0-1,-1 0 1,1 1 0,-1-1 0,0 0 0,1 0 0,-1 1 0,0-1 0,0 3 0,8 44 317,-7-45-281,3 32 295,-3-13-241,1-1 0,2 1 0,0-1 0,1 0 0,1 0 0,11 25 0,-13-45-1501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11.00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12134,'0'0'4943,"1"9"-4743,5 25 75,1 0 0,2-1 1,1 0-1,1-1 0,2 0 0,2-1 0,35 57 0,-45-83-520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11.3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76 11301,'0'0'5387,"4"-6"-4739,6-2-354,-1 0 1,1 1-1,1 0 1,-1 0-1,1 1 1,0 1-1,1 0 0,-1 0 1,1 1-1,12-2 1,-19 5-508,0 0-1707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19.22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104 9 7187,'0'0'5750,"-62"3"-2504,58 0-3246,1 1-1,-1 0 0,1-1 0,0 1 0,0 0 1,0 1-1,0-1 0,1 0 0,-1 1 0,1-1 0,0 1 1,1 0-1,-1 0 0,1 0 0,0 0 0,0 0 1,1 0-1,-1 0 0,1 0 0,0 0 0,1 0 1,0 6-1,-1-9 0,0 1 0,0-1 0,0 1 0,0 0 0,1-1 0,-1 1 0,1 0 0,0-1 0,0 1 0,0-1-1,0 0 1,0 1 0,0-1 0,1 0 0,-1 1 0,1-1 0,3 3 0,0-1 2,0 0 0,0-1 0,0 0 0,1 0 0,-1-1 0,1 1 0,6 1 0,-6-2 3,1 1 0,0-1 0,0 0 0,0-1 0,0 0 0,0 0 0,0 0 0,0-1 0,0 0 1,0-1-1,0 1 0,0-1 0,0-1 0,11-2 0,-14 2-9,0 0-1,1-1 1,-1 0 0,0 1 0,0-1 0,-1 0-1,1-1 1,-1 1 0,0-1 0,1 0 0,-1 1 0,-1-1-1,1 0 1,-1-1 0,1 1 0,-1 0 0,-1-1-1,1 1 1,-1-1 0,1 0 0,0-8 0,-1 8 15,1-1 0,-1 1 0,0-1-1,-1 0 1,0 0 0,0 1 0,0-1 0,0 0 0,-1 0 0,0 1 0,-3-11 0,2 13-9,1 1 1,-1 0-1,0-1 0,0 1 1,0 0-1,0 0 0,0 0 1,0 1-1,0-1 1,0 1-1,-1-1 0,1 1 1,-1-1-1,1 1 0,-1 0 1,1 0-1,-1 1 1,0-1-1,0 0 0,1 1 1,-1 0-1,0 0 0,0-1 1,1 1-1,-6 1 0,1-1-5,-1-1-1,1 1 1,-1 1-1,1-1 0,-1 1 1,1 0-1,-1 1 0,1 0 1,0 0-1,0 1 1,0 0-1,0 0 0,0 0 1,-10 8-1,17-11-44,-14 9-978,8-7-2368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10T19:48:20.71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 1 4786,'0'0'8479,"-1"0"-8408,1 0 0,-1 0 0,1 0 0,-1 0 0,1 0 0,-1 0 0,1 0-1,-1 1 1,1-1 0,-1 0 0,1 0 0,0 0 0,-1 1 0,1-1 0,-1 0 0,1 1 0,0-1 0,-1 0 0,1 1 0,0-1 0,-1 1 0,1-1 0,0 1 0,-1-1 0,1 0 0,0 1 0,0-1 0,0 1 0,-1 0 0,2 9-13,-1-1 0,2 0 0,-1 1 0,1-1 0,0 0 0,1 0 0,0 0 0,1 0 0,5 9 0,49 69 86,-24-39-124,-34-48-21,0 0-1,0 0 1,0 0 0,0-1-1,0 1 1,0 0 0,0 0-1,1 0 1,-1 0 0,0 0-1,0 0 1,0 0 0,0 0-1,0 0 1,0 0 0,0 0-1,0-1 1,1 1 0,-1 0-1,0 0 1,0 0 0,0 0-1,0 0 1,0 0 0,0 0-1,1 0 1,-1 0 0,0 0-1,0 0 1,0 0 0,0 0-1,0 0 1,0 0 0,1 0-1,-1 0 1,0 1 0,0-1-1,0 0 1,0 0 0,0 0-1,0 0 1,0 0 0,0 0-1,1 0 1,-1 0 0,0 0-1,0 0 1,0 0 0,0 1-1,0-1 1,0 0 0,0 0-1,0 0 1,0 0 0,0 0-1,0 0 1,0 0 0,0 1-1,0-1 1,0 0 0,0 0-1,-1-18-22,-15-28 30,15 44-9,-1-1 0,1 0 0,-1 0-1,1 0 1,0 0 0,0 0 0,0 0 0,1 0 0,-1 0 0,1 0 0,-1-1 0,1 1 0,0 0 0,0 0 0,1 0 0,-1 0 0,1 0 0,-1-1 0,1 1 0,0 0-1,0 0 1,0 0 0,1 1 0,-1-1 0,1 0 0,0 0 0,-1 1 0,1-1 0,0 1 0,1-1 0,-1 1 0,0 0 0,1 0 0,-1 0 0,1 0 0,0 1 0,-1-1-1,1 1 1,0-1 0,3 0 0,11-3 16,-1 0-1,1 2 0,33-4 1,-4 6-6951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139F74-74AF-4C37-AE84-1000E0D0E51D}" type="datetimeFigureOut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F76A66-B71B-41D7-B3D7-EDD47844D1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042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9805B-3243-420F-9D91-64369926A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7A1A2F3-38E0-86D1-0493-9BBD9B1D27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DA6EFD-C8A7-566F-C008-FC9A35D8D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F74CB-B97E-448A-8613-336F71D317F5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2E3719-8A28-4C06-D97F-6D873CD60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545DE1-4EAF-9431-2E0F-B4311FA42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40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3110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리썰컴퍼니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641AF731-17E1-3491-EC42-464CC4F1602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280538"/>
            <a:ext cx="1600200" cy="2349500"/>
          </a:xfrm>
        </p:spPr>
        <p:txBody>
          <a:bodyPr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2269D61-CCA6-84A9-E13B-2BDCDE2A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1865126"/>
          </a:xfrm>
        </p:spPr>
        <p:txBody>
          <a:bodyPr>
            <a:spAutoFit/>
          </a:bodyPr>
          <a:lstStyle>
            <a:lvl1pPr latinLnBrk="0">
              <a:defRPr sz="32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3E2E69-31FD-9579-E784-1B384FA1C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1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70AEA8-F185-96CE-172F-1B32CAF6A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DB65B-E6AE-4B39-8D08-8DC3DC9B3DE6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194137-D9FF-980C-09B6-60968DA73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94A664-0E93-2892-4E70-09FD9731B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 descr="텍스트, 폰트, 포스터, 레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A34F2A-35E2-4E1B-697A-B1C32940DB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3860" y="90098"/>
            <a:ext cx="1169240" cy="46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6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824215-264C-0DE7-9176-24E56AF49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6B638D-B913-55CE-7AD8-86C001DB3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DCAB01-B8C7-E404-B2B0-8030C966F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E6DAD-F59F-4DF2-B36E-B1403061A098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8F78A9-B0F7-0ED6-85CB-FE7616309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592EFFB-69F4-F9A5-F912-AE25F58F7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915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5D9D69-F4AF-5E7D-BD7A-CEE292D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85F142-7298-D4B4-A4D4-AE0D926643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BC0526D-8D44-8B70-D8C1-33C3E18695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CCB5D2-673E-BA1F-0633-AFEEF83E6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7A435-D09E-4012-8A5A-CB367CE86DE7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E0F8D1C-6C50-CFCC-81ED-A1A14A65AB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11556F-CE74-4F81-FC81-9A4188702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1635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5DBC0-513C-1291-9726-C61D29863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707C39-57EB-CE46-5E74-C507D8233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8108DA8-D030-11E2-C7E6-EA0D2FF34B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886BD26-DD3A-0522-3C19-85B70DC394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5329FDF-6B3F-3E6E-F9F6-4D951ED672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090E0ED-2948-1F44-674A-C0D67CB31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E4FE5-8155-4A7B-B9F1-1277B556A678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54BD67F-5E5F-97A4-129E-09DFECE9A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53FB509-AC27-E337-61AF-865AA941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92519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D15BD-7109-F1B2-5B82-BDC7B1DEA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0BCA4D-AE47-2AB1-DC43-0198FFDF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DFFB1-F462-49A1-A952-F86898531EFC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81BD34-DB61-16AF-4C60-75B58A63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C073A52-9916-DF33-5D43-625C85A5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06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F7990B1-934E-0818-5BB4-C9332257C7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307744-A7EE-42A9-B4BD-A75049B592B9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54FE8FB-35F5-A9B7-3025-A858D464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F1F464-49AA-5D23-3D63-E4DF34871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7970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ED093-E138-5C68-135D-9346C05B5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EC7EFB-287E-2016-E307-E1FE657AC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00EBFF1-BE37-EE1F-52ED-1403C1EE39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5452F5-D2A2-3F00-FD8F-C67AF154A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B58597-5F16-46FB-9810-19206F29ADC7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416C177-CB54-FF1F-08C4-DE2E2C136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857C2DB-B177-95DE-6A15-3E6E7BA1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1658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2DC1BF-296C-3C72-1705-8F7F995F2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2ACEE6A-81C0-B208-6F5A-6487F1B5A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C3B04B3-5A33-3FC8-FDC5-FBE62BE0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3683508-541B-F446-BF0A-F02116C46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5A3F2E-880D-4AB2-BE87-1DABB4D9D36B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B6BE896-D2B2-B228-C3AD-7BC072875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992ABD-C76C-0E40-797F-DD0502128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5067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F7804-FF5A-1C69-F67D-CCFA30E53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FFBEE35-6DB0-4079-FED0-FAD8B309D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4AFA39-8BF9-C06A-1E61-2A812DE1E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25792B-2F2C-46B3-9536-A6BE584A3133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80291C6-1918-F6FF-3C11-FB24B930F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222B7-70AB-F646-4A55-BD70569FA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132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3659138-AC77-FE11-8384-C1D1602569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770AA7D-83AB-0028-0E3B-CC81A3E412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298E97-FEB6-81E8-0614-665B39E0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9B1C4-1FB0-4ED1-88EC-81D9419D81DC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D6733B4-AC5D-DDE3-71C0-5845385D3C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8EB504-5ADC-CFEA-304B-EE3ECDBD3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177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722C1DE-B654-F938-73DE-EB30A13BA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20398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F70F4E-6DFA-6E48-3E22-23D18F16FE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92300" y="119158"/>
            <a:ext cx="10109200" cy="6167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795354-2844-4A88-AE79-5042394B3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48176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163AAC-BAFF-4F5F-9CEA-0445F100C3E2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188E1B-6524-6389-A3D9-96093C11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652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2C0AC6-A1B6-0011-2005-E97B103F92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8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26FEB-661D-4181-84CB-C53DCFE193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886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8.xml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lethal-company.fandom.com/wiki/Bunker_Spider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99" Type="http://schemas.openxmlformats.org/officeDocument/2006/relationships/customXml" Target="../ink/ink149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170" Type="http://schemas.openxmlformats.org/officeDocument/2006/relationships/image" Target="../media/image86.png"/><Relationship Id="rId226" Type="http://schemas.openxmlformats.org/officeDocument/2006/relationships/image" Target="../media/image114.png"/><Relationship Id="rId268" Type="http://schemas.openxmlformats.org/officeDocument/2006/relationships/image" Target="../media/image135.png"/><Relationship Id="rId32" Type="http://schemas.openxmlformats.org/officeDocument/2006/relationships/image" Target="../media/image17.png"/><Relationship Id="rId74" Type="http://schemas.openxmlformats.org/officeDocument/2006/relationships/image" Target="../media/image38.png"/><Relationship Id="rId128" Type="http://schemas.openxmlformats.org/officeDocument/2006/relationships/image" Target="../media/image65.png"/><Relationship Id="rId5" Type="http://schemas.openxmlformats.org/officeDocument/2006/relationships/customXml" Target="../ink/ink2.xml"/><Relationship Id="rId181" Type="http://schemas.openxmlformats.org/officeDocument/2006/relationships/customXml" Target="../ink/ink90.xml"/><Relationship Id="rId237" Type="http://schemas.openxmlformats.org/officeDocument/2006/relationships/customXml" Target="../ink/ink118.xml"/><Relationship Id="rId279" Type="http://schemas.openxmlformats.org/officeDocument/2006/relationships/customXml" Target="../ink/ink139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290" Type="http://schemas.openxmlformats.org/officeDocument/2006/relationships/image" Target="../media/image146.png"/><Relationship Id="rId304" Type="http://schemas.openxmlformats.org/officeDocument/2006/relationships/image" Target="../media/image153.png"/><Relationship Id="rId85" Type="http://schemas.openxmlformats.org/officeDocument/2006/relationships/customXml" Target="../ink/ink42.xml"/><Relationship Id="rId150" Type="http://schemas.openxmlformats.org/officeDocument/2006/relationships/image" Target="../media/image76.png"/><Relationship Id="rId192" Type="http://schemas.openxmlformats.org/officeDocument/2006/relationships/image" Target="../media/image97.png"/><Relationship Id="rId206" Type="http://schemas.openxmlformats.org/officeDocument/2006/relationships/image" Target="../media/image104.png"/><Relationship Id="rId248" Type="http://schemas.openxmlformats.org/officeDocument/2006/relationships/image" Target="../media/image125.png"/><Relationship Id="rId12" Type="http://schemas.openxmlformats.org/officeDocument/2006/relationships/image" Target="../media/image7.png"/><Relationship Id="rId108" Type="http://schemas.openxmlformats.org/officeDocument/2006/relationships/image" Target="../media/image55.png"/><Relationship Id="rId315" Type="http://schemas.openxmlformats.org/officeDocument/2006/relationships/customXml" Target="../ink/ink157.xml"/><Relationship Id="rId54" Type="http://schemas.openxmlformats.org/officeDocument/2006/relationships/image" Target="../media/image28.png"/><Relationship Id="rId96" Type="http://schemas.openxmlformats.org/officeDocument/2006/relationships/image" Target="../media/image49.png"/><Relationship Id="rId161" Type="http://schemas.openxmlformats.org/officeDocument/2006/relationships/customXml" Target="../ink/ink80.xml"/><Relationship Id="rId217" Type="http://schemas.openxmlformats.org/officeDocument/2006/relationships/customXml" Target="../ink/ink108.xml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36.png"/><Relationship Id="rId65" Type="http://schemas.openxmlformats.org/officeDocument/2006/relationships/customXml" Target="../ink/ink32.xml"/><Relationship Id="rId130" Type="http://schemas.openxmlformats.org/officeDocument/2006/relationships/image" Target="../media/image66.png"/><Relationship Id="rId172" Type="http://schemas.openxmlformats.org/officeDocument/2006/relationships/image" Target="../media/image87.png"/><Relationship Id="rId228" Type="http://schemas.openxmlformats.org/officeDocument/2006/relationships/image" Target="../media/image115.png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31.png"/><Relationship Id="rId281" Type="http://schemas.openxmlformats.org/officeDocument/2006/relationships/customXml" Target="../ink/ink140.xml"/><Relationship Id="rId316" Type="http://schemas.openxmlformats.org/officeDocument/2006/relationships/image" Target="../media/image159.png"/><Relationship Id="rId34" Type="http://schemas.openxmlformats.org/officeDocument/2006/relationships/image" Target="../media/image18.png"/><Relationship Id="rId55" Type="http://schemas.openxmlformats.org/officeDocument/2006/relationships/customXml" Target="../ink/ink27.xml"/><Relationship Id="rId76" Type="http://schemas.openxmlformats.org/officeDocument/2006/relationships/image" Target="../media/image39.png"/><Relationship Id="rId97" Type="http://schemas.openxmlformats.org/officeDocument/2006/relationships/customXml" Target="../ink/ink48.xml"/><Relationship Id="rId120" Type="http://schemas.openxmlformats.org/officeDocument/2006/relationships/image" Target="../media/image61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2.png"/><Relationship Id="rId183" Type="http://schemas.openxmlformats.org/officeDocument/2006/relationships/customXml" Target="../ink/ink91.xml"/><Relationship Id="rId218" Type="http://schemas.openxmlformats.org/officeDocument/2006/relationships/image" Target="../media/image110.png"/><Relationship Id="rId239" Type="http://schemas.openxmlformats.org/officeDocument/2006/relationships/customXml" Target="../ink/ink119.xml"/><Relationship Id="rId250" Type="http://schemas.openxmlformats.org/officeDocument/2006/relationships/image" Target="../media/image126.png"/><Relationship Id="rId271" Type="http://schemas.openxmlformats.org/officeDocument/2006/relationships/customXml" Target="../ink/ink135.xml"/><Relationship Id="rId292" Type="http://schemas.openxmlformats.org/officeDocument/2006/relationships/image" Target="../media/image147.png"/><Relationship Id="rId306" Type="http://schemas.openxmlformats.org/officeDocument/2006/relationships/image" Target="../media/image154.png"/><Relationship Id="rId24" Type="http://schemas.openxmlformats.org/officeDocument/2006/relationships/image" Target="../media/image13.png"/><Relationship Id="rId45" Type="http://schemas.openxmlformats.org/officeDocument/2006/relationships/customXml" Target="../ink/ink22.xml"/><Relationship Id="rId66" Type="http://schemas.openxmlformats.org/officeDocument/2006/relationships/image" Target="../media/image34.png"/><Relationship Id="rId87" Type="http://schemas.openxmlformats.org/officeDocument/2006/relationships/customXml" Target="../ink/ink43.xml"/><Relationship Id="rId110" Type="http://schemas.openxmlformats.org/officeDocument/2006/relationships/image" Target="../media/image56.png"/><Relationship Id="rId131" Type="http://schemas.openxmlformats.org/officeDocument/2006/relationships/customXml" Target="../ink/ink65.xml"/><Relationship Id="rId152" Type="http://schemas.openxmlformats.org/officeDocument/2006/relationships/image" Target="../media/image77.png"/><Relationship Id="rId173" Type="http://schemas.openxmlformats.org/officeDocument/2006/relationships/customXml" Target="../ink/ink86.xml"/><Relationship Id="rId194" Type="http://schemas.openxmlformats.org/officeDocument/2006/relationships/image" Target="../media/image98.png"/><Relationship Id="rId208" Type="http://schemas.openxmlformats.org/officeDocument/2006/relationships/image" Target="../media/image105.png"/><Relationship Id="rId229" Type="http://schemas.openxmlformats.org/officeDocument/2006/relationships/customXml" Target="../ink/ink114.xml"/><Relationship Id="rId240" Type="http://schemas.openxmlformats.org/officeDocument/2006/relationships/image" Target="../media/image121.png"/><Relationship Id="rId261" Type="http://schemas.openxmlformats.org/officeDocument/2006/relationships/customXml" Target="../ink/ink130.xml"/><Relationship Id="rId14" Type="http://schemas.openxmlformats.org/officeDocument/2006/relationships/image" Target="../media/image8.png"/><Relationship Id="rId35" Type="http://schemas.openxmlformats.org/officeDocument/2006/relationships/customXml" Target="../ink/ink17.xml"/><Relationship Id="rId56" Type="http://schemas.openxmlformats.org/officeDocument/2006/relationships/image" Target="../media/image29.png"/><Relationship Id="rId77" Type="http://schemas.openxmlformats.org/officeDocument/2006/relationships/customXml" Target="../ink/ink38.xml"/><Relationship Id="rId100" Type="http://schemas.openxmlformats.org/officeDocument/2006/relationships/image" Target="../media/image51.png"/><Relationship Id="rId282" Type="http://schemas.openxmlformats.org/officeDocument/2006/relationships/image" Target="../media/image142.png"/><Relationship Id="rId317" Type="http://schemas.openxmlformats.org/officeDocument/2006/relationships/customXml" Target="../ink/ink158.xml"/><Relationship Id="rId8" Type="http://schemas.openxmlformats.org/officeDocument/2006/relationships/image" Target="../media/image5.png"/><Relationship Id="rId98" Type="http://schemas.openxmlformats.org/officeDocument/2006/relationships/image" Target="../media/image50.png"/><Relationship Id="rId121" Type="http://schemas.openxmlformats.org/officeDocument/2006/relationships/customXml" Target="../ink/ink60.xml"/><Relationship Id="rId142" Type="http://schemas.openxmlformats.org/officeDocument/2006/relationships/image" Target="../media/image72.png"/><Relationship Id="rId163" Type="http://schemas.openxmlformats.org/officeDocument/2006/relationships/customXml" Target="../ink/ink81.xml"/><Relationship Id="rId184" Type="http://schemas.openxmlformats.org/officeDocument/2006/relationships/image" Target="../media/image93.png"/><Relationship Id="rId219" Type="http://schemas.openxmlformats.org/officeDocument/2006/relationships/customXml" Target="../ink/ink109.xml"/><Relationship Id="rId230" Type="http://schemas.openxmlformats.org/officeDocument/2006/relationships/image" Target="../media/image116.png"/><Relationship Id="rId251" Type="http://schemas.openxmlformats.org/officeDocument/2006/relationships/customXml" Target="../ink/ink125.xml"/><Relationship Id="rId25" Type="http://schemas.openxmlformats.org/officeDocument/2006/relationships/customXml" Target="../ink/ink12.xml"/><Relationship Id="rId46" Type="http://schemas.openxmlformats.org/officeDocument/2006/relationships/image" Target="../media/image24.png"/><Relationship Id="rId67" Type="http://schemas.openxmlformats.org/officeDocument/2006/relationships/customXml" Target="../ink/ink33.xml"/><Relationship Id="rId272" Type="http://schemas.openxmlformats.org/officeDocument/2006/relationships/image" Target="../media/image137.png"/><Relationship Id="rId293" Type="http://schemas.openxmlformats.org/officeDocument/2006/relationships/customXml" Target="../ink/ink146.xml"/><Relationship Id="rId307" Type="http://schemas.openxmlformats.org/officeDocument/2006/relationships/customXml" Target="../ink/ink153.xml"/><Relationship Id="rId88" Type="http://schemas.openxmlformats.org/officeDocument/2006/relationships/image" Target="../media/image45.png"/><Relationship Id="rId111" Type="http://schemas.openxmlformats.org/officeDocument/2006/relationships/customXml" Target="../ink/ink55.xml"/><Relationship Id="rId132" Type="http://schemas.openxmlformats.org/officeDocument/2006/relationships/image" Target="../media/image67.png"/><Relationship Id="rId153" Type="http://schemas.openxmlformats.org/officeDocument/2006/relationships/customXml" Target="../ink/ink76.xml"/><Relationship Id="rId174" Type="http://schemas.openxmlformats.org/officeDocument/2006/relationships/image" Target="../media/image88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11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19.png"/><Relationship Id="rId57" Type="http://schemas.openxmlformats.org/officeDocument/2006/relationships/customXml" Target="../ink/ink28.xml"/><Relationship Id="rId262" Type="http://schemas.openxmlformats.org/officeDocument/2006/relationships/image" Target="../media/image132.png"/><Relationship Id="rId283" Type="http://schemas.openxmlformats.org/officeDocument/2006/relationships/customXml" Target="../ink/ink141.xml"/><Relationship Id="rId318" Type="http://schemas.openxmlformats.org/officeDocument/2006/relationships/image" Target="../media/image160.png"/><Relationship Id="rId78" Type="http://schemas.openxmlformats.org/officeDocument/2006/relationships/image" Target="../media/image40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2.png"/><Relationship Id="rId143" Type="http://schemas.openxmlformats.org/officeDocument/2006/relationships/customXml" Target="../ink/ink71.xml"/><Relationship Id="rId164" Type="http://schemas.openxmlformats.org/officeDocument/2006/relationships/image" Target="../media/image83.png"/><Relationship Id="rId185" Type="http://schemas.openxmlformats.org/officeDocument/2006/relationships/customXml" Target="../ink/ink92.xml"/><Relationship Id="rId9" Type="http://schemas.openxmlformats.org/officeDocument/2006/relationships/customXml" Target="../ink/ink4.xml"/><Relationship Id="rId210" Type="http://schemas.openxmlformats.org/officeDocument/2006/relationships/image" Target="../media/image106.png"/><Relationship Id="rId26" Type="http://schemas.openxmlformats.org/officeDocument/2006/relationships/image" Target="../media/image14.png"/><Relationship Id="rId231" Type="http://schemas.openxmlformats.org/officeDocument/2006/relationships/customXml" Target="../ink/ink115.xml"/><Relationship Id="rId252" Type="http://schemas.openxmlformats.org/officeDocument/2006/relationships/image" Target="../media/image127.png"/><Relationship Id="rId273" Type="http://schemas.openxmlformats.org/officeDocument/2006/relationships/customXml" Target="../ink/ink136.xml"/><Relationship Id="rId294" Type="http://schemas.openxmlformats.org/officeDocument/2006/relationships/image" Target="../media/image148.png"/><Relationship Id="rId308" Type="http://schemas.openxmlformats.org/officeDocument/2006/relationships/image" Target="../media/image155.png"/><Relationship Id="rId47" Type="http://schemas.openxmlformats.org/officeDocument/2006/relationships/customXml" Target="../ink/ink23.xml"/><Relationship Id="rId68" Type="http://schemas.openxmlformats.org/officeDocument/2006/relationships/image" Target="../media/image35.png"/><Relationship Id="rId89" Type="http://schemas.openxmlformats.org/officeDocument/2006/relationships/customXml" Target="../ink/ink44.xml"/><Relationship Id="rId112" Type="http://schemas.openxmlformats.org/officeDocument/2006/relationships/image" Target="../media/image57.png"/><Relationship Id="rId133" Type="http://schemas.openxmlformats.org/officeDocument/2006/relationships/customXml" Target="../ink/ink66.xml"/><Relationship Id="rId154" Type="http://schemas.openxmlformats.org/officeDocument/2006/relationships/image" Target="../media/image78.png"/><Relationship Id="rId175" Type="http://schemas.openxmlformats.org/officeDocument/2006/relationships/customXml" Target="../ink/ink87.xml"/><Relationship Id="rId196" Type="http://schemas.openxmlformats.org/officeDocument/2006/relationships/image" Target="../media/image99.png"/><Relationship Id="rId200" Type="http://schemas.openxmlformats.org/officeDocument/2006/relationships/image" Target="../media/image101.png"/><Relationship Id="rId16" Type="http://schemas.openxmlformats.org/officeDocument/2006/relationships/image" Target="../media/image9.png"/><Relationship Id="rId221" Type="http://schemas.openxmlformats.org/officeDocument/2006/relationships/customXml" Target="../ink/ink110.xml"/><Relationship Id="rId242" Type="http://schemas.openxmlformats.org/officeDocument/2006/relationships/image" Target="../media/image122.png"/><Relationship Id="rId263" Type="http://schemas.openxmlformats.org/officeDocument/2006/relationships/customXml" Target="../ink/ink131.xml"/><Relationship Id="rId284" Type="http://schemas.openxmlformats.org/officeDocument/2006/relationships/image" Target="../media/image143.png"/><Relationship Id="rId37" Type="http://schemas.openxmlformats.org/officeDocument/2006/relationships/customXml" Target="../ink/ink18.xml"/><Relationship Id="rId58" Type="http://schemas.openxmlformats.org/officeDocument/2006/relationships/image" Target="../media/image30.png"/><Relationship Id="rId79" Type="http://schemas.openxmlformats.org/officeDocument/2006/relationships/customXml" Target="../ink/ink39.xml"/><Relationship Id="rId102" Type="http://schemas.openxmlformats.org/officeDocument/2006/relationships/image" Target="../media/image52.png"/><Relationship Id="rId123" Type="http://schemas.openxmlformats.org/officeDocument/2006/relationships/customXml" Target="../ink/ink61.xml"/><Relationship Id="rId144" Type="http://schemas.openxmlformats.org/officeDocument/2006/relationships/image" Target="../media/image73.png"/><Relationship Id="rId90" Type="http://schemas.openxmlformats.org/officeDocument/2006/relationships/image" Target="../media/image46.png"/><Relationship Id="rId165" Type="http://schemas.openxmlformats.org/officeDocument/2006/relationships/customXml" Target="../ink/ink82.xml"/><Relationship Id="rId186" Type="http://schemas.openxmlformats.org/officeDocument/2006/relationships/image" Target="../media/image94.png"/><Relationship Id="rId211" Type="http://schemas.openxmlformats.org/officeDocument/2006/relationships/customXml" Target="../ink/ink105.xml"/><Relationship Id="rId232" Type="http://schemas.openxmlformats.org/officeDocument/2006/relationships/image" Target="../media/image117.png"/><Relationship Id="rId253" Type="http://schemas.openxmlformats.org/officeDocument/2006/relationships/customXml" Target="../ink/ink126.xml"/><Relationship Id="rId274" Type="http://schemas.openxmlformats.org/officeDocument/2006/relationships/image" Target="../media/image138.png"/><Relationship Id="rId295" Type="http://schemas.openxmlformats.org/officeDocument/2006/relationships/customXml" Target="../ink/ink147.xml"/><Relationship Id="rId309" Type="http://schemas.openxmlformats.org/officeDocument/2006/relationships/customXml" Target="../ink/ink154.xml"/><Relationship Id="rId27" Type="http://schemas.openxmlformats.org/officeDocument/2006/relationships/customXml" Target="../ink/ink13.xml"/><Relationship Id="rId48" Type="http://schemas.openxmlformats.org/officeDocument/2006/relationships/image" Target="../media/image25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8.png"/><Relationship Id="rId80" Type="http://schemas.openxmlformats.org/officeDocument/2006/relationships/image" Target="../media/image41.png"/><Relationship Id="rId155" Type="http://schemas.openxmlformats.org/officeDocument/2006/relationships/customXml" Target="../ink/ink77.xml"/><Relationship Id="rId176" Type="http://schemas.openxmlformats.org/officeDocument/2006/relationships/image" Target="../media/image89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2.png"/><Relationship Id="rId243" Type="http://schemas.openxmlformats.org/officeDocument/2006/relationships/customXml" Target="../ink/ink121.xml"/><Relationship Id="rId264" Type="http://schemas.openxmlformats.org/officeDocument/2006/relationships/image" Target="../media/image133.png"/><Relationship Id="rId285" Type="http://schemas.openxmlformats.org/officeDocument/2006/relationships/customXml" Target="../ink/ink142.xml"/><Relationship Id="rId17" Type="http://schemas.openxmlformats.org/officeDocument/2006/relationships/customXml" Target="../ink/ink8.xml"/><Relationship Id="rId38" Type="http://schemas.openxmlformats.org/officeDocument/2006/relationships/image" Target="../media/image20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3.png"/><Relationship Id="rId310" Type="http://schemas.openxmlformats.org/officeDocument/2006/relationships/image" Target="../media/image156.png"/><Relationship Id="rId70" Type="http://schemas.openxmlformats.org/officeDocument/2006/relationships/image" Target="../media/image36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4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7.png"/><Relationship Id="rId233" Type="http://schemas.openxmlformats.org/officeDocument/2006/relationships/customXml" Target="../ink/ink116.xml"/><Relationship Id="rId254" Type="http://schemas.openxmlformats.org/officeDocument/2006/relationships/image" Target="../media/image128.png"/><Relationship Id="rId28" Type="http://schemas.openxmlformats.org/officeDocument/2006/relationships/image" Target="../media/image15.png"/><Relationship Id="rId49" Type="http://schemas.openxmlformats.org/officeDocument/2006/relationships/customXml" Target="../ink/ink24.xml"/><Relationship Id="rId114" Type="http://schemas.openxmlformats.org/officeDocument/2006/relationships/image" Target="../media/image58.png"/><Relationship Id="rId275" Type="http://schemas.openxmlformats.org/officeDocument/2006/relationships/customXml" Target="../ink/ink137.xml"/><Relationship Id="rId296" Type="http://schemas.openxmlformats.org/officeDocument/2006/relationships/image" Target="../media/image149.png"/><Relationship Id="rId300" Type="http://schemas.openxmlformats.org/officeDocument/2006/relationships/image" Target="../media/image151.png"/><Relationship Id="rId60" Type="http://schemas.openxmlformats.org/officeDocument/2006/relationships/image" Target="../media/image31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9.png"/><Relationship Id="rId177" Type="http://schemas.openxmlformats.org/officeDocument/2006/relationships/customXml" Target="../ink/ink88.xml"/><Relationship Id="rId198" Type="http://schemas.openxmlformats.org/officeDocument/2006/relationships/image" Target="../media/image100.png"/><Relationship Id="rId202" Type="http://schemas.openxmlformats.org/officeDocument/2006/relationships/image" Target="../media/image102.png"/><Relationship Id="rId223" Type="http://schemas.openxmlformats.org/officeDocument/2006/relationships/customXml" Target="../ink/ink111.xml"/><Relationship Id="rId244" Type="http://schemas.openxmlformats.org/officeDocument/2006/relationships/image" Target="../media/image123.png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286" Type="http://schemas.openxmlformats.org/officeDocument/2006/relationships/image" Target="../media/image144.png"/><Relationship Id="rId50" Type="http://schemas.openxmlformats.org/officeDocument/2006/relationships/image" Target="../media/image26.png"/><Relationship Id="rId104" Type="http://schemas.openxmlformats.org/officeDocument/2006/relationships/image" Target="../media/image53.png"/><Relationship Id="rId125" Type="http://schemas.openxmlformats.org/officeDocument/2006/relationships/customXml" Target="../ink/ink62.xml"/><Relationship Id="rId146" Type="http://schemas.openxmlformats.org/officeDocument/2006/relationships/image" Target="../media/image74.png"/><Relationship Id="rId167" Type="http://schemas.openxmlformats.org/officeDocument/2006/relationships/customXml" Target="../ink/ink83.xml"/><Relationship Id="rId188" Type="http://schemas.openxmlformats.org/officeDocument/2006/relationships/image" Target="../media/image95.png"/><Relationship Id="rId311" Type="http://schemas.openxmlformats.org/officeDocument/2006/relationships/customXml" Target="../ink/ink155.xml"/><Relationship Id="rId71" Type="http://schemas.openxmlformats.org/officeDocument/2006/relationships/customXml" Target="../ink/ink35.xml"/><Relationship Id="rId92" Type="http://schemas.openxmlformats.org/officeDocument/2006/relationships/image" Target="../media/image47.png"/><Relationship Id="rId213" Type="http://schemas.openxmlformats.org/officeDocument/2006/relationships/customXml" Target="../ink/ink106.xml"/><Relationship Id="rId234" Type="http://schemas.openxmlformats.org/officeDocument/2006/relationships/image" Target="../media/image118.png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276" Type="http://schemas.openxmlformats.org/officeDocument/2006/relationships/image" Target="../media/image139.png"/><Relationship Id="rId297" Type="http://schemas.openxmlformats.org/officeDocument/2006/relationships/customXml" Target="../ink/ink148.xml"/><Relationship Id="rId40" Type="http://schemas.openxmlformats.org/officeDocument/2006/relationships/image" Target="../media/image21.png"/><Relationship Id="rId115" Type="http://schemas.openxmlformats.org/officeDocument/2006/relationships/customXml" Target="../ink/ink57.xml"/><Relationship Id="rId136" Type="http://schemas.openxmlformats.org/officeDocument/2006/relationships/image" Target="../media/image69.png"/><Relationship Id="rId157" Type="http://schemas.openxmlformats.org/officeDocument/2006/relationships/customXml" Target="../ink/ink78.xml"/><Relationship Id="rId178" Type="http://schemas.openxmlformats.org/officeDocument/2006/relationships/image" Target="../media/image90.png"/><Relationship Id="rId301" Type="http://schemas.openxmlformats.org/officeDocument/2006/relationships/customXml" Target="../ink/ink150.xml"/><Relationship Id="rId61" Type="http://schemas.openxmlformats.org/officeDocument/2006/relationships/customXml" Target="../ink/ink30.xml"/><Relationship Id="rId82" Type="http://schemas.openxmlformats.org/officeDocument/2006/relationships/image" Target="../media/image42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3.png"/><Relationship Id="rId245" Type="http://schemas.openxmlformats.org/officeDocument/2006/relationships/customXml" Target="../ink/ink122.xml"/><Relationship Id="rId266" Type="http://schemas.openxmlformats.org/officeDocument/2006/relationships/image" Target="../media/image134.png"/><Relationship Id="rId287" Type="http://schemas.openxmlformats.org/officeDocument/2006/relationships/customXml" Target="../ink/ink143.xml"/><Relationship Id="rId30" Type="http://schemas.openxmlformats.org/officeDocument/2006/relationships/image" Target="../media/image16.png"/><Relationship Id="rId105" Type="http://schemas.openxmlformats.org/officeDocument/2006/relationships/customXml" Target="../ink/ink52.xml"/><Relationship Id="rId126" Type="http://schemas.openxmlformats.org/officeDocument/2006/relationships/image" Target="../media/image64.png"/><Relationship Id="rId147" Type="http://schemas.openxmlformats.org/officeDocument/2006/relationships/customXml" Target="../ink/ink73.xml"/><Relationship Id="rId168" Type="http://schemas.openxmlformats.org/officeDocument/2006/relationships/image" Target="../media/image85.png"/><Relationship Id="rId312" Type="http://schemas.openxmlformats.org/officeDocument/2006/relationships/image" Target="../media/image157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8.png"/><Relationship Id="rId235" Type="http://schemas.openxmlformats.org/officeDocument/2006/relationships/customXml" Target="../ink/ink117.xml"/><Relationship Id="rId256" Type="http://schemas.openxmlformats.org/officeDocument/2006/relationships/image" Target="../media/image129.png"/><Relationship Id="rId277" Type="http://schemas.openxmlformats.org/officeDocument/2006/relationships/customXml" Target="../ink/ink138.xml"/><Relationship Id="rId298" Type="http://schemas.openxmlformats.org/officeDocument/2006/relationships/image" Target="../media/image150.png"/><Relationship Id="rId116" Type="http://schemas.openxmlformats.org/officeDocument/2006/relationships/image" Target="../media/image59.png"/><Relationship Id="rId137" Type="http://schemas.openxmlformats.org/officeDocument/2006/relationships/customXml" Target="../ink/ink68.xml"/><Relationship Id="rId158" Type="http://schemas.openxmlformats.org/officeDocument/2006/relationships/image" Target="../media/image80.png"/><Relationship Id="rId302" Type="http://schemas.openxmlformats.org/officeDocument/2006/relationships/image" Target="../media/image152.png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62" Type="http://schemas.openxmlformats.org/officeDocument/2006/relationships/image" Target="../media/image32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96.png"/><Relationship Id="rId204" Type="http://schemas.openxmlformats.org/officeDocument/2006/relationships/image" Target="../media/image103.png"/><Relationship Id="rId225" Type="http://schemas.openxmlformats.org/officeDocument/2006/relationships/customXml" Target="../ink/ink112.xml"/><Relationship Id="rId246" Type="http://schemas.openxmlformats.org/officeDocument/2006/relationships/image" Target="../media/image124.png"/><Relationship Id="rId267" Type="http://schemas.openxmlformats.org/officeDocument/2006/relationships/customXml" Target="../ink/ink133.xml"/><Relationship Id="rId288" Type="http://schemas.openxmlformats.org/officeDocument/2006/relationships/image" Target="../media/image145.png"/><Relationship Id="rId106" Type="http://schemas.openxmlformats.org/officeDocument/2006/relationships/image" Target="../media/image54.png"/><Relationship Id="rId127" Type="http://schemas.openxmlformats.org/officeDocument/2006/relationships/customXml" Target="../ink/ink63.xml"/><Relationship Id="rId313" Type="http://schemas.openxmlformats.org/officeDocument/2006/relationships/customXml" Target="../ink/ink156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52" Type="http://schemas.openxmlformats.org/officeDocument/2006/relationships/image" Target="../media/image27.png"/><Relationship Id="rId73" Type="http://schemas.openxmlformats.org/officeDocument/2006/relationships/customXml" Target="../ink/ink36.xml"/><Relationship Id="rId94" Type="http://schemas.openxmlformats.org/officeDocument/2006/relationships/image" Target="../media/image48.png"/><Relationship Id="rId148" Type="http://schemas.openxmlformats.org/officeDocument/2006/relationships/image" Target="../media/image75.png"/><Relationship Id="rId169" Type="http://schemas.openxmlformats.org/officeDocument/2006/relationships/customXml" Target="../ink/ink84.xml"/><Relationship Id="rId4" Type="http://schemas.openxmlformats.org/officeDocument/2006/relationships/image" Target="../media/image3.png"/><Relationship Id="rId180" Type="http://schemas.openxmlformats.org/officeDocument/2006/relationships/image" Target="../media/image91.png"/><Relationship Id="rId215" Type="http://schemas.openxmlformats.org/officeDocument/2006/relationships/customXml" Target="../ink/ink107.xml"/><Relationship Id="rId236" Type="http://schemas.openxmlformats.org/officeDocument/2006/relationships/image" Target="../media/image119.png"/><Relationship Id="rId257" Type="http://schemas.openxmlformats.org/officeDocument/2006/relationships/customXml" Target="../ink/ink128.xml"/><Relationship Id="rId278" Type="http://schemas.openxmlformats.org/officeDocument/2006/relationships/image" Target="../media/image140.png"/><Relationship Id="rId303" Type="http://schemas.openxmlformats.org/officeDocument/2006/relationships/customXml" Target="../ink/ink151.xml"/><Relationship Id="rId42" Type="http://schemas.openxmlformats.org/officeDocument/2006/relationships/image" Target="../media/image22.png"/><Relationship Id="rId84" Type="http://schemas.openxmlformats.org/officeDocument/2006/relationships/image" Target="../media/image43.png"/><Relationship Id="rId138" Type="http://schemas.openxmlformats.org/officeDocument/2006/relationships/image" Target="../media/image70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314" Type="http://schemas.openxmlformats.org/officeDocument/2006/relationships/image" Target="../media/image158.png"/><Relationship Id="rId95" Type="http://schemas.openxmlformats.org/officeDocument/2006/relationships/customXml" Target="../ink/ink47.xml"/><Relationship Id="rId160" Type="http://schemas.openxmlformats.org/officeDocument/2006/relationships/image" Target="../media/image81.png"/><Relationship Id="rId216" Type="http://schemas.openxmlformats.org/officeDocument/2006/relationships/image" Target="../media/image109.png"/><Relationship Id="rId258" Type="http://schemas.openxmlformats.org/officeDocument/2006/relationships/image" Target="../media/image130.png"/><Relationship Id="rId22" Type="http://schemas.openxmlformats.org/officeDocument/2006/relationships/image" Target="../media/image12.png"/><Relationship Id="rId64" Type="http://schemas.openxmlformats.org/officeDocument/2006/relationships/image" Target="../media/image33.png"/><Relationship Id="rId118" Type="http://schemas.openxmlformats.org/officeDocument/2006/relationships/image" Target="../media/image60.png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Relationship Id="rId33" Type="http://schemas.openxmlformats.org/officeDocument/2006/relationships/customXml" Target="../ink/ink16.xml"/><Relationship Id="rId129" Type="http://schemas.openxmlformats.org/officeDocument/2006/relationships/customXml" Target="../ink/ink64.xml"/><Relationship Id="rId280" Type="http://schemas.openxmlformats.org/officeDocument/2006/relationships/image" Target="../media/image141.png"/><Relationship Id="rId75" Type="http://schemas.openxmlformats.org/officeDocument/2006/relationships/customXml" Target="../ink/ink37.xml"/><Relationship Id="rId140" Type="http://schemas.openxmlformats.org/officeDocument/2006/relationships/image" Target="../media/image71.png"/><Relationship Id="rId182" Type="http://schemas.openxmlformats.org/officeDocument/2006/relationships/image" Target="../media/image92.png"/><Relationship Id="rId6" Type="http://schemas.openxmlformats.org/officeDocument/2006/relationships/image" Target="../media/image4.png"/><Relationship Id="rId238" Type="http://schemas.openxmlformats.org/officeDocument/2006/relationships/image" Target="../media/image120.png"/><Relationship Id="rId291" Type="http://schemas.openxmlformats.org/officeDocument/2006/relationships/customXml" Target="../ink/ink145.xml"/><Relationship Id="rId305" Type="http://schemas.openxmlformats.org/officeDocument/2006/relationships/customXml" Target="../ink/ink152.xml"/><Relationship Id="rId44" Type="http://schemas.openxmlformats.org/officeDocument/2006/relationships/image" Target="../media/image23.png"/><Relationship Id="rId86" Type="http://schemas.openxmlformats.org/officeDocument/2006/relationships/image" Target="../media/image44.png"/><Relationship Id="rId151" Type="http://schemas.openxmlformats.org/officeDocument/2006/relationships/customXml" Target="../ink/ink75.xml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49" Type="http://schemas.openxmlformats.org/officeDocument/2006/relationships/customXml" Target="../ink/ink12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97C8-12D7-ACBE-C5A4-75DBE4566E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2475" y="1122363"/>
            <a:ext cx="10687050" cy="2387600"/>
          </a:xfrm>
        </p:spPr>
        <p:txBody>
          <a:bodyPr anchor="ctr"/>
          <a:lstStyle/>
          <a:p>
            <a:r>
              <a:rPr lang="ko-KR" altLang="en-US" dirty="0">
                <a:ea typeface="맑은 고딕"/>
              </a:rPr>
              <a:t>실내 몬스터 기획</a:t>
            </a:r>
            <a:br>
              <a:rPr lang="ko-KR" altLang="en-US" dirty="0">
                <a:ea typeface="맑은 고딕"/>
              </a:rPr>
            </a:br>
            <a:r>
              <a:rPr lang="ko-KR" altLang="en-US" dirty="0" err="1">
                <a:ea typeface="맑은 고딕"/>
              </a:rPr>
              <a:t>Spider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거미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DB0B14-7B93-035D-6893-C7A5FA5E3A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A1A4CF-75CA-73D9-FBFB-9F192FB89E8E}"/>
              </a:ext>
            </a:extLst>
          </p:cNvPr>
          <p:cNvSpPr txBox="1"/>
          <p:nvPr/>
        </p:nvSpPr>
        <p:spPr>
          <a:xfrm>
            <a:off x="0" y="12700"/>
            <a:ext cx="1892300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altLang="ko-KR" dirty="0">
                <a:ea typeface="맑은 고딕"/>
              </a:rPr>
              <a:t>2025.08.11</a:t>
            </a:r>
          </a:p>
        </p:txBody>
      </p:sp>
    </p:spTree>
    <p:extLst>
      <p:ext uri="{BB962C8B-B14F-4D97-AF65-F5344CB8AC3E}">
        <p14:creationId xmlns:p14="http://schemas.microsoft.com/office/powerpoint/2010/main" val="695329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34E9680F-0036-4B10-157E-DB8CB670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C19CA-242E-6D40-AE00-592C24042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numCol="2" rtlCol="0" anchor="t">
            <a:noAutofit/>
          </a:bodyPr>
          <a:lstStyle/>
          <a:p>
            <a:r>
              <a:rPr lang="ko-KR" altLang="en-US" dirty="0">
                <a:solidFill>
                  <a:srgbClr val="000000"/>
                </a:solidFill>
                <a:ea typeface="맑은 고딕"/>
                <a:hlinkClick r:id="rId2" action="ppaction://hlinksldjump"/>
              </a:rPr>
              <a:t>설명</a:t>
            </a:r>
            <a:endParaRPr lang="ko-KR" altLang="en-US" dirty="0">
              <a:solidFill>
                <a:srgbClr val="000000"/>
              </a:solidFill>
              <a:ea typeface="맑은 고딕"/>
            </a:endParaRPr>
          </a:p>
          <a:p>
            <a:endParaRPr lang="ko-KR" altLang="en-US" sz="1800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3" action="ppaction://hlinksldjump"/>
              </a:rPr>
              <a:t>FSM</a:t>
            </a:r>
            <a:endParaRPr lang="ko-KR" altLang="en-US" dirty="0">
              <a:ea typeface="맑은 고딕"/>
            </a:endParaRPr>
          </a:p>
          <a:p>
            <a:endParaRPr lang="ko-KR" altLang="en-US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4" action="ppaction://hlinksldjump"/>
              </a:rPr>
              <a:t>스탯</a:t>
            </a:r>
            <a:endParaRPr lang="en-US" altLang="ko-KR" dirty="0">
              <a:ea typeface="맑은 고딕"/>
            </a:endParaRPr>
          </a:p>
          <a:p>
            <a:endParaRPr lang="en-US" altLang="ko-KR" dirty="0">
              <a:ea typeface="맑은 고딕"/>
            </a:endParaRPr>
          </a:p>
          <a:p>
            <a:r>
              <a:rPr lang="ko-KR" altLang="en-US" dirty="0">
                <a:ea typeface="맑은 고딕"/>
                <a:hlinkClick r:id="rId5" action="ppaction://hlinksldjump"/>
              </a:rPr>
              <a:t>추후 결정 사항</a:t>
            </a:r>
            <a:r>
              <a:rPr lang="en-US" altLang="ko-KR" dirty="0">
                <a:ea typeface="맑은 고딕"/>
              </a:rPr>
              <a:t>(==</a:t>
            </a:r>
            <a:r>
              <a:rPr lang="ko-KR" altLang="en-US" dirty="0">
                <a:ea typeface="맑은 고딕"/>
              </a:rPr>
              <a:t>언젠가는 정해야 할 것들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endParaRPr lang="en-US" altLang="ko-KR" dirty="0">
              <a:hlinkClick r:id="rId6" action="ppaction://hlinksldjump"/>
            </a:endParaRPr>
          </a:p>
          <a:p>
            <a:r>
              <a:rPr lang="ko-KR" altLang="en-US" sz="1800" dirty="0">
                <a:hlinkClick r:id="rId6" action="ppaction://hlinksldjump"/>
              </a:rPr>
              <a:t>로그</a:t>
            </a:r>
            <a:endParaRPr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8D7CA9C-DDE6-954F-C932-1ADEE87CB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325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92A324E-C438-DA80-FB5C-73415EC1AA5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83BF2BCB-9D67-967A-0472-3BD857D70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설명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D4D502-4079-659A-54E3-558D0571F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dirty="0">
                <a:ea typeface="맑은 고딕"/>
              </a:rPr>
              <a:t>참고: </a:t>
            </a:r>
            <a:r>
              <a:rPr lang="ko-KR" dirty="0">
                <a:ea typeface="+mn-lt"/>
                <a:cs typeface="+mn-lt"/>
                <a:hlinkClick r:id="rId2"/>
              </a:rPr>
              <a:t>https://lethal-company.fandom.com/wiki/Bunker_Spider</a:t>
            </a:r>
            <a:endParaRPr lang="en-US" altLang="ko-KR" dirty="0">
              <a:ea typeface="+mn-lt"/>
              <a:cs typeface="+mn-lt"/>
            </a:endParaRPr>
          </a:p>
          <a:p>
            <a:endParaRPr lang="en-US" altLang="ko-KR" dirty="0">
              <a:ea typeface="+mn-lt"/>
              <a:cs typeface="+mn-lt"/>
            </a:endParaRPr>
          </a:p>
          <a:p>
            <a:r>
              <a:rPr lang="ko-KR" altLang="en-US" dirty="0">
                <a:ea typeface="+mn-lt"/>
                <a:cs typeface="+mn-lt"/>
              </a:rPr>
              <a:t>거미는 실내에 </a:t>
            </a:r>
            <a:r>
              <a:rPr lang="ko-KR" altLang="en-US" dirty="0" err="1">
                <a:ea typeface="+mn-lt"/>
                <a:cs typeface="+mn-lt"/>
              </a:rPr>
              <a:t>스폰되는</a:t>
            </a:r>
            <a:r>
              <a:rPr lang="ko-KR" altLang="en-US" dirty="0">
                <a:ea typeface="+mn-lt"/>
                <a:cs typeface="+mn-lt"/>
              </a:rPr>
              <a:t> 몬스터이다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  <a:p>
            <a:r>
              <a:rPr lang="ko-KR" altLang="en-US" dirty="0" err="1">
                <a:ea typeface="+mn-lt"/>
                <a:cs typeface="+mn-lt"/>
              </a:rPr>
              <a:t>리썰</a:t>
            </a:r>
            <a:r>
              <a:rPr lang="ko-KR" altLang="en-US" dirty="0">
                <a:ea typeface="+mn-lt"/>
                <a:cs typeface="+mn-lt"/>
              </a:rPr>
              <a:t> 컴퍼니의 </a:t>
            </a:r>
            <a:r>
              <a:rPr lang="en-US" altLang="ko-KR" dirty="0">
                <a:ea typeface="+mn-lt"/>
                <a:cs typeface="+mn-lt"/>
              </a:rPr>
              <a:t>‘</a:t>
            </a:r>
            <a:r>
              <a:rPr lang="ko-KR" altLang="en-US" dirty="0">
                <a:ea typeface="+mn-lt"/>
                <a:cs typeface="+mn-lt"/>
              </a:rPr>
              <a:t>벙커 거미</a:t>
            </a:r>
            <a:r>
              <a:rPr lang="en-US" altLang="ko-KR" dirty="0">
                <a:ea typeface="+mn-lt"/>
                <a:cs typeface="+mn-lt"/>
              </a:rPr>
              <a:t>‘(</a:t>
            </a:r>
            <a:r>
              <a:rPr lang="ko-KR" altLang="en-US" dirty="0">
                <a:ea typeface="+mn-lt"/>
                <a:cs typeface="+mn-lt"/>
              </a:rPr>
              <a:t>위 링크에 있음</a:t>
            </a:r>
            <a:r>
              <a:rPr lang="en-US" altLang="ko-KR" dirty="0">
                <a:ea typeface="+mn-lt"/>
                <a:cs typeface="+mn-lt"/>
              </a:rPr>
              <a:t>)</a:t>
            </a:r>
            <a:r>
              <a:rPr lang="ko-KR" altLang="en-US" dirty="0">
                <a:ea typeface="+mn-lt"/>
                <a:cs typeface="+mn-lt"/>
              </a:rPr>
              <a:t>와 유사하다</a:t>
            </a:r>
            <a:r>
              <a:rPr lang="en-US" altLang="ko-KR" dirty="0">
                <a:ea typeface="+mn-lt"/>
                <a:cs typeface="+mn-lt"/>
              </a:rPr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B015FB-4F5D-19FB-C960-CF3B0EA12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73311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21D27-AA96-11D7-2A4F-5F42E5CD5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B57DB4F0-7EF5-5BB2-65C1-ABA4C77B362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b="1" dirty="0">
                <a:ea typeface="맑은 고딕"/>
              </a:rPr>
              <a:t>State</a:t>
            </a:r>
            <a:endParaRPr lang="ko-KR" altLang="en-US" b="1" dirty="0">
              <a:ea typeface="맑은 고딕" panose="020B0503020000020004" pitchFamily="34" charset="-127"/>
            </a:endParaRPr>
          </a:p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AB8F6189-7C92-C239-D73C-51C27314E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3B17FE4-E16E-CD29-9BCC-5AAD16BC0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 err="1">
                <a:ea typeface="맑은 고딕"/>
              </a:rPr>
              <a:t>Idle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잠시 멈춤</a:t>
            </a:r>
            <a:r>
              <a:rPr lang="en-US" altLang="ko-KR" dirty="0">
                <a:ea typeface="맑은 고딕"/>
              </a:rPr>
              <a:t>)		* Stop</a:t>
            </a:r>
            <a:r>
              <a:rPr lang="ko-KR" altLang="en-US" dirty="0">
                <a:ea typeface="맑은 고딕"/>
              </a:rPr>
              <a:t>으로 바꾸는 게 나을 것 같기도 함</a:t>
            </a:r>
            <a:r>
              <a:rPr lang="en-US" altLang="ko-KR" dirty="0">
                <a:ea typeface="맑은 고딕"/>
              </a:rPr>
              <a:t>.</a:t>
            </a:r>
          </a:p>
          <a:p>
            <a:r>
              <a:rPr lang="en-US" altLang="ko-KR" dirty="0" err="1">
                <a:ea typeface="맑은 고딕"/>
              </a:rPr>
              <a:t>WebMaking</a:t>
            </a:r>
            <a:r>
              <a:rPr lang="en-US" altLang="ko-KR" dirty="0">
                <a:ea typeface="맑은 고딕"/>
              </a:rPr>
              <a:t> (</a:t>
            </a:r>
            <a:r>
              <a:rPr lang="ko-KR" altLang="en-US" dirty="0">
                <a:ea typeface="맑은 고딕"/>
              </a:rPr>
              <a:t>거미줄 설치</a:t>
            </a:r>
            <a:r>
              <a:rPr lang="en-US" altLang="ko-KR" dirty="0">
                <a:ea typeface="맑은 고딕"/>
              </a:rPr>
              <a:t>)</a:t>
            </a:r>
          </a:p>
          <a:p>
            <a:r>
              <a:rPr lang="en-US" altLang="ko-KR" dirty="0">
                <a:ea typeface="맑은 고딕"/>
              </a:rPr>
              <a:t>Roaming (</a:t>
            </a:r>
            <a:r>
              <a:rPr lang="ko-KR" altLang="en-US" dirty="0">
                <a:ea typeface="맑은 고딕"/>
              </a:rPr>
              <a:t>배회</a:t>
            </a:r>
            <a:r>
              <a:rPr lang="en-US" altLang="ko-KR" dirty="0">
                <a:ea typeface="맑은 고딕"/>
              </a:rPr>
              <a:t>)</a:t>
            </a:r>
          </a:p>
          <a:p>
            <a:r>
              <a:rPr lang="en-US" altLang="ko-KR" dirty="0">
                <a:ea typeface="맑은 고딕"/>
              </a:rPr>
              <a:t>Waiting (</a:t>
            </a:r>
            <a:r>
              <a:rPr lang="ko-KR" altLang="en-US" dirty="0">
                <a:ea typeface="맑은 고딕"/>
              </a:rPr>
              <a:t>대기</a:t>
            </a:r>
            <a:r>
              <a:rPr lang="en-US" altLang="ko-KR" dirty="0">
                <a:ea typeface="맑은 고딕"/>
              </a:rPr>
              <a:t>)</a:t>
            </a:r>
            <a:endParaRPr lang="ko-KR" dirty="0"/>
          </a:p>
          <a:p>
            <a:r>
              <a:rPr lang="ko-KR" altLang="en-US" dirty="0">
                <a:ea typeface="맑은 고딕"/>
              </a:rPr>
              <a:t>Chase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추적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r>
              <a:rPr lang="ko-KR" altLang="en-US" dirty="0" err="1">
                <a:ea typeface="맑은 고딕"/>
              </a:rPr>
              <a:t>Attack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공격</a:t>
            </a:r>
            <a:r>
              <a:rPr lang="en-US" altLang="ko-KR" dirty="0">
                <a:ea typeface="맑은 고딕"/>
              </a:rPr>
              <a:t>)</a:t>
            </a:r>
          </a:p>
          <a:p>
            <a:r>
              <a:rPr lang="en-US" altLang="ko-KR" dirty="0">
                <a:ea typeface="맑은 고딕"/>
              </a:rPr>
              <a:t>Return (</a:t>
            </a:r>
            <a:r>
              <a:rPr lang="ko-KR" altLang="en-US" dirty="0">
                <a:ea typeface="맑은 고딕"/>
              </a:rPr>
              <a:t>복귀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>
              <a:ea typeface="맑은 고딕"/>
            </a:endParaRPr>
          </a:p>
          <a:p>
            <a:r>
              <a:rPr lang="ko-KR" altLang="en-US" dirty="0" err="1">
                <a:ea typeface="맑은 고딕"/>
              </a:rPr>
              <a:t>Hit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피격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  <a:p>
            <a:r>
              <a:rPr lang="ko-KR" altLang="en-US" dirty="0" err="1">
                <a:ea typeface="맑은 고딕"/>
              </a:rPr>
              <a:t>D</a:t>
            </a:r>
            <a:r>
              <a:rPr lang="en-US" altLang="ko-KR" dirty="0" err="1">
                <a:ea typeface="맑은 고딕"/>
              </a:rPr>
              <a:t>ead</a:t>
            </a:r>
            <a:r>
              <a:rPr lang="en-US" altLang="ko-KR" dirty="0">
                <a:ea typeface="맑은 고딕"/>
              </a:rPr>
              <a:t> (</a:t>
            </a:r>
            <a:r>
              <a:rPr lang="ko-KR" altLang="en-US" dirty="0">
                <a:ea typeface="맑은 고딕"/>
              </a:rPr>
              <a:t>사망</a:t>
            </a:r>
            <a:r>
              <a:rPr lang="en-US" altLang="ko-KR" dirty="0">
                <a:ea typeface="맑은 고딕"/>
              </a:rPr>
              <a:t>)</a:t>
            </a:r>
            <a:endParaRPr lang="ko-KR" altLang="en-US" dirty="0" err="1">
              <a:ea typeface="맑은 고딕"/>
            </a:endParaRPr>
          </a:p>
          <a:p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4044AB5-EFEA-AEE6-07A5-3BDA3C0F0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6407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DB9ED-808C-681C-F2E4-0E5A3AFAF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1C8AF963-3D17-3040-33A4-4B1C046E63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9B2950EE-FFC6-45B1-F655-04B0D707A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FSM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A09C412-F298-D112-F5ED-BC6C42B760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F7B71A-B83D-854F-A702-EBC44D789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5</a:t>
            </a:fld>
            <a:endParaRPr lang="ko-KR" altLang="en-US"/>
          </a:p>
        </p:txBody>
      </p:sp>
      <p:grpSp>
        <p:nvGrpSpPr>
          <p:cNvPr id="362" name="그룹 361">
            <a:extLst>
              <a:ext uri="{FF2B5EF4-FFF2-40B4-BE49-F238E27FC236}">
                <a16:creationId xmlns:a16="http://schemas.microsoft.com/office/drawing/2014/main" id="{DC08A474-2A17-65E8-9E6F-DF8D33B68EF3}"/>
              </a:ext>
            </a:extLst>
          </p:cNvPr>
          <p:cNvGrpSpPr/>
          <p:nvPr/>
        </p:nvGrpSpPr>
        <p:grpSpPr>
          <a:xfrm>
            <a:off x="1335922" y="128092"/>
            <a:ext cx="10021309" cy="6610750"/>
            <a:chOff x="2137143" y="128092"/>
            <a:chExt cx="9220088" cy="6082209"/>
          </a:xfrm>
        </p:grpSpPr>
        <p:pic>
          <p:nvPicPr>
            <p:cNvPr id="7" name="그림 6" descr="텍스트, 도표, 원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F5D753A-3008-42F4-2723-7AE157DCE8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304"/>
            <a:stretch>
              <a:fillRect/>
            </a:stretch>
          </p:blipFill>
          <p:spPr>
            <a:xfrm>
              <a:off x="2137143" y="572133"/>
              <a:ext cx="8710535" cy="5638168"/>
            </a:xfrm>
            <a:prstGeom prst="rect">
              <a:avLst/>
            </a:prstGeom>
          </p:spPr>
        </p:pic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0074E0F1-FC72-B2A3-90A7-1DC70BDE3EDB}"/>
                </a:ext>
              </a:extLst>
            </p:cNvPr>
            <p:cNvGrpSpPr/>
            <p:nvPr/>
          </p:nvGrpSpPr>
          <p:grpSpPr>
            <a:xfrm>
              <a:off x="7453391" y="691492"/>
              <a:ext cx="1668240" cy="1965240"/>
              <a:chOff x="7453391" y="691492"/>
              <a:chExt cx="1668240" cy="196524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">
                <p14:nvContentPartPr>
                  <p14:cNvPr id="35" name="잉크 34">
                    <a:extLst>
                      <a:ext uri="{FF2B5EF4-FFF2-40B4-BE49-F238E27FC236}">
                        <a16:creationId xmlns:a16="http://schemas.microsoft.com/office/drawing/2014/main" id="{1CA5C59D-FF00-5DCB-9A02-921A4C84F5D6}"/>
                      </a:ext>
                    </a:extLst>
                  </p14:cNvPr>
                  <p14:cNvContentPartPr/>
                  <p14:nvPr/>
                </p14:nvContentPartPr>
                <p14:xfrm>
                  <a:off x="7453391" y="2147692"/>
                  <a:ext cx="189360" cy="100080"/>
                </p14:xfrm>
              </p:contentPart>
            </mc:Choice>
            <mc:Fallback>
              <p:pic>
                <p:nvPicPr>
                  <p:cNvPr id="35" name="잉크 34">
                    <a:extLst>
                      <a:ext uri="{FF2B5EF4-FFF2-40B4-BE49-F238E27FC236}">
                        <a16:creationId xmlns:a16="http://schemas.microsoft.com/office/drawing/2014/main" id="{1CA5C59D-FF00-5DCB-9A02-921A4C84F5D6}"/>
                      </a:ext>
                    </a:extLst>
                  </p:cNvPr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7445100" y="2139739"/>
                    <a:ext cx="205610" cy="1163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">
                <p14:nvContentPartPr>
                  <p14:cNvPr id="36" name="잉크 35">
                    <a:extLst>
                      <a:ext uri="{FF2B5EF4-FFF2-40B4-BE49-F238E27FC236}">
                        <a16:creationId xmlns:a16="http://schemas.microsoft.com/office/drawing/2014/main" id="{4743D3D5-5E52-CF9F-3937-9DC7AC65FD18}"/>
                      </a:ext>
                    </a:extLst>
                  </p14:cNvPr>
                  <p14:cNvContentPartPr/>
                  <p14:nvPr/>
                </p14:nvContentPartPr>
                <p14:xfrm>
                  <a:off x="7538351" y="2158132"/>
                  <a:ext cx="1288800" cy="498600"/>
                </p14:xfrm>
              </p:contentPart>
            </mc:Choice>
            <mc:Fallback>
              <p:pic>
                <p:nvPicPr>
                  <p:cNvPr id="36" name="잉크 35">
                    <a:extLst>
                      <a:ext uri="{FF2B5EF4-FFF2-40B4-BE49-F238E27FC236}">
                        <a16:creationId xmlns:a16="http://schemas.microsoft.com/office/drawing/2014/main" id="{4743D3D5-5E52-CF9F-3937-9DC7AC65FD18}"/>
                      </a:ext>
                    </a:extLst>
                  </p:cNvPr>
                  <p:cNvPicPr/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7530402" y="2149850"/>
                    <a:ext cx="1305030" cy="5148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">
                <p14:nvContentPartPr>
                  <p14:cNvPr id="37" name="잉크 36">
                    <a:extLst>
                      <a:ext uri="{FF2B5EF4-FFF2-40B4-BE49-F238E27FC236}">
                        <a16:creationId xmlns:a16="http://schemas.microsoft.com/office/drawing/2014/main" id="{106FC624-7892-EFF8-1D5D-67CF6CEF70C6}"/>
                      </a:ext>
                    </a:extLst>
                  </p14:cNvPr>
                  <p14:cNvContentPartPr/>
                  <p14:nvPr/>
                </p14:nvContentPartPr>
                <p14:xfrm>
                  <a:off x="8479031" y="691492"/>
                  <a:ext cx="642600" cy="1601280"/>
                </p14:xfrm>
              </p:contentPart>
            </mc:Choice>
            <mc:Fallback>
              <p:pic>
                <p:nvPicPr>
                  <p:cNvPr id="37" name="잉크 36">
                    <a:extLst>
                      <a:ext uri="{FF2B5EF4-FFF2-40B4-BE49-F238E27FC236}">
                        <a16:creationId xmlns:a16="http://schemas.microsoft.com/office/drawing/2014/main" id="{106FC624-7892-EFF8-1D5D-67CF6CEF70C6}"/>
                      </a:ext>
                    </a:extLst>
                  </p:cNvPr>
                  <p:cNvPicPr/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8470750" y="683212"/>
                    <a:ext cx="658831" cy="1617508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75" name="그룹 74">
              <a:extLst>
                <a:ext uri="{FF2B5EF4-FFF2-40B4-BE49-F238E27FC236}">
                  <a16:creationId xmlns:a16="http://schemas.microsoft.com/office/drawing/2014/main" id="{40785B4C-51BA-84F9-B8DF-FE8C514B25AD}"/>
                </a:ext>
              </a:extLst>
            </p:cNvPr>
            <p:cNvGrpSpPr/>
            <p:nvPr/>
          </p:nvGrpSpPr>
          <p:grpSpPr>
            <a:xfrm>
              <a:off x="9232511" y="128092"/>
              <a:ext cx="2124720" cy="591480"/>
              <a:chOff x="9232511" y="128092"/>
              <a:chExt cx="2124720" cy="59148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9">
                <p14:nvContentPartPr>
                  <p14:cNvPr id="45" name="잉크 44">
                    <a:extLst>
                      <a:ext uri="{FF2B5EF4-FFF2-40B4-BE49-F238E27FC236}">
                        <a16:creationId xmlns:a16="http://schemas.microsoft.com/office/drawing/2014/main" id="{DDF4BDFE-47DA-F9EB-7008-BACE3B39704A}"/>
                      </a:ext>
                    </a:extLst>
                  </p14:cNvPr>
                  <p14:cNvContentPartPr/>
                  <p14:nvPr/>
                </p14:nvContentPartPr>
                <p14:xfrm>
                  <a:off x="9232511" y="522652"/>
                  <a:ext cx="118800" cy="42840"/>
                </p14:xfrm>
              </p:contentPart>
            </mc:Choice>
            <mc:Fallback>
              <p:pic>
                <p:nvPicPr>
                  <p:cNvPr id="45" name="잉크 44">
                    <a:extLst>
                      <a:ext uri="{FF2B5EF4-FFF2-40B4-BE49-F238E27FC236}">
                        <a16:creationId xmlns:a16="http://schemas.microsoft.com/office/drawing/2014/main" id="{DDF4BDFE-47DA-F9EB-7008-BACE3B39704A}"/>
                      </a:ext>
                    </a:extLst>
                  </p:cNvPr>
                  <p:cNvPicPr/>
                  <p:nvPr/>
                </p:nvPicPr>
                <p:blipFill>
                  <a:blip r:embed="rId10"/>
                  <a:stretch>
                    <a:fillRect/>
                  </a:stretch>
                </p:blipFill>
                <p:spPr>
                  <a:xfrm>
                    <a:off x="9224215" y="514350"/>
                    <a:ext cx="135060" cy="591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">
                <p14:nvContentPartPr>
                  <p14:cNvPr id="46" name="잉크 45">
                    <a:extLst>
                      <a:ext uri="{FF2B5EF4-FFF2-40B4-BE49-F238E27FC236}">
                        <a16:creationId xmlns:a16="http://schemas.microsoft.com/office/drawing/2014/main" id="{BA51BA58-C75D-8F5F-1FD3-3D451FE4C07A}"/>
                      </a:ext>
                    </a:extLst>
                  </p14:cNvPr>
                  <p14:cNvContentPartPr/>
                  <p14:nvPr/>
                </p14:nvContentPartPr>
                <p14:xfrm>
                  <a:off x="9238631" y="526972"/>
                  <a:ext cx="135360" cy="192240"/>
                </p14:xfrm>
              </p:contentPart>
            </mc:Choice>
            <mc:Fallback>
              <p:pic>
                <p:nvPicPr>
                  <p:cNvPr id="46" name="잉크 45">
                    <a:extLst>
                      <a:ext uri="{FF2B5EF4-FFF2-40B4-BE49-F238E27FC236}">
                        <a16:creationId xmlns:a16="http://schemas.microsoft.com/office/drawing/2014/main" id="{BA51BA58-C75D-8F5F-1FD3-3D451FE4C07A}"/>
                      </a:ext>
                    </a:extLst>
                  </p:cNvPr>
                  <p:cNvPicPr/>
                  <p:nvPr/>
                </p:nvPicPr>
                <p:blipFill>
                  <a:blip r:embed="rId12"/>
                  <a:stretch>
                    <a:fillRect/>
                  </a:stretch>
                </p:blipFill>
                <p:spPr>
                  <a:xfrm>
                    <a:off x="9230688" y="518700"/>
                    <a:ext cx="151577" cy="20845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">
                <p14:nvContentPartPr>
                  <p14:cNvPr id="48" name="잉크 47">
                    <a:extLst>
                      <a:ext uri="{FF2B5EF4-FFF2-40B4-BE49-F238E27FC236}">
                        <a16:creationId xmlns:a16="http://schemas.microsoft.com/office/drawing/2014/main" id="{3698B088-A1B5-6374-3F62-59675BA46400}"/>
                      </a:ext>
                    </a:extLst>
                  </p14:cNvPr>
                  <p14:cNvContentPartPr/>
                  <p14:nvPr/>
                </p14:nvContentPartPr>
                <p14:xfrm>
                  <a:off x="9355631" y="525532"/>
                  <a:ext cx="104400" cy="169200"/>
                </p14:xfrm>
              </p:contentPart>
            </mc:Choice>
            <mc:Fallback>
              <p:pic>
                <p:nvPicPr>
                  <p:cNvPr id="48" name="잉크 47">
                    <a:extLst>
                      <a:ext uri="{FF2B5EF4-FFF2-40B4-BE49-F238E27FC236}">
                        <a16:creationId xmlns:a16="http://schemas.microsoft.com/office/drawing/2014/main" id="{3698B088-A1B5-6374-3F62-59675BA46400}"/>
                      </a:ext>
                    </a:extLst>
                  </p:cNvPr>
                  <p:cNvPicPr/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9347345" y="517254"/>
                    <a:ext cx="120640" cy="1854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">
                <p14:nvContentPartPr>
                  <p14:cNvPr id="49" name="잉크 48">
                    <a:extLst>
                      <a:ext uri="{FF2B5EF4-FFF2-40B4-BE49-F238E27FC236}">
                        <a16:creationId xmlns:a16="http://schemas.microsoft.com/office/drawing/2014/main" id="{70AE12A1-540F-9166-F079-68D7E8E2D4C0}"/>
                      </a:ext>
                    </a:extLst>
                  </p14:cNvPr>
                  <p14:cNvContentPartPr/>
                  <p14:nvPr/>
                </p14:nvContentPartPr>
                <p14:xfrm>
                  <a:off x="9499271" y="481972"/>
                  <a:ext cx="360" cy="237600"/>
                </p14:xfrm>
              </p:contentPart>
            </mc:Choice>
            <mc:Fallback>
              <p:pic>
                <p:nvPicPr>
                  <p:cNvPr id="49" name="잉크 48">
                    <a:extLst>
                      <a:ext uri="{FF2B5EF4-FFF2-40B4-BE49-F238E27FC236}">
                        <a16:creationId xmlns:a16="http://schemas.microsoft.com/office/drawing/2014/main" id="{70AE12A1-540F-9166-F079-68D7E8E2D4C0}"/>
                      </a:ext>
                    </a:extLst>
                  </p:cNvPr>
                  <p:cNvPicPr/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9490631" y="473699"/>
                    <a:ext cx="18000" cy="2538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">
                <p14:nvContentPartPr>
                  <p14:cNvPr id="50" name="잉크 49">
                    <a:extLst>
                      <a:ext uri="{FF2B5EF4-FFF2-40B4-BE49-F238E27FC236}">
                        <a16:creationId xmlns:a16="http://schemas.microsoft.com/office/drawing/2014/main" id="{33056905-C2EB-7C33-5796-D0868EDFF62E}"/>
                      </a:ext>
                    </a:extLst>
                  </p14:cNvPr>
                  <p14:cNvContentPartPr/>
                  <p14:nvPr/>
                </p14:nvContentPartPr>
                <p14:xfrm>
                  <a:off x="9496391" y="611212"/>
                  <a:ext cx="104760" cy="31320"/>
                </p14:xfrm>
              </p:contentPart>
            </mc:Choice>
            <mc:Fallback>
              <p:pic>
                <p:nvPicPr>
                  <p:cNvPr id="50" name="잉크 49">
                    <a:extLst>
                      <a:ext uri="{FF2B5EF4-FFF2-40B4-BE49-F238E27FC236}">
                        <a16:creationId xmlns:a16="http://schemas.microsoft.com/office/drawing/2014/main" id="{33056905-C2EB-7C33-5796-D0868EDFF62E}"/>
                      </a:ext>
                    </a:extLst>
                  </p:cNvPr>
                  <p:cNvPicPr/>
                  <p:nvPr/>
                </p:nvPicPr>
                <p:blipFill>
                  <a:blip r:embed="rId18"/>
                  <a:stretch>
                    <a:fillRect/>
                  </a:stretch>
                </p:blipFill>
                <p:spPr>
                  <a:xfrm>
                    <a:off x="9488129" y="602882"/>
                    <a:ext cx="120953" cy="4764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">
                <p14:nvContentPartPr>
                  <p14:cNvPr id="51" name="잉크 50">
                    <a:extLst>
                      <a:ext uri="{FF2B5EF4-FFF2-40B4-BE49-F238E27FC236}">
                        <a16:creationId xmlns:a16="http://schemas.microsoft.com/office/drawing/2014/main" id="{45BF34C1-742E-4849-9169-75659CBC03DB}"/>
                      </a:ext>
                    </a:extLst>
                  </p14:cNvPr>
                  <p14:cNvContentPartPr/>
                  <p14:nvPr/>
                </p14:nvContentPartPr>
                <p14:xfrm>
                  <a:off x="9592871" y="477652"/>
                  <a:ext cx="72000" cy="227880"/>
                </p14:xfrm>
              </p:contentPart>
            </mc:Choice>
            <mc:Fallback>
              <p:pic>
                <p:nvPicPr>
                  <p:cNvPr id="51" name="잉크 50">
                    <a:extLst>
                      <a:ext uri="{FF2B5EF4-FFF2-40B4-BE49-F238E27FC236}">
                        <a16:creationId xmlns:a16="http://schemas.microsoft.com/office/drawing/2014/main" id="{45BF34C1-742E-4849-9169-75659CBC03DB}"/>
                      </a:ext>
                    </a:extLst>
                  </p:cNvPr>
                  <p:cNvPicPr/>
                  <p:nvPr/>
                </p:nvPicPr>
                <p:blipFill>
                  <a:blip r:embed="rId20"/>
                  <a:stretch>
                    <a:fillRect/>
                  </a:stretch>
                </p:blipFill>
                <p:spPr>
                  <a:xfrm>
                    <a:off x="9584944" y="469703"/>
                    <a:ext cx="88183" cy="24411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">
                <p14:nvContentPartPr>
                  <p14:cNvPr id="52" name="잉크 51">
                    <a:extLst>
                      <a:ext uri="{FF2B5EF4-FFF2-40B4-BE49-F238E27FC236}">
                        <a16:creationId xmlns:a16="http://schemas.microsoft.com/office/drawing/2014/main" id="{7344B4BE-7FCD-2DB2-9D4A-27AE8D098536}"/>
                      </a:ext>
                    </a:extLst>
                  </p14:cNvPr>
                  <p14:cNvContentPartPr/>
                  <p14:nvPr/>
                </p14:nvContentPartPr>
                <p14:xfrm>
                  <a:off x="9852071" y="396292"/>
                  <a:ext cx="25200" cy="227880"/>
                </p14:xfrm>
              </p:contentPart>
            </mc:Choice>
            <mc:Fallback>
              <p:pic>
                <p:nvPicPr>
                  <p:cNvPr id="52" name="잉크 51">
                    <a:extLst>
                      <a:ext uri="{FF2B5EF4-FFF2-40B4-BE49-F238E27FC236}">
                        <a16:creationId xmlns:a16="http://schemas.microsoft.com/office/drawing/2014/main" id="{7344B4BE-7FCD-2DB2-9D4A-27AE8D098536}"/>
                      </a:ext>
                    </a:extLst>
                  </p:cNvPr>
                  <p:cNvPicPr/>
                  <p:nvPr/>
                </p:nvPicPr>
                <p:blipFill>
                  <a:blip r:embed="rId22"/>
                  <a:stretch>
                    <a:fillRect/>
                  </a:stretch>
                </p:blipFill>
                <p:spPr>
                  <a:xfrm>
                    <a:off x="9844113" y="388011"/>
                    <a:ext cx="41447" cy="24411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">
                <p14:nvContentPartPr>
                  <p14:cNvPr id="53" name="잉크 52">
                    <a:extLst>
                      <a:ext uri="{FF2B5EF4-FFF2-40B4-BE49-F238E27FC236}">
                        <a16:creationId xmlns:a16="http://schemas.microsoft.com/office/drawing/2014/main" id="{264D8F7D-4196-9E8B-3A16-4A4E9990445A}"/>
                      </a:ext>
                    </a:extLst>
                  </p14:cNvPr>
                  <p14:cNvContentPartPr/>
                  <p14:nvPr/>
                </p14:nvContentPartPr>
                <p14:xfrm>
                  <a:off x="9845951" y="525532"/>
                  <a:ext cx="118800" cy="45360"/>
                </p14:xfrm>
              </p:contentPart>
            </mc:Choice>
            <mc:Fallback>
              <p:pic>
                <p:nvPicPr>
                  <p:cNvPr id="53" name="잉크 52">
                    <a:extLst>
                      <a:ext uri="{FF2B5EF4-FFF2-40B4-BE49-F238E27FC236}">
                        <a16:creationId xmlns:a16="http://schemas.microsoft.com/office/drawing/2014/main" id="{264D8F7D-4196-9E8B-3A16-4A4E9990445A}"/>
                      </a:ext>
                    </a:extLst>
                  </p:cNvPr>
                  <p:cNvPicPr/>
                  <p:nvPr/>
                </p:nvPicPr>
                <p:blipFill>
                  <a:blip r:embed="rId24"/>
                  <a:stretch>
                    <a:fillRect/>
                  </a:stretch>
                </p:blipFill>
                <p:spPr>
                  <a:xfrm>
                    <a:off x="9837678" y="517255"/>
                    <a:ext cx="135015" cy="615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">
                <p14:nvContentPartPr>
                  <p14:cNvPr id="54" name="잉크 53">
                    <a:extLst>
                      <a:ext uri="{FF2B5EF4-FFF2-40B4-BE49-F238E27FC236}">
                        <a16:creationId xmlns:a16="http://schemas.microsoft.com/office/drawing/2014/main" id="{D5C4D7C1-829F-F11E-9FF1-D8AE83ABC73D}"/>
                      </a:ext>
                    </a:extLst>
                  </p14:cNvPr>
                  <p14:cNvContentPartPr/>
                  <p14:nvPr/>
                </p14:nvContentPartPr>
                <p14:xfrm>
                  <a:off x="9964391" y="418612"/>
                  <a:ext cx="86040" cy="204120"/>
                </p14:xfrm>
              </p:contentPart>
            </mc:Choice>
            <mc:Fallback>
              <p:pic>
                <p:nvPicPr>
                  <p:cNvPr id="54" name="잉크 53">
                    <a:extLst>
                      <a:ext uri="{FF2B5EF4-FFF2-40B4-BE49-F238E27FC236}">
                        <a16:creationId xmlns:a16="http://schemas.microsoft.com/office/drawing/2014/main" id="{D5C4D7C1-829F-F11E-9FF1-D8AE83ABC73D}"/>
                      </a:ext>
                    </a:extLst>
                  </p:cNvPr>
                  <p:cNvPicPr/>
                  <p:nvPr/>
                </p:nvPicPr>
                <p:blipFill>
                  <a:blip r:embed="rId26"/>
                  <a:stretch>
                    <a:fillRect/>
                  </a:stretch>
                </p:blipFill>
                <p:spPr>
                  <a:xfrm>
                    <a:off x="9956449" y="410659"/>
                    <a:ext cx="102255" cy="2203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">
                <p14:nvContentPartPr>
                  <p14:cNvPr id="55" name="잉크 54">
                    <a:extLst>
                      <a:ext uri="{FF2B5EF4-FFF2-40B4-BE49-F238E27FC236}">
                        <a16:creationId xmlns:a16="http://schemas.microsoft.com/office/drawing/2014/main" id="{11FF3AC1-4AAB-51F3-DA3D-428956E3EC39}"/>
                      </a:ext>
                    </a:extLst>
                  </p14:cNvPr>
                  <p14:cNvContentPartPr/>
                  <p14:nvPr/>
                </p14:nvContentPartPr>
                <p14:xfrm>
                  <a:off x="10066271" y="446692"/>
                  <a:ext cx="81360" cy="118440"/>
                </p14:xfrm>
              </p:contentPart>
            </mc:Choice>
            <mc:Fallback>
              <p:pic>
                <p:nvPicPr>
                  <p:cNvPr id="55" name="잉크 54">
                    <a:extLst>
                      <a:ext uri="{FF2B5EF4-FFF2-40B4-BE49-F238E27FC236}">
                        <a16:creationId xmlns:a16="http://schemas.microsoft.com/office/drawing/2014/main" id="{11FF3AC1-4AAB-51F3-DA3D-428956E3EC39}"/>
                      </a:ext>
                    </a:extLst>
                  </p:cNvPr>
                  <p:cNvPicPr/>
                  <p:nvPr/>
                </p:nvPicPr>
                <p:blipFill>
                  <a:blip r:embed="rId28"/>
                  <a:stretch>
                    <a:fillRect/>
                  </a:stretch>
                </p:blipFill>
                <p:spPr>
                  <a:xfrm>
                    <a:off x="10057969" y="438752"/>
                    <a:ext cx="97632" cy="1346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">
                <p14:nvContentPartPr>
                  <p14:cNvPr id="56" name="잉크 55">
                    <a:extLst>
                      <a:ext uri="{FF2B5EF4-FFF2-40B4-BE49-F238E27FC236}">
                        <a16:creationId xmlns:a16="http://schemas.microsoft.com/office/drawing/2014/main" id="{16DDF54C-4B08-BEF8-7488-13EDD62869C6}"/>
                      </a:ext>
                    </a:extLst>
                  </p14:cNvPr>
                  <p14:cNvContentPartPr/>
                  <p14:nvPr/>
                </p14:nvContentPartPr>
                <p14:xfrm>
                  <a:off x="10089311" y="446692"/>
                  <a:ext cx="360" cy="360"/>
                </p14:xfrm>
              </p:contentPart>
            </mc:Choice>
            <mc:Fallback>
              <p:pic>
                <p:nvPicPr>
                  <p:cNvPr id="56" name="잉크 55">
                    <a:extLst>
                      <a:ext uri="{FF2B5EF4-FFF2-40B4-BE49-F238E27FC236}">
                        <a16:creationId xmlns:a16="http://schemas.microsoft.com/office/drawing/2014/main" id="{16DDF54C-4B08-BEF8-7488-13EDD62869C6}"/>
                      </a:ext>
                    </a:extLst>
                  </p:cNvPr>
                  <p:cNvPicPr/>
                  <p:nvPr/>
                </p:nvPicPr>
                <p:blipFill>
                  <a:blip r:embed="rId30"/>
                  <a:stretch>
                    <a:fillRect/>
                  </a:stretch>
                </p:blipFill>
                <p:spPr>
                  <a:xfrm>
                    <a:off x="10080671" y="438052"/>
                    <a:ext cx="18000" cy="180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">
                <p14:nvContentPartPr>
                  <p14:cNvPr id="59" name="잉크 58">
                    <a:extLst>
                      <a:ext uri="{FF2B5EF4-FFF2-40B4-BE49-F238E27FC236}">
                        <a16:creationId xmlns:a16="http://schemas.microsoft.com/office/drawing/2014/main" id="{786496A7-4FE7-4C2D-D7B3-CC292CDA1640}"/>
                      </a:ext>
                    </a:extLst>
                  </p14:cNvPr>
                  <p14:cNvContentPartPr/>
                  <p14:nvPr/>
                </p14:nvContentPartPr>
                <p14:xfrm>
                  <a:off x="10218911" y="373612"/>
                  <a:ext cx="40680" cy="178200"/>
                </p14:xfrm>
              </p:contentPart>
            </mc:Choice>
            <mc:Fallback>
              <p:pic>
                <p:nvPicPr>
                  <p:cNvPr id="59" name="잉크 58">
                    <a:extLst>
                      <a:ext uri="{FF2B5EF4-FFF2-40B4-BE49-F238E27FC236}">
                        <a16:creationId xmlns:a16="http://schemas.microsoft.com/office/drawing/2014/main" id="{786496A7-4FE7-4C2D-D7B3-CC292CDA1640}"/>
                      </a:ext>
                    </a:extLst>
                  </p:cNvPr>
                  <p:cNvPicPr/>
                  <p:nvPr/>
                </p:nvPicPr>
                <p:blipFill>
                  <a:blip r:embed="rId32"/>
                  <a:stretch>
                    <a:fillRect/>
                  </a:stretch>
                </p:blipFill>
                <p:spPr>
                  <a:xfrm>
                    <a:off x="10210643" y="365331"/>
                    <a:ext cx="56886" cy="1944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3">
                <p14:nvContentPartPr>
                  <p14:cNvPr id="60" name="잉크 59">
                    <a:extLst>
                      <a:ext uri="{FF2B5EF4-FFF2-40B4-BE49-F238E27FC236}">
                        <a16:creationId xmlns:a16="http://schemas.microsoft.com/office/drawing/2014/main" id="{E66A5D6A-AB12-4F22-69AB-AC5DB894542C}"/>
                      </a:ext>
                    </a:extLst>
                  </p14:cNvPr>
                  <p14:cNvContentPartPr/>
                  <p14:nvPr/>
                </p14:nvContentPartPr>
                <p14:xfrm>
                  <a:off x="10228271" y="377932"/>
                  <a:ext cx="75240" cy="38160"/>
                </p14:xfrm>
              </p:contentPart>
            </mc:Choice>
            <mc:Fallback>
              <p:pic>
                <p:nvPicPr>
                  <p:cNvPr id="60" name="잉크 59">
                    <a:extLst>
                      <a:ext uri="{FF2B5EF4-FFF2-40B4-BE49-F238E27FC236}">
                        <a16:creationId xmlns:a16="http://schemas.microsoft.com/office/drawing/2014/main" id="{E66A5D6A-AB12-4F22-69AB-AC5DB894542C}"/>
                      </a:ext>
                    </a:extLst>
                  </p:cNvPr>
                  <p:cNvPicPr/>
                  <p:nvPr/>
                </p:nvPicPr>
                <p:blipFill>
                  <a:blip r:embed="rId34"/>
                  <a:stretch>
                    <a:fillRect/>
                  </a:stretch>
                </p:blipFill>
                <p:spPr>
                  <a:xfrm>
                    <a:off x="10219985" y="370037"/>
                    <a:ext cx="91481" cy="542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5">
                <p14:nvContentPartPr>
                  <p14:cNvPr id="61" name="잉크 60">
                    <a:extLst>
                      <a:ext uri="{FF2B5EF4-FFF2-40B4-BE49-F238E27FC236}">
                        <a16:creationId xmlns:a16="http://schemas.microsoft.com/office/drawing/2014/main" id="{95D77B86-0BB0-5D06-D205-E188E08D7587}"/>
                      </a:ext>
                    </a:extLst>
                  </p14:cNvPr>
                  <p14:cNvContentPartPr/>
                  <p14:nvPr/>
                </p14:nvContentPartPr>
                <p14:xfrm>
                  <a:off x="10228271" y="416092"/>
                  <a:ext cx="81360" cy="66240"/>
                </p14:xfrm>
              </p:contentPart>
            </mc:Choice>
            <mc:Fallback>
              <p:pic>
                <p:nvPicPr>
                  <p:cNvPr id="61" name="잉크 60">
                    <a:extLst>
                      <a:ext uri="{FF2B5EF4-FFF2-40B4-BE49-F238E27FC236}">
                        <a16:creationId xmlns:a16="http://schemas.microsoft.com/office/drawing/2014/main" id="{95D77B86-0BB0-5D06-D205-E188E08D7587}"/>
                      </a:ext>
                    </a:extLst>
                  </p:cNvPr>
                  <p:cNvPicPr/>
                  <p:nvPr/>
                </p:nvPicPr>
                <p:blipFill>
                  <a:blip r:embed="rId36"/>
                  <a:stretch>
                    <a:fillRect/>
                  </a:stretch>
                </p:blipFill>
                <p:spPr>
                  <a:xfrm>
                    <a:off x="10220003" y="407812"/>
                    <a:ext cx="97566" cy="824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7">
                <p14:nvContentPartPr>
                  <p14:cNvPr id="62" name="잉크 61">
                    <a:extLst>
                      <a:ext uri="{FF2B5EF4-FFF2-40B4-BE49-F238E27FC236}">
                        <a16:creationId xmlns:a16="http://schemas.microsoft.com/office/drawing/2014/main" id="{201F0530-0BAD-B2FE-7DB5-9844AD66465A}"/>
                      </a:ext>
                    </a:extLst>
                  </p14:cNvPr>
                  <p14:cNvContentPartPr/>
                  <p14:nvPr/>
                </p14:nvContentPartPr>
                <p14:xfrm>
                  <a:off x="10334471" y="391972"/>
                  <a:ext cx="93960" cy="91080"/>
                </p14:xfrm>
              </p:contentPart>
            </mc:Choice>
            <mc:Fallback>
              <p:pic>
                <p:nvPicPr>
                  <p:cNvPr id="62" name="잉크 61">
                    <a:extLst>
                      <a:ext uri="{FF2B5EF4-FFF2-40B4-BE49-F238E27FC236}">
                        <a16:creationId xmlns:a16="http://schemas.microsoft.com/office/drawing/2014/main" id="{201F0530-0BAD-B2FE-7DB5-9844AD66465A}"/>
                      </a:ext>
                    </a:extLst>
                  </p:cNvPr>
                  <p:cNvPicPr/>
                  <p:nvPr/>
                </p:nvPicPr>
                <p:blipFill>
                  <a:blip r:embed="rId38"/>
                  <a:stretch>
                    <a:fillRect/>
                  </a:stretch>
                </p:blipFill>
                <p:spPr>
                  <a:xfrm>
                    <a:off x="10326200" y="384023"/>
                    <a:ext cx="110171" cy="10730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9">
                <p14:nvContentPartPr>
                  <p14:cNvPr id="63" name="잉크 62">
                    <a:extLst>
                      <a:ext uri="{FF2B5EF4-FFF2-40B4-BE49-F238E27FC236}">
                        <a16:creationId xmlns:a16="http://schemas.microsoft.com/office/drawing/2014/main" id="{280DF0D6-E177-16EF-0517-9CD829720FCD}"/>
                      </a:ext>
                    </a:extLst>
                  </p14:cNvPr>
                  <p14:cNvContentPartPr/>
                  <p14:nvPr/>
                </p14:nvContentPartPr>
                <p14:xfrm>
                  <a:off x="10418711" y="314932"/>
                  <a:ext cx="56160" cy="147960"/>
                </p14:xfrm>
              </p:contentPart>
            </mc:Choice>
            <mc:Fallback>
              <p:pic>
                <p:nvPicPr>
                  <p:cNvPr id="63" name="잉크 62">
                    <a:extLst>
                      <a:ext uri="{FF2B5EF4-FFF2-40B4-BE49-F238E27FC236}">
                        <a16:creationId xmlns:a16="http://schemas.microsoft.com/office/drawing/2014/main" id="{280DF0D6-E177-16EF-0517-9CD829720FCD}"/>
                      </a:ext>
                    </a:extLst>
                  </p:cNvPr>
                  <p:cNvPicPr/>
                  <p:nvPr/>
                </p:nvPicPr>
                <p:blipFill>
                  <a:blip r:embed="rId40"/>
                  <a:stretch>
                    <a:fillRect/>
                  </a:stretch>
                </p:blipFill>
                <p:spPr>
                  <a:xfrm>
                    <a:off x="10410403" y="306657"/>
                    <a:ext cx="72443" cy="16417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1">
                <p14:nvContentPartPr>
                  <p14:cNvPr id="64" name="잉크 63">
                    <a:extLst>
                      <a:ext uri="{FF2B5EF4-FFF2-40B4-BE49-F238E27FC236}">
                        <a16:creationId xmlns:a16="http://schemas.microsoft.com/office/drawing/2014/main" id="{24582FA3-8A5C-27DF-B72A-EC094B688EDF}"/>
                      </a:ext>
                    </a:extLst>
                  </p14:cNvPr>
                  <p14:cNvContentPartPr/>
                  <p14:nvPr/>
                </p14:nvContentPartPr>
                <p14:xfrm>
                  <a:off x="10456151" y="268492"/>
                  <a:ext cx="89280" cy="258840"/>
                </p14:xfrm>
              </p:contentPart>
            </mc:Choice>
            <mc:Fallback>
              <p:pic>
                <p:nvPicPr>
                  <p:cNvPr id="64" name="잉크 63">
                    <a:extLst>
                      <a:ext uri="{FF2B5EF4-FFF2-40B4-BE49-F238E27FC236}">
                        <a16:creationId xmlns:a16="http://schemas.microsoft.com/office/drawing/2014/main" id="{24582FA3-8A5C-27DF-B72A-EC094B688EDF}"/>
                      </a:ext>
                    </a:extLst>
                  </p:cNvPr>
                  <p:cNvPicPr/>
                  <p:nvPr/>
                </p:nvPicPr>
                <p:blipFill>
                  <a:blip r:embed="rId42"/>
                  <a:stretch>
                    <a:fillRect/>
                  </a:stretch>
                </p:blipFill>
                <p:spPr>
                  <a:xfrm>
                    <a:off x="10447884" y="260206"/>
                    <a:ext cx="105483" cy="275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3">
                <p14:nvContentPartPr>
                  <p14:cNvPr id="65" name="잉크 64">
                    <a:extLst>
                      <a:ext uri="{FF2B5EF4-FFF2-40B4-BE49-F238E27FC236}">
                        <a16:creationId xmlns:a16="http://schemas.microsoft.com/office/drawing/2014/main" id="{7D324EE1-3895-D086-B064-363E02E279B7}"/>
                      </a:ext>
                    </a:extLst>
                  </p14:cNvPr>
                  <p14:cNvContentPartPr/>
                  <p14:nvPr/>
                </p14:nvContentPartPr>
                <p14:xfrm>
                  <a:off x="10726151" y="217732"/>
                  <a:ext cx="56520" cy="36720"/>
                </p14:xfrm>
              </p:contentPart>
            </mc:Choice>
            <mc:Fallback>
              <p:pic>
                <p:nvPicPr>
                  <p:cNvPr id="65" name="잉크 64">
                    <a:extLst>
                      <a:ext uri="{FF2B5EF4-FFF2-40B4-BE49-F238E27FC236}">
                        <a16:creationId xmlns:a16="http://schemas.microsoft.com/office/drawing/2014/main" id="{7D324EE1-3895-D086-B064-363E02E279B7}"/>
                      </a:ext>
                    </a:extLst>
                  </p:cNvPr>
                  <p:cNvPicPr/>
                  <p:nvPr/>
                </p:nvPicPr>
                <p:blipFill>
                  <a:blip r:embed="rId44"/>
                  <a:stretch>
                    <a:fillRect/>
                  </a:stretch>
                </p:blipFill>
                <p:spPr>
                  <a:xfrm>
                    <a:off x="10717888" y="209793"/>
                    <a:ext cx="72716" cy="529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5">
                <p14:nvContentPartPr>
                  <p14:cNvPr id="66" name="잉크 65">
                    <a:extLst>
                      <a:ext uri="{FF2B5EF4-FFF2-40B4-BE49-F238E27FC236}">
                        <a16:creationId xmlns:a16="http://schemas.microsoft.com/office/drawing/2014/main" id="{2E3D532F-CA7B-73DA-360D-9443BDD1038C}"/>
                      </a:ext>
                    </a:extLst>
                  </p14:cNvPr>
                  <p14:cNvContentPartPr/>
                  <p14:nvPr/>
                </p14:nvContentPartPr>
                <p14:xfrm>
                  <a:off x="10730831" y="241492"/>
                  <a:ext cx="86040" cy="119880"/>
                </p14:xfrm>
              </p:contentPart>
            </mc:Choice>
            <mc:Fallback>
              <p:pic>
                <p:nvPicPr>
                  <p:cNvPr id="66" name="잉크 65">
                    <a:extLst>
                      <a:ext uri="{FF2B5EF4-FFF2-40B4-BE49-F238E27FC236}">
                        <a16:creationId xmlns:a16="http://schemas.microsoft.com/office/drawing/2014/main" id="{2E3D532F-CA7B-73DA-360D-9443BDD1038C}"/>
                      </a:ext>
                    </a:extLst>
                  </p:cNvPr>
                  <p:cNvPicPr/>
                  <p:nvPr/>
                </p:nvPicPr>
                <p:blipFill>
                  <a:blip r:embed="rId46"/>
                  <a:stretch>
                    <a:fillRect/>
                  </a:stretch>
                </p:blipFill>
                <p:spPr>
                  <a:xfrm>
                    <a:off x="10722558" y="233213"/>
                    <a:ext cx="102255" cy="1361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7">
                <p14:nvContentPartPr>
                  <p14:cNvPr id="67" name="잉크 66">
                    <a:extLst>
                      <a:ext uri="{FF2B5EF4-FFF2-40B4-BE49-F238E27FC236}">
                        <a16:creationId xmlns:a16="http://schemas.microsoft.com/office/drawing/2014/main" id="{881A6273-6D60-EED9-D357-8DBCF4C31D4E}"/>
                      </a:ext>
                    </a:extLst>
                  </p14:cNvPr>
                  <p14:cNvContentPartPr/>
                  <p14:nvPr/>
                </p14:nvContentPartPr>
                <p14:xfrm>
                  <a:off x="10725791" y="365332"/>
                  <a:ext cx="132840" cy="36000"/>
                </p14:xfrm>
              </p:contentPart>
            </mc:Choice>
            <mc:Fallback>
              <p:pic>
                <p:nvPicPr>
                  <p:cNvPr id="67" name="잉크 66">
                    <a:extLst>
                      <a:ext uri="{FF2B5EF4-FFF2-40B4-BE49-F238E27FC236}">
                        <a16:creationId xmlns:a16="http://schemas.microsoft.com/office/drawing/2014/main" id="{881A6273-6D60-EED9-D357-8DBCF4C31D4E}"/>
                      </a:ext>
                    </a:extLst>
                  </p:cNvPr>
                  <p:cNvPicPr/>
                  <p:nvPr/>
                </p:nvPicPr>
                <p:blipFill>
                  <a:blip r:embed="rId48"/>
                  <a:stretch>
                    <a:fillRect/>
                  </a:stretch>
                </p:blipFill>
                <p:spPr>
                  <a:xfrm>
                    <a:off x="10717509" y="357332"/>
                    <a:ext cx="149072" cy="523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49">
                <p14:nvContentPartPr>
                  <p14:cNvPr id="68" name="잉크 67">
                    <a:extLst>
                      <a:ext uri="{FF2B5EF4-FFF2-40B4-BE49-F238E27FC236}">
                        <a16:creationId xmlns:a16="http://schemas.microsoft.com/office/drawing/2014/main" id="{7E48A530-6C72-F62B-7AF7-5A60DFE28AA4}"/>
                      </a:ext>
                    </a:extLst>
                  </p14:cNvPr>
                  <p14:cNvContentPartPr/>
                  <p14:nvPr/>
                </p14:nvContentPartPr>
                <p14:xfrm>
                  <a:off x="10777631" y="423292"/>
                  <a:ext cx="120600" cy="108360"/>
                </p14:xfrm>
              </p:contentPart>
            </mc:Choice>
            <mc:Fallback>
              <p:pic>
                <p:nvPicPr>
                  <p:cNvPr id="68" name="잉크 67">
                    <a:extLst>
                      <a:ext uri="{FF2B5EF4-FFF2-40B4-BE49-F238E27FC236}">
                        <a16:creationId xmlns:a16="http://schemas.microsoft.com/office/drawing/2014/main" id="{7E48A530-6C72-F62B-7AF7-5A60DFE28AA4}"/>
                      </a:ext>
                    </a:extLst>
                  </p:cNvPr>
                  <p:cNvPicPr/>
                  <p:nvPr/>
                </p:nvPicPr>
                <p:blipFill>
                  <a:blip r:embed="rId50"/>
                  <a:stretch>
                    <a:fillRect/>
                  </a:stretch>
                </p:blipFill>
                <p:spPr>
                  <a:xfrm>
                    <a:off x="10769679" y="415339"/>
                    <a:ext cx="136835" cy="1245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1">
                <p14:nvContentPartPr>
                  <p14:cNvPr id="69" name="잉크 68">
                    <a:extLst>
                      <a:ext uri="{FF2B5EF4-FFF2-40B4-BE49-F238E27FC236}">
                        <a16:creationId xmlns:a16="http://schemas.microsoft.com/office/drawing/2014/main" id="{AEA85820-294F-2BD1-0581-8176F909EEB5}"/>
                      </a:ext>
                    </a:extLst>
                  </p14:cNvPr>
                  <p14:cNvContentPartPr/>
                  <p14:nvPr/>
                </p14:nvContentPartPr>
                <p14:xfrm>
                  <a:off x="10878791" y="228892"/>
                  <a:ext cx="134640" cy="111600"/>
                </p14:xfrm>
              </p:contentPart>
            </mc:Choice>
            <mc:Fallback>
              <p:pic>
                <p:nvPicPr>
                  <p:cNvPr id="69" name="잉크 68">
                    <a:extLst>
                      <a:ext uri="{FF2B5EF4-FFF2-40B4-BE49-F238E27FC236}">
                        <a16:creationId xmlns:a16="http://schemas.microsoft.com/office/drawing/2014/main" id="{AEA85820-294F-2BD1-0581-8176F909EEB5}"/>
                      </a:ext>
                    </a:extLst>
                  </p:cNvPr>
                  <p:cNvPicPr/>
                  <p:nvPr/>
                </p:nvPicPr>
                <p:blipFill>
                  <a:blip r:embed="rId52"/>
                  <a:stretch>
                    <a:fillRect/>
                  </a:stretch>
                </p:blipFill>
                <p:spPr>
                  <a:xfrm>
                    <a:off x="10870852" y="220613"/>
                    <a:ext cx="150850" cy="1278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3">
                <p14:nvContentPartPr>
                  <p14:cNvPr id="70" name="잉크 69">
                    <a:extLst>
                      <a:ext uri="{FF2B5EF4-FFF2-40B4-BE49-F238E27FC236}">
                        <a16:creationId xmlns:a16="http://schemas.microsoft.com/office/drawing/2014/main" id="{AF88BAB0-216C-69A8-9F7A-F2212E11BBDA}"/>
                      </a:ext>
                    </a:extLst>
                  </p14:cNvPr>
                  <p14:cNvContentPartPr/>
                  <p14:nvPr/>
                </p14:nvContentPartPr>
                <p14:xfrm>
                  <a:off x="10985351" y="128092"/>
                  <a:ext cx="90720" cy="285480"/>
                </p14:xfrm>
              </p:contentPart>
            </mc:Choice>
            <mc:Fallback>
              <p:pic>
                <p:nvPicPr>
                  <p:cNvPr id="70" name="잉크 69">
                    <a:extLst>
                      <a:ext uri="{FF2B5EF4-FFF2-40B4-BE49-F238E27FC236}">
                        <a16:creationId xmlns:a16="http://schemas.microsoft.com/office/drawing/2014/main" id="{AF88BAB0-216C-69A8-9F7A-F2212E11BBDA}"/>
                      </a:ext>
                    </a:extLst>
                  </p:cNvPr>
                  <p:cNvPicPr/>
                  <p:nvPr/>
                </p:nvPicPr>
                <p:blipFill>
                  <a:blip r:embed="rId54"/>
                  <a:stretch>
                    <a:fillRect/>
                  </a:stretch>
                </p:blipFill>
                <p:spPr>
                  <a:xfrm>
                    <a:off x="10977074" y="119812"/>
                    <a:ext cx="106944" cy="30170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5">
                <p14:nvContentPartPr>
                  <p14:cNvPr id="71" name="잉크 70">
                    <a:extLst>
                      <a:ext uri="{FF2B5EF4-FFF2-40B4-BE49-F238E27FC236}">
                        <a16:creationId xmlns:a16="http://schemas.microsoft.com/office/drawing/2014/main" id="{4720064F-013B-C6D2-8671-6224E6BF3179}"/>
                      </a:ext>
                    </a:extLst>
                  </p14:cNvPr>
                  <p14:cNvContentPartPr/>
                  <p14:nvPr/>
                </p14:nvContentPartPr>
                <p14:xfrm>
                  <a:off x="11074271" y="146812"/>
                  <a:ext cx="196920" cy="196200"/>
                </p14:xfrm>
              </p:contentPart>
            </mc:Choice>
            <mc:Fallback>
              <p:pic>
                <p:nvPicPr>
                  <p:cNvPr id="71" name="잉크 70">
                    <a:extLst>
                      <a:ext uri="{FF2B5EF4-FFF2-40B4-BE49-F238E27FC236}">
                        <a16:creationId xmlns:a16="http://schemas.microsoft.com/office/drawing/2014/main" id="{4720064F-013B-C6D2-8671-6224E6BF3179}"/>
                      </a:ext>
                    </a:extLst>
                  </p:cNvPr>
                  <p:cNvPicPr/>
                  <p:nvPr/>
                </p:nvPicPr>
                <p:blipFill>
                  <a:blip r:embed="rId56"/>
                  <a:stretch>
                    <a:fillRect/>
                  </a:stretch>
                </p:blipFill>
                <p:spPr>
                  <a:xfrm>
                    <a:off x="11065997" y="138871"/>
                    <a:ext cx="213137" cy="2124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57">
                <p14:nvContentPartPr>
                  <p14:cNvPr id="72" name="잉크 71">
                    <a:extLst>
                      <a:ext uri="{FF2B5EF4-FFF2-40B4-BE49-F238E27FC236}">
                        <a16:creationId xmlns:a16="http://schemas.microsoft.com/office/drawing/2014/main" id="{C929DC61-4ECF-2637-C921-C809BD61F563}"/>
                      </a:ext>
                    </a:extLst>
                  </p14:cNvPr>
                  <p14:cNvContentPartPr/>
                  <p14:nvPr/>
                </p14:nvContentPartPr>
                <p14:xfrm>
                  <a:off x="11172191" y="308452"/>
                  <a:ext cx="185040" cy="127440"/>
                </p14:xfrm>
              </p:contentPart>
            </mc:Choice>
            <mc:Fallback>
              <p:pic>
                <p:nvPicPr>
                  <p:cNvPr id="72" name="잉크 71">
                    <a:extLst>
                      <a:ext uri="{FF2B5EF4-FFF2-40B4-BE49-F238E27FC236}">
                        <a16:creationId xmlns:a16="http://schemas.microsoft.com/office/drawing/2014/main" id="{C929DC61-4ECF-2637-C921-C809BD61F563}"/>
                      </a:ext>
                    </a:extLst>
                  </p:cNvPr>
                  <p:cNvPicPr/>
                  <p:nvPr/>
                </p:nvPicPr>
                <p:blipFill>
                  <a:blip r:embed="rId58"/>
                  <a:stretch>
                    <a:fillRect/>
                  </a:stretch>
                </p:blipFill>
                <p:spPr>
                  <a:xfrm>
                    <a:off x="11163901" y="300155"/>
                    <a:ext cx="201289" cy="143702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53" name="잉크 152">
                  <a:extLst>
                    <a:ext uri="{FF2B5EF4-FFF2-40B4-BE49-F238E27FC236}">
                      <a16:creationId xmlns:a16="http://schemas.microsoft.com/office/drawing/2014/main" id="{792D23A9-760F-F350-1F83-5FD54A85509B}"/>
                    </a:ext>
                  </a:extLst>
                </p14:cNvPr>
                <p14:cNvContentPartPr/>
                <p14:nvPr/>
              </p14:nvContentPartPr>
              <p14:xfrm>
                <a:off x="5451595" y="2972220"/>
                <a:ext cx="581040" cy="532080"/>
              </p14:xfrm>
            </p:contentPart>
          </mc:Choice>
          <mc:Fallback>
            <p:pic>
              <p:nvPicPr>
                <p:cNvPr id="153" name="잉크 152">
                  <a:extLst>
                    <a:ext uri="{FF2B5EF4-FFF2-40B4-BE49-F238E27FC236}">
                      <a16:creationId xmlns:a16="http://schemas.microsoft.com/office/drawing/2014/main" id="{792D23A9-760F-F350-1F83-5FD54A85509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443313" y="2964269"/>
                  <a:ext cx="597272" cy="54831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5A845EBD-4C7A-EAA6-80A6-E6D163DCD319}"/>
                </a:ext>
              </a:extLst>
            </p:cNvPr>
            <p:cNvGrpSpPr/>
            <p:nvPr/>
          </p:nvGrpSpPr>
          <p:grpSpPr>
            <a:xfrm>
              <a:off x="5109590" y="2935670"/>
              <a:ext cx="1470245" cy="1611550"/>
              <a:chOff x="5109590" y="2935670"/>
              <a:chExt cx="1470245" cy="161155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61">
                <p14:nvContentPartPr>
                  <p14:cNvPr id="174" name="잉크 173">
                    <a:extLst>
                      <a:ext uri="{FF2B5EF4-FFF2-40B4-BE49-F238E27FC236}">
                        <a16:creationId xmlns:a16="http://schemas.microsoft.com/office/drawing/2014/main" id="{42955567-3F9F-81D1-F3A1-6A88AC62C907}"/>
                      </a:ext>
                    </a:extLst>
                  </p14:cNvPr>
                  <p14:cNvContentPartPr/>
                  <p14:nvPr/>
                </p14:nvContentPartPr>
                <p14:xfrm>
                  <a:off x="5237395" y="4095060"/>
                  <a:ext cx="59760" cy="94320"/>
                </p14:xfrm>
              </p:contentPart>
            </mc:Choice>
            <mc:Fallback>
              <p:pic>
                <p:nvPicPr>
                  <p:cNvPr id="174" name="잉크 173">
                    <a:extLst>
                      <a:ext uri="{FF2B5EF4-FFF2-40B4-BE49-F238E27FC236}">
                        <a16:creationId xmlns:a16="http://schemas.microsoft.com/office/drawing/2014/main" id="{42955567-3F9F-81D1-F3A1-6A88AC62C907}"/>
                      </a:ext>
                    </a:extLst>
                  </p:cNvPr>
                  <p:cNvPicPr/>
                  <p:nvPr/>
                </p:nvPicPr>
                <p:blipFill>
                  <a:blip r:embed="rId62"/>
                  <a:stretch>
                    <a:fillRect/>
                  </a:stretch>
                </p:blipFill>
                <p:spPr>
                  <a:xfrm>
                    <a:off x="5229095" y="4087117"/>
                    <a:ext cx="76028" cy="11053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3">
                <p14:nvContentPartPr>
                  <p14:cNvPr id="175" name="잉크 174">
                    <a:extLst>
                      <a:ext uri="{FF2B5EF4-FFF2-40B4-BE49-F238E27FC236}">
                        <a16:creationId xmlns:a16="http://schemas.microsoft.com/office/drawing/2014/main" id="{8832612E-3D60-93A3-10F3-F7C3F7D77B80}"/>
                      </a:ext>
                    </a:extLst>
                  </p14:cNvPr>
                  <p14:cNvContentPartPr/>
                  <p14:nvPr/>
                </p14:nvContentPartPr>
                <p14:xfrm>
                  <a:off x="5294995" y="4118460"/>
                  <a:ext cx="48960" cy="15120"/>
                </p14:xfrm>
              </p:contentPart>
            </mc:Choice>
            <mc:Fallback>
              <p:pic>
                <p:nvPicPr>
                  <p:cNvPr id="175" name="잉크 174">
                    <a:extLst>
                      <a:ext uri="{FF2B5EF4-FFF2-40B4-BE49-F238E27FC236}">
                        <a16:creationId xmlns:a16="http://schemas.microsoft.com/office/drawing/2014/main" id="{8832612E-3D60-93A3-10F3-F7C3F7D77B80}"/>
                      </a:ext>
                    </a:extLst>
                  </p:cNvPr>
                  <p:cNvPicPr/>
                  <p:nvPr/>
                </p:nvPicPr>
                <p:blipFill>
                  <a:blip r:embed="rId64"/>
                  <a:stretch>
                    <a:fillRect/>
                  </a:stretch>
                </p:blipFill>
                <p:spPr>
                  <a:xfrm>
                    <a:off x="5287056" y="4110571"/>
                    <a:ext cx="65170" cy="312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5">
                <p14:nvContentPartPr>
                  <p14:cNvPr id="176" name="잉크 175">
                    <a:extLst>
                      <a:ext uri="{FF2B5EF4-FFF2-40B4-BE49-F238E27FC236}">
                        <a16:creationId xmlns:a16="http://schemas.microsoft.com/office/drawing/2014/main" id="{6F47A698-82FB-39BA-4D27-8523EE348107}"/>
                      </a:ext>
                    </a:extLst>
                  </p14:cNvPr>
                  <p14:cNvContentPartPr/>
                  <p14:nvPr/>
                </p14:nvContentPartPr>
                <p14:xfrm>
                  <a:off x="5339635" y="4047180"/>
                  <a:ext cx="38160" cy="161280"/>
                </p14:xfrm>
              </p:contentPart>
            </mc:Choice>
            <mc:Fallback>
              <p:pic>
                <p:nvPicPr>
                  <p:cNvPr id="176" name="잉크 175">
                    <a:extLst>
                      <a:ext uri="{FF2B5EF4-FFF2-40B4-BE49-F238E27FC236}">
                        <a16:creationId xmlns:a16="http://schemas.microsoft.com/office/drawing/2014/main" id="{6F47A698-82FB-39BA-4D27-8523EE348107}"/>
                      </a:ext>
                    </a:extLst>
                  </p:cNvPr>
                  <p:cNvPicPr/>
                  <p:nvPr/>
                </p:nvPicPr>
                <p:blipFill>
                  <a:blip r:embed="rId66"/>
                  <a:stretch>
                    <a:fillRect/>
                  </a:stretch>
                </p:blipFill>
                <p:spPr>
                  <a:xfrm>
                    <a:off x="5331339" y="4038901"/>
                    <a:ext cx="54419" cy="17750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7">
                <p14:nvContentPartPr>
                  <p14:cNvPr id="177" name="잉크 176">
                    <a:extLst>
                      <a:ext uri="{FF2B5EF4-FFF2-40B4-BE49-F238E27FC236}">
                        <a16:creationId xmlns:a16="http://schemas.microsoft.com/office/drawing/2014/main" id="{6B47CDB6-57C2-ABE1-ED8C-E6B00001D24C}"/>
                      </a:ext>
                    </a:extLst>
                  </p14:cNvPr>
                  <p14:cNvContentPartPr/>
                  <p14:nvPr/>
                </p14:nvContentPartPr>
                <p14:xfrm>
                  <a:off x="5404795" y="4075260"/>
                  <a:ext cx="24480" cy="74520"/>
                </p14:xfrm>
              </p:contentPart>
            </mc:Choice>
            <mc:Fallback>
              <p:pic>
                <p:nvPicPr>
                  <p:cNvPr id="177" name="잉크 176">
                    <a:extLst>
                      <a:ext uri="{FF2B5EF4-FFF2-40B4-BE49-F238E27FC236}">
                        <a16:creationId xmlns:a16="http://schemas.microsoft.com/office/drawing/2014/main" id="{6B47CDB6-57C2-ABE1-ED8C-E6B00001D24C}"/>
                      </a:ext>
                    </a:extLst>
                  </p:cNvPr>
                  <p:cNvPicPr/>
                  <p:nvPr/>
                </p:nvPicPr>
                <p:blipFill>
                  <a:blip r:embed="rId68"/>
                  <a:stretch>
                    <a:fillRect/>
                  </a:stretch>
                </p:blipFill>
                <p:spPr>
                  <a:xfrm>
                    <a:off x="5396525" y="4066943"/>
                    <a:ext cx="40690" cy="908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69">
                <p14:nvContentPartPr>
                  <p14:cNvPr id="178" name="잉크 177">
                    <a:extLst>
                      <a:ext uri="{FF2B5EF4-FFF2-40B4-BE49-F238E27FC236}">
                        <a16:creationId xmlns:a16="http://schemas.microsoft.com/office/drawing/2014/main" id="{03EEAEFB-1357-FFEB-333F-4FEEF8CD47F1}"/>
                      </a:ext>
                    </a:extLst>
                  </p14:cNvPr>
                  <p14:cNvContentPartPr/>
                  <p14:nvPr/>
                </p14:nvContentPartPr>
                <p14:xfrm>
                  <a:off x="5404075" y="4059780"/>
                  <a:ext cx="68040" cy="88920"/>
                </p14:xfrm>
              </p:contentPart>
            </mc:Choice>
            <mc:Fallback>
              <p:pic>
                <p:nvPicPr>
                  <p:cNvPr id="178" name="잉크 177">
                    <a:extLst>
                      <a:ext uri="{FF2B5EF4-FFF2-40B4-BE49-F238E27FC236}">
                        <a16:creationId xmlns:a16="http://schemas.microsoft.com/office/drawing/2014/main" id="{03EEAEFB-1357-FFEB-333F-4FEEF8CD47F1}"/>
                      </a:ext>
                    </a:extLst>
                  </p:cNvPr>
                  <p:cNvPicPr/>
                  <p:nvPr/>
                </p:nvPicPr>
                <p:blipFill>
                  <a:blip r:embed="rId70"/>
                  <a:stretch>
                    <a:fillRect/>
                  </a:stretch>
                </p:blipFill>
                <p:spPr>
                  <a:xfrm>
                    <a:off x="5396148" y="4051485"/>
                    <a:ext cx="84224" cy="1051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1">
                <p14:nvContentPartPr>
                  <p14:cNvPr id="179" name="잉크 178">
                    <a:extLst>
                      <a:ext uri="{FF2B5EF4-FFF2-40B4-BE49-F238E27FC236}">
                        <a16:creationId xmlns:a16="http://schemas.microsoft.com/office/drawing/2014/main" id="{A2DCD03B-ABE1-6D83-8048-D803447DEC66}"/>
                      </a:ext>
                    </a:extLst>
                  </p14:cNvPr>
                  <p14:cNvContentPartPr/>
                  <p14:nvPr/>
                </p14:nvContentPartPr>
                <p14:xfrm>
                  <a:off x="5499115" y="4014420"/>
                  <a:ext cx="31320" cy="143640"/>
                </p14:xfrm>
              </p:contentPart>
            </mc:Choice>
            <mc:Fallback>
              <p:pic>
                <p:nvPicPr>
                  <p:cNvPr id="179" name="잉크 178">
                    <a:extLst>
                      <a:ext uri="{FF2B5EF4-FFF2-40B4-BE49-F238E27FC236}">
                        <a16:creationId xmlns:a16="http://schemas.microsoft.com/office/drawing/2014/main" id="{A2DCD03B-ABE1-6D83-8048-D803447DEC66}"/>
                      </a:ext>
                    </a:extLst>
                  </p:cNvPr>
                  <p:cNvPicPr/>
                  <p:nvPr/>
                </p:nvPicPr>
                <p:blipFill>
                  <a:blip r:embed="rId72"/>
                  <a:stretch>
                    <a:fillRect/>
                  </a:stretch>
                </p:blipFill>
                <p:spPr>
                  <a:xfrm>
                    <a:off x="5491118" y="4006458"/>
                    <a:ext cx="47646" cy="15989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3">
                <p14:nvContentPartPr>
                  <p14:cNvPr id="180" name="잉크 179">
                    <a:extLst>
                      <a:ext uri="{FF2B5EF4-FFF2-40B4-BE49-F238E27FC236}">
                        <a16:creationId xmlns:a16="http://schemas.microsoft.com/office/drawing/2014/main" id="{98732473-BD80-9725-073F-6E3CF372C8C1}"/>
                      </a:ext>
                    </a:extLst>
                  </p14:cNvPr>
                  <p14:cNvContentPartPr/>
                  <p14:nvPr/>
                </p14:nvContentPartPr>
                <p14:xfrm>
                  <a:off x="5539795" y="4012620"/>
                  <a:ext cx="46440" cy="84240"/>
                </p14:xfrm>
              </p:contentPart>
            </mc:Choice>
            <mc:Fallback>
              <p:pic>
                <p:nvPicPr>
                  <p:cNvPr id="180" name="잉크 179">
                    <a:extLst>
                      <a:ext uri="{FF2B5EF4-FFF2-40B4-BE49-F238E27FC236}">
                        <a16:creationId xmlns:a16="http://schemas.microsoft.com/office/drawing/2014/main" id="{98732473-BD80-9725-073F-6E3CF372C8C1}"/>
                      </a:ext>
                    </a:extLst>
                  </p:cNvPr>
                  <p:cNvPicPr/>
                  <p:nvPr/>
                </p:nvPicPr>
                <p:blipFill>
                  <a:blip r:embed="rId74"/>
                  <a:stretch>
                    <a:fillRect/>
                  </a:stretch>
                </p:blipFill>
                <p:spPr>
                  <a:xfrm>
                    <a:off x="5531502" y="4004660"/>
                    <a:ext cx="62694" cy="10049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5">
                <p14:nvContentPartPr>
                  <p14:cNvPr id="181" name="잉크 180">
                    <a:extLst>
                      <a:ext uri="{FF2B5EF4-FFF2-40B4-BE49-F238E27FC236}">
                        <a16:creationId xmlns:a16="http://schemas.microsoft.com/office/drawing/2014/main" id="{780B3BB3-A928-3B95-3C03-BCB408A36F73}"/>
                      </a:ext>
                    </a:extLst>
                  </p14:cNvPr>
                  <p14:cNvContentPartPr/>
                  <p14:nvPr/>
                </p14:nvContentPartPr>
                <p14:xfrm>
                  <a:off x="5572195" y="4058340"/>
                  <a:ext cx="43200" cy="6120"/>
                </p14:xfrm>
              </p:contentPart>
            </mc:Choice>
            <mc:Fallback>
              <p:pic>
                <p:nvPicPr>
                  <p:cNvPr id="181" name="잉크 180">
                    <a:extLst>
                      <a:ext uri="{FF2B5EF4-FFF2-40B4-BE49-F238E27FC236}">
                        <a16:creationId xmlns:a16="http://schemas.microsoft.com/office/drawing/2014/main" id="{780B3BB3-A928-3B95-3C03-BCB408A36F73}"/>
                      </a:ext>
                    </a:extLst>
                  </p:cNvPr>
                  <p:cNvPicPr/>
                  <p:nvPr/>
                </p:nvPicPr>
                <p:blipFill>
                  <a:blip r:embed="rId76"/>
                  <a:stretch>
                    <a:fillRect/>
                  </a:stretch>
                </p:blipFill>
                <p:spPr>
                  <a:xfrm>
                    <a:off x="5564220" y="4050180"/>
                    <a:ext cx="59483" cy="227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7">
                <p14:nvContentPartPr>
                  <p14:cNvPr id="182" name="잉크 181">
                    <a:extLst>
                      <a:ext uri="{FF2B5EF4-FFF2-40B4-BE49-F238E27FC236}">
                        <a16:creationId xmlns:a16="http://schemas.microsoft.com/office/drawing/2014/main" id="{DD6A3F74-1BC2-434C-238B-5D44B5456C4C}"/>
                      </a:ext>
                    </a:extLst>
                  </p14:cNvPr>
                  <p14:cNvContentPartPr/>
                  <p14:nvPr/>
                </p14:nvContentPartPr>
                <p14:xfrm>
                  <a:off x="5566075" y="4102620"/>
                  <a:ext cx="57600" cy="43560"/>
                </p14:xfrm>
              </p:contentPart>
            </mc:Choice>
            <mc:Fallback>
              <p:pic>
                <p:nvPicPr>
                  <p:cNvPr id="182" name="잉크 181">
                    <a:extLst>
                      <a:ext uri="{FF2B5EF4-FFF2-40B4-BE49-F238E27FC236}">
                        <a16:creationId xmlns:a16="http://schemas.microsoft.com/office/drawing/2014/main" id="{DD6A3F74-1BC2-434C-238B-5D44B5456C4C}"/>
                      </a:ext>
                    </a:extLst>
                  </p:cNvPr>
                  <p:cNvPicPr/>
                  <p:nvPr/>
                </p:nvPicPr>
                <p:blipFill>
                  <a:blip r:embed="rId78"/>
                  <a:stretch>
                    <a:fillRect/>
                  </a:stretch>
                </p:blipFill>
                <p:spPr>
                  <a:xfrm>
                    <a:off x="5558130" y="4094700"/>
                    <a:ext cx="73821" cy="597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79">
                <p14:nvContentPartPr>
                  <p14:cNvPr id="183" name="잉크 182">
                    <a:extLst>
                      <a:ext uri="{FF2B5EF4-FFF2-40B4-BE49-F238E27FC236}">
                        <a16:creationId xmlns:a16="http://schemas.microsoft.com/office/drawing/2014/main" id="{A48646B2-FFA7-69AE-6D90-8FF93BC9065D}"/>
                      </a:ext>
                    </a:extLst>
                  </p14:cNvPr>
                  <p14:cNvContentPartPr/>
                  <p14:nvPr/>
                </p14:nvContentPartPr>
                <p14:xfrm>
                  <a:off x="5590915" y="4132140"/>
                  <a:ext cx="89640" cy="91440"/>
                </p14:xfrm>
              </p:contentPart>
            </mc:Choice>
            <mc:Fallback>
              <p:pic>
                <p:nvPicPr>
                  <p:cNvPr id="183" name="잉크 182">
                    <a:extLst>
                      <a:ext uri="{FF2B5EF4-FFF2-40B4-BE49-F238E27FC236}">
                        <a16:creationId xmlns:a16="http://schemas.microsoft.com/office/drawing/2014/main" id="{A48646B2-FFA7-69AE-6D90-8FF93BC9065D}"/>
                      </a:ext>
                    </a:extLst>
                  </p:cNvPr>
                  <p:cNvPicPr/>
                  <p:nvPr/>
                </p:nvPicPr>
                <p:blipFill>
                  <a:blip r:embed="rId80"/>
                  <a:stretch>
                    <a:fillRect/>
                  </a:stretch>
                </p:blipFill>
                <p:spPr>
                  <a:xfrm>
                    <a:off x="5582976" y="4124189"/>
                    <a:ext cx="105848" cy="1076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1">
                <p14:nvContentPartPr>
                  <p14:cNvPr id="184" name="잉크 183">
                    <a:extLst>
                      <a:ext uri="{FF2B5EF4-FFF2-40B4-BE49-F238E27FC236}">
                        <a16:creationId xmlns:a16="http://schemas.microsoft.com/office/drawing/2014/main" id="{AF47B063-3A2D-7E0F-EEB4-65090DE77E21}"/>
                      </a:ext>
                    </a:extLst>
                  </p14:cNvPr>
                  <p14:cNvContentPartPr/>
                  <p14:nvPr/>
                </p14:nvContentPartPr>
                <p14:xfrm>
                  <a:off x="5685235" y="4075620"/>
                  <a:ext cx="60120" cy="57240"/>
                </p14:xfrm>
              </p:contentPart>
            </mc:Choice>
            <mc:Fallback>
              <p:pic>
                <p:nvPicPr>
                  <p:cNvPr id="184" name="잉크 183">
                    <a:extLst>
                      <a:ext uri="{FF2B5EF4-FFF2-40B4-BE49-F238E27FC236}">
                        <a16:creationId xmlns:a16="http://schemas.microsoft.com/office/drawing/2014/main" id="{AF47B063-3A2D-7E0F-EEB4-65090DE77E21}"/>
                      </a:ext>
                    </a:extLst>
                  </p:cNvPr>
                  <p:cNvPicPr/>
                  <p:nvPr/>
                </p:nvPicPr>
                <p:blipFill>
                  <a:blip r:embed="rId82"/>
                  <a:stretch>
                    <a:fillRect/>
                  </a:stretch>
                </p:blipFill>
                <p:spPr>
                  <a:xfrm>
                    <a:off x="5677307" y="4067348"/>
                    <a:ext cx="76306" cy="7345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3">
                <p14:nvContentPartPr>
                  <p14:cNvPr id="185" name="잉크 184">
                    <a:extLst>
                      <a:ext uri="{FF2B5EF4-FFF2-40B4-BE49-F238E27FC236}">
                        <a16:creationId xmlns:a16="http://schemas.microsoft.com/office/drawing/2014/main" id="{1B4D2282-3F6F-E334-A6C9-61AEED4973C8}"/>
                      </a:ext>
                    </a:extLst>
                  </p14:cNvPr>
                  <p14:cNvContentPartPr/>
                  <p14:nvPr/>
                </p14:nvContentPartPr>
                <p14:xfrm>
                  <a:off x="5699275" y="4160580"/>
                  <a:ext cx="108000" cy="23040"/>
                </p14:xfrm>
              </p:contentPart>
            </mc:Choice>
            <mc:Fallback>
              <p:pic>
                <p:nvPicPr>
                  <p:cNvPr id="185" name="잉크 184">
                    <a:extLst>
                      <a:ext uri="{FF2B5EF4-FFF2-40B4-BE49-F238E27FC236}">
                        <a16:creationId xmlns:a16="http://schemas.microsoft.com/office/drawing/2014/main" id="{1B4D2282-3F6F-E334-A6C9-61AEED4973C8}"/>
                      </a:ext>
                    </a:extLst>
                  </p:cNvPr>
                  <p:cNvPicPr/>
                  <p:nvPr/>
                </p:nvPicPr>
                <p:blipFill>
                  <a:blip r:embed="rId84"/>
                  <a:stretch>
                    <a:fillRect/>
                  </a:stretch>
                </p:blipFill>
                <p:spPr>
                  <a:xfrm>
                    <a:off x="5690993" y="4152681"/>
                    <a:ext cx="124233" cy="3916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5">
                <p14:nvContentPartPr>
                  <p14:cNvPr id="186" name="잉크 185">
                    <a:extLst>
                      <a:ext uri="{FF2B5EF4-FFF2-40B4-BE49-F238E27FC236}">
                        <a16:creationId xmlns:a16="http://schemas.microsoft.com/office/drawing/2014/main" id="{DAB896D4-22AB-08F0-2CB8-E7FCCF9EC065}"/>
                      </a:ext>
                    </a:extLst>
                  </p14:cNvPr>
                  <p14:cNvContentPartPr/>
                  <p14:nvPr/>
                </p14:nvContentPartPr>
                <p14:xfrm>
                  <a:off x="5791795" y="4044300"/>
                  <a:ext cx="43920" cy="170640"/>
                </p14:xfrm>
              </p:contentPart>
            </mc:Choice>
            <mc:Fallback>
              <p:pic>
                <p:nvPicPr>
                  <p:cNvPr id="186" name="잉크 185">
                    <a:extLst>
                      <a:ext uri="{FF2B5EF4-FFF2-40B4-BE49-F238E27FC236}">
                        <a16:creationId xmlns:a16="http://schemas.microsoft.com/office/drawing/2014/main" id="{DAB896D4-22AB-08F0-2CB8-E7FCCF9EC065}"/>
                      </a:ext>
                    </a:extLst>
                  </p:cNvPr>
                  <p:cNvPicPr/>
                  <p:nvPr/>
                </p:nvPicPr>
                <p:blipFill>
                  <a:blip r:embed="rId86"/>
                  <a:stretch>
                    <a:fillRect/>
                  </a:stretch>
                </p:blipFill>
                <p:spPr>
                  <a:xfrm>
                    <a:off x="5783477" y="4036017"/>
                    <a:ext cx="60224" cy="1868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7">
                <p14:nvContentPartPr>
                  <p14:cNvPr id="188" name="잉크 187">
                    <a:extLst>
                      <a:ext uri="{FF2B5EF4-FFF2-40B4-BE49-F238E27FC236}">
                        <a16:creationId xmlns:a16="http://schemas.microsoft.com/office/drawing/2014/main" id="{9429A320-5EDD-44EE-710F-87EE4C158810}"/>
                      </a:ext>
                    </a:extLst>
                  </p14:cNvPr>
                  <p14:cNvContentPartPr/>
                  <p14:nvPr/>
                </p14:nvContentPartPr>
                <p14:xfrm>
                  <a:off x="5924275" y="4050060"/>
                  <a:ext cx="60480" cy="106920"/>
                </p14:xfrm>
              </p:contentPart>
            </mc:Choice>
            <mc:Fallback>
              <p:pic>
                <p:nvPicPr>
                  <p:cNvPr id="188" name="잉크 187">
                    <a:extLst>
                      <a:ext uri="{FF2B5EF4-FFF2-40B4-BE49-F238E27FC236}">
                        <a16:creationId xmlns:a16="http://schemas.microsoft.com/office/drawing/2014/main" id="{9429A320-5EDD-44EE-710F-87EE4C158810}"/>
                      </a:ext>
                    </a:extLst>
                  </p:cNvPr>
                  <p:cNvPicPr/>
                  <p:nvPr/>
                </p:nvPicPr>
                <p:blipFill>
                  <a:blip r:embed="rId88"/>
                  <a:stretch>
                    <a:fillRect/>
                  </a:stretch>
                </p:blipFill>
                <p:spPr>
                  <a:xfrm>
                    <a:off x="5916343" y="4041784"/>
                    <a:ext cx="76674" cy="1231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89">
                <p14:nvContentPartPr>
                  <p14:cNvPr id="189" name="잉크 188">
                    <a:extLst>
                      <a:ext uri="{FF2B5EF4-FFF2-40B4-BE49-F238E27FC236}">
                        <a16:creationId xmlns:a16="http://schemas.microsoft.com/office/drawing/2014/main" id="{1703C67B-E51C-B515-C021-26303131B5E4}"/>
                      </a:ext>
                    </a:extLst>
                  </p14:cNvPr>
                  <p14:cNvContentPartPr/>
                  <p14:nvPr/>
                </p14:nvContentPartPr>
                <p14:xfrm>
                  <a:off x="6018595" y="4041420"/>
                  <a:ext cx="23400" cy="93960"/>
                </p14:xfrm>
              </p:contentPart>
            </mc:Choice>
            <mc:Fallback>
              <p:pic>
                <p:nvPicPr>
                  <p:cNvPr id="189" name="잉크 188">
                    <a:extLst>
                      <a:ext uri="{FF2B5EF4-FFF2-40B4-BE49-F238E27FC236}">
                        <a16:creationId xmlns:a16="http://schemas.microsoft.com/office/drawing/2014/main" id="{1703C67B-E51C-B515-C021-26303131B5E4}"/>
                      </a:ext>
                    </a:extLst>
                  </p:cNvPr>
                  <p:cNvPicPr/>
                  <p:nvPr/>
                </p:nvPicPr>
                <p:blipFill>
                  <a:blip r:embed="rId90"/>
                  <a:stretch>
                    <a:fillRect/>
                  </a:stretch>
                </p:blipFill>
                <p:spPr>
                  <a:xfrm>
                    <a:off x="6010356" y="4033149"/>
                    <a:ext cx="39549" cy="11017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1">
                <p14:nvContentPartPr>
                  <p14:cNvPr id="190" name="잉크 189">
                    <a:extLst>
                      <a:ext uri="{FF2B5EF4-FFF2-40B4-BE49-F238E27FC236}">
                        <a16:creationId xmlns:a16="http://schemas.microsoft.com/office/drawing/2014/main" id="{0F2C8FFD-D191-FE0A-A613-5B71966F4522}"/>
                      </a:ext>
                    </a:extLst>
                  </p14:cNvPr>
                  <p14:cNvContentPartPr/>
                  <p14:nvPr/>
                </p14:nvContentPartPr>
                <p14:xfrm>
                  <a:off x="6041635" y="4081740"/>
                  <a:ext cx="27720" cy="13680"/>
                </p14:xfrm>
              </p:contentPart>
            </mc:Choice>
            <mc:Fallback>
              <p:pic>
                <p:nvPicPr>
                  <p:cNvPr id="190" name="잉크 189">
                    <a:extLst>
                      <a:ext uri="{FF2B5EF4-FFF2-40B4-BE49-F238E27FC236}">
                        <a16:creationId xmlns:a16="http://schemas.microsoft.com/office/drawing/2014/main" id="{0F2C8FFD-D191-FE0A-A613-5B71966F4522}"/>
                      </a:ext>
                    </a:extLst>
                  </p:cNvPr>
                  <p:cNvPicPr/>
                  <p:nvPr/>
                </p:nvPicPr>
                <p:blipFill>
                  <a:blip r:embed="rId92"/>
                  <a:stretch>
                    <a:fillRect/>
                  </a:stretch>
                </p:blipFill>
                <p:spPr>
                  <a:xfrm>
                    <a:off x="6033286" y="4073399"/>
                    <a:ext cx="44085" cy="3002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3">
                <p14:nvContentPartPr>
                  <p14:cNvPr id="191" name="잉크 190">
                    <a:extLst>
                      <a:ext uri="{FF2B5EF4-FFF2-40B4-BE49-F238E27FC236}">
                        <a16:creationId xmlns:a16="http://schemas.microsoft.com/office/drawing/2014/main" id="{83D27107-28F0-5FE5-B3A3-476739BFFFF9}"/>
                      </a:ext>
                    </a:extLst>
                  </p14:cNvPr>
                  <p14:cNvContentPartPr/>
                  <p14:nvPr/>
                </p14:nvContentPartPr>
                <p14:xfrm>
                  <a:off x="6058555" y="4020540"/>
                  <a:ext cx="43560" cy="131040"/>
                </p14:xfrm>
              </p:contentPart>
            </mc:Choice>
            <mc:Fallback>
              <p:pic>
                <p:nvPicPr>
                  <p:cNvPr id="191" name="잉크 190">
                    <a:extLst>
                      <a:ext uri="{FF2B5EF4-FFF2-40B4-BE49-F238E27FC236}">
                        <a16:creationId xmlns:a16="http://schemas.microsoft.com/office/drawing/2014/main" id="{83D27107-28F0-5FE5-B3A3-476739BFFFF9}"/>
                      </a:ext>
                    </a:extLst>
                  </p:cNvPr>
                  <p:cNvPicPr/>
                  <p:nvPr/>
                </p:nvPicPr>
                <p:blipFill>
                  <a:blip r:embed="rId94"/>
                  <a:stretch>
                    <a:fillRect/>
                  </a:stretch>
                </p:blipFill>
                <p:spPr>
                  <a:xfrm>
                    <a:off x="6050575" y="4012267"/>
                    <a:ext cx="59853" cy="1472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5">
                <p14:nvContentPartPr>
                  <p14:cNvPr id="201" name="잉크 200">
                    <a:extLst>
                      <a:ext uri="{FF2B5EF4-FFF2-40B4-BE49-F238E27FC236}">
                        <a16:creationId xmlns:a16="http://schemas.microsoft.com/office/drawing/2014/main" id="{141B9178-9AE8-DDDD-7AD8-2DA9B1BD6942}"/>
                      </a:ext>
                    </a:extLst>
                  </p14:cNvPr>
                  <p14:cNvContentPartPr/>
                  <p14:nvPr/>
                </p14:nvContentPartPr>
                <p14:xfrm>
                  <a:off x="6133075" y="4007940"/>
                  <a:ext cx="12960" cy="95400"/>
                </p14:xfrm>
              </p:contentPart>
            </mc:Choice>
            <mc:Fallback>
              <p:pic>
                <p:nvPicPr>
                  <p:cNvPr id="201" name="잉크 200">
                    <a:extLst>
                      <a:ext uri="{FF2B5EF4-FFF2-40B4-BE49-F238E27FC236}">
                        <a16:creationId xmlns:a16="http://schemas.microsoft.com/office/drawing/2014/main" id="{141B9178-9AE8-DDDD-7AD8-2DA9B1BD6942}"/>
                      </a:ext>
                    </a:extLst>
                  </p:cNvPr>
                  <p:cNvPicPr/>
                  <p:nvPr/>
                </p:nvPicPr>
                <p:blipFill>
                  <a:blip r:embed="rId96"/>
                  <a:stretch>
                    <a:fillRect/>
                  </a:stretch>
                </p:blipFill>
                <p:spPr>
                  <a:xfrm>
                    <a:off x="6124767" y="3999990"/>
                    <a:ext cx="29243" cy="11163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7">
                <p14:nvContentPartPr>
                  <p14:cNvPr id="202" name="잉크 201">
                    <a:extLst>
                      <a:ext uri="{FF2B5EF4-FFF2-40B4-BE49-F238E27FC236}">
                        <a16:creationId xmlns:a16="http://schemas.microsoft.com/office/drawing/2014/main" id="{ABEC2DF7-E923-0803-D520-44AE5D862BD4}"/>
                      </a:ext>
                    </a:extLst>
                  </p14:cNvPr>
                  <p14:cNvContentPartPr/>
                  <p14:nvPr/>
                </p14:nvContentPartPr>
                <p14:xfrm>
                  <a:off x="6139195" y="4052940"/>
                  <a:ext cx="48960" cy="27360"/>
                </p14:xfrm>
              </p:contentPart>
            </mc:Choice>
            <mc:Fallback>
              <p:pic>
                <p:nvPicPr>
                  <p:cNvPr id="202" name="잉크 201">
                    <a:extLst>
                      <a:ext uri="{FF2B5EF4-FFF2-40B4-BE49-F238E27FC236}">
                        <a16:creationId xmlns:a16="http://schemas.microsoft.com/office/drawing/2014/main" id="{ABEC2DF7-E923-0803-D520-44AE5D862BD4}"/>
                      </a:ext>
                    </a:extLst>
                  </p:cNvPr>
                  <p:cNvPicPr/>
                  <p:nvPr/>
                </p:nvPicPr>
                <p:blipFill>
                  <a:blip r:embed="rId98"/>
                  <a:stretch>
                    <a:fillRect/>
                  </a:stretch>
                </p:blipFill>
                <p:spPr>
                  <a:xfrm>
                    <a:off x="6131256" y="4044699"/>
                    <a:ext cx="65170" cy="4351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99">
                <p14:nvContentPartPr>
                  <p14:cNvPr id="205" name="잉크 204">
                    <a:extLst>
                      <a:ext uri="{FF2B5EF4-FFF2-40B4-BE49-F238E27FC236}">
                        <a16:creationId xmlns:a16="http://schemas.microsoft.com/office/drawing/2014/main" id="{25DF3F1A-BCCF-355F-5554-8974E5FD511C}"/>
                      </a:ext>
                    </a:extLst>
                  </p14:cNvPr>
                  <p14:cNvContentPartPr/>
                  <p14:nvPr/>
                </p14:nvContentPartPr>
                <p14:xfrm>
                  <a:off x="6133075" y="4107300"/>
                  <a:ext cx="89280" cy="26640"/>
                </p14:xfrm>
              </p:contentPart>
            </mc:Choice>
            <mc:Fallback>
              <p:pic>
                <p:nvPicPr>
                  <p:cNvPr id="205" name="잉크 204">
                    <a:extLst>
                      <a:ext uri="{FF2B5EF4-FFF2-40B4-BE49-F238E27FC236}">
                        <a16:creationId xmlns:a16="http://schemas.microsoft.com/office/drawing/2014/main" id="{25DF3F1A-BCCF-355F-5554-8974E5FD511C}"/>
                      </a:ext>
                    </a:extLst>
                  </p:cNvPr>
                  <p:cNvPicPr/>
                  <p:nvPr/>
                </p:nvPicPr>
                <p:blipFill>
                  <a:blip r:embed="rId100"/>
                  <a:stretch>
                    <a:fillRect/>
                  </a:stretch>
                </p:blipFill>
                <p:spPr>
                  <a:xfrm>
                    <a:off x="6124808" y="4098975"/>
                    <a:ext cx="105483" cy="4295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1">
                <p14:nvContentPartPr>
                  <p14:cNvPr id="206" name="잉크 205">
                    <a:extLst>
                      <a:ext uri="{FF2B5EF4-FFF2-40B4-BE49-F238E27FC236}">
                        <a16:creationId xmlns:a16="http://schemas.microsoft.com/office/drawing/2014/main" id="{B468E26C-6FB4-7896-2F68-55C391054A66}"/>
                      </a:ext>
                    </a:extLst>
                  </p14:cNvPr>
                  <p14:cNvContentPartPr/>
                  <p14:nvPr/>
                </p14:nvContentPartPr>
                <p14:xfrm>
                  <a:off x="6174835" y="4134660"/>
                  <a:ext cx="18720" cy="51480"/>
                </p14:xfrm>
              </p:contentPart>
            </mc:Choice>
            <mc:Fallback>
              <p:pic>
                <p:nvPicPr>
                  <p:cNvPr id="206" name="잉크 205">
                    <a:extLst>
                      <a:ext uri="{FF2B5EF4-FFF2-40B4-BE49-F238E27FC236}">
                        <a16:creationId xmlns:a16="http://schemas.microsoft.com/office/drawing/2014/main" id="{B468E26C-6FB4-7896-2F68-55C391054A66}"/>
                      </a:ext>
                    </a:extLst>
                  </p:cNvPr>
                  <p:cNvPicPr/>
                  <p:nvPr/>
                </p:nvPicPr>
                <p:blipFill>
                  <a:blip r:embed="rId102"/>
                  <a:stretch>
                    <a:fillRect/>
                  </a:stretch>
                </p:blipFill>
                <p:spPr>
                  <a:xfrm>
                    <a:off x="6166812" y="4126740"/>
                    <a:ext cx="35100" cy="676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3">
                <p14:nvContentPartPr>
                  <p14:cNvPr id="207" name="잉크 206">
                    <a:extLst>
                      <a:ext uri="{FF2B5EF4-FFF2-40B4-BE49-F238E27FC236}">
                        <a16:creationId xmlns:a16="http://schemas.microsoft.com/office/drawing/2014/main" id="{A139078E-7979-DFBE-C7D2-94275A1D9FCF}"/>
                      </a:ext>
                    </a:extLst>
                  </p14:cNvPr>
                  <p14:cNvContentPartPr/>
                  <p14:nvPr/>
                </p14:nvContentPartPr>
                <p14:xfrm>
                  <a:off x="6219475" y="4013700"/>
                  <a:ext cx="60480" cy="96480"/>
                </p14:xfrm>
              </p:contentPart>
            </mc:Choice>
            <mc:Fallback>
              <p:pic>
                <p:nvPicPr>
                  <p:cNvPr id="207" name="잉크 206">
                    <a:extLst>
                      <a:ext uri="{FF2B5EF4-FFF2-40B4-BE49-F238E27FC236}">
                        <a16:creationId xmlns:a16="http://schemas.microsoft.com/office/drawing/2014/main" id="{A139078E-7979-DFBE-C7D2-94275A1D9FCF}"/>
                      </a:ext>
                    </a:extLst>
                  </p:cNvPr>
                  <p:cNvPicPr/>
                  <p:nvPr/>
                </p:nvPicPr>
                <p:blipFill>
                  <a:blip r:embed="rId104"/>
                  <a:stretch>
                    <a:fillRect/>
                  </a:stretch>
                </p:blipFill>
                <p:spPr>
                  <a:xfrm>
                    <a:off x="6211213" y="4005743"/>
                    <a:ext cx="76674" cy="1127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5">
                <p14:nvContentPartPr>
                  <p14:cNvPr id="208" name="잉크 207">
                    <a:extLst>
                      <a:ext uri="{FF2B5EF4-FFF2-40B4-BE49-F238E27FC236}">
                        <a16:creationId xmlns:a16="http://schemas.microsoft.com/office/drawing/2014/main" id="{75F98BF0-00AB-FF0E-464C-C8F0789C705C}"/>
                      </a:ext>
                    </a:extLst>
                  </p14:cNvPr>
                  <p14:cNvContentPartPr/>
                  <p14:nvPr/>
                </p14:nvContentPartPr>
                <p14:xfrm>
                  <a:off x="6311995" y="3983460"/>
                  <a:ext cx="38160" cy="116280"/>
                </p14:xfrm>
              </p:contentPart>
            </mc:Choice>
            <mc:Fallback>
              <p:pic>
                <p:nvPicPr>
                  <p:cNvPr id="208" name="잉크 207">
                    <a:extLst>
                      <a:ext uri="{FF2B5EF4-FFF2-40B4-BE49-F238E27FC236}">
                        <a16:creationId xmlns:a16="http://schemas.microsoft.com/office/drawing/2014/main" id="{75F98BF0-00AB-FF0E-464C-C8F0789C705C}"/>
                      </a:ext>
                    </a:extLst>
                  </p:cNvPr>
                  <p:cNvPicPr/>
                  <p:nvPr/>
                </p:nvPicPr>
                <p:blipFill>
                  <a:blip r:embed="rId106"/>
                  <a:stretch>
                    <a:fillRect/>
                  </a:stretch>
                </p:blipFill>
                <p:spPr>
                  <a:xfrm>
                    <a:off x="6304031" y="3975509"/>
                    <a:ext cx="54419" cy="1325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7">
                <p14:nvContentPartPr>
                  <p14:cNvPr id="209" name="잉크 208">
                    <a:extLst>
                      <a:ext uri="{FF2B5EF4-FFF2-40B4-BE49-F238E27FC236}">
                        <a16:creationId xmlns:a16="http://schemas.microsoft.com/office/drawing/2014/main" id="{83EAD285-EFE5-8367-6A32-7E2C5242925F}"/>
                      </a:ext>
                    </a:extLst>
                  </p14:cNvPr>
                  <p14:cNvContentPartPr/>
                  <p14:nvPr/>
                </p14:nvContentPartPr>
                <p14:xfrm>
                  <a:off x="6342955" y="4032780"/>
                  <a:ext cx="39960" cy="26280"/>
                </p14:xfrm>
              </p:contentPart>
            </mc:Choice>
            <mc:Fallback>
              <p:pic>
                <p:nvPicPr>
                  <p:cNvPr id="209" name="잉크 208">
                    <a:extLst>
                      <a:ext uri="{FF2B5EF4-FFF2-40B4-BE49-F238E27FC236}">
                        <a16:creationId xmlns:a16="http://schemas.microsoft.com/office/drawing/2014/main" id="{83EAD285-EFE5-8367-6A32-7E2C5242925F}"/>
                      </a:ext>
                    </a:extLst>
                  </p:cNvPr>
                  <p:cNvPicPr/>
                  <p:nvPr/>
                </p:nvPicPr>
                <p:blipFill>
                  <a:blip r:embed="rId108"/>
                  <a:stretch>
                    <a:fillRect/>
                  </a:stretch>
                </p:blipFill>
                <p:spPr>
                  <a:xfrm>
                    <a:off x="6335029" y="4024464"/>
                    <a:ext cx="56142" cy="425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09">
                <p14:nvContentPartPr>
                  <p14:cNvPr id="211" name="잉크 210">
                    <a:extLst>
                      <a:ext uri="{FF2B5EF4-FFF2-40B4-BE49-F238E27FC236}">
                        <a16:creationId xmlns:a16="http://schemas.microsoft.com/office/drawing/2014/main" id="{364AD11F-F2E0-3FF5-F818-45A5532C1D61}"/>
                      </a:ext>
                    </a:extLst>
                  </p14:cNvPr>
                  <p14:cNvContentPartPr/>
                  <p14:nvPr/>
                </p14:nvContentPartPr>
                <p14:xfrm>
                  <a:off x="5323795" y="4398180"/>
                  <a:ext cx="144720" cy="149040"/>
                </p14:xfrm>
              </p:contentPart>
            </mc:Choice>
            <mc:Fallback>
              <p:pic>
                <p:nvPicPr>
                  <p:cNvPr id="211" name="잉크 210">
                    <a:extLst>
                      <a:ext uri="{FF2B5EF4-FFF2-40B4-BE49-F238E27FC236}">
                        <a16:creationId xmlns:a16="http://schemas.microsoft.com/office/drawing/2014/main" id="{364AD11F-F2E0-3FF5-F818-45A5532C1D61}"/>
                      </a:ext>
                    </a:extLst>
                  </p:cNvPr>
                  <p:cNvPicPr/>
                  <p:nvPr/>
                </p:nvPicPr>
                <p:blipFill>
                  <a:blip r:embed="rId110"/>
                  <a:stretch>
                    <a:fillRect/>
                  </a:stretch>
                </p:blipFill>
                <p:spPr>
                  <a:xfrm>
                    <a:off x="5315516" y="4390231"/>
                    <a:ext cx="160947" cy="1652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1">
                <p14:nvContentPartPr>
                  <p14:cNvPr id="212" name="잉크 211">
                    <a:extLst>
                      <a:ext uri="{FF2B5EF4-FFF2-40B4-BE49-F238E27FC236}">
                        <a16:creationId xmlns:a16="http://schemas.microsoft.com/office/drawing/2014/main" id="{48CE71B2-3CDB-9360-47DE-9DCCCF3136BE}"/>
                      </a:ext>
                    </a:extLst>
                  </p14:cNvPr>
                  <p14:cNvContentPartPr/>
                  <p14:nvPr/>
                </p14:nvContentPartPr>
                <p14:xfrm>
                  <a:off x="5511715" y="4407540"/>
                  <a:ext cx="61200" cy="98640"/>
                </p14:xfrm>
              </p:contentPart>
            </mc:Choice>
            <mc:Fallback>
              <p:pic>
                <p:nvPicPr>
                  <p:cNvPr id="212" name="잉크 211">
                    <a:extLst>
                      <a:ext uri="{FF2B5EF4-FFF2-40B4-BE49-F238E27FC236}">
                        <a16:creationId xmlns:a16="http://schemas.microsoft.com/office/drawing/2014/main" id="{48CE71B2-3CDB-9360-47DE-9DCCCF3136BE}"/>
                      </a:ext>
                    </a:extLst>
                  </p:cNvPr>
                  <p:cNvPicPr/>
                  <p:nvPr/>
                </p:nvPicPr>
                <p:blipFill>
                  <a:blip r:embed="rId112"/>
                  <a:stretch>
                    <a:fillRect/>
                  </a:stretch>
                </p:blipFill>
                <p:spPr>
                  <a:xfrm>
                    <a:off x="5503445" y="4399265"/>
                    <a:ext cx="77410" cy="11485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3">
                <p14:nvContentPartPr>
                  <p14:cNvPr id="213" name="잉크 212">
                    <a:extLst>
                      <a:ext uri="{FF2B5EF4-FFF2-40B4-BE49-F238E27FC236}">
                        <a16:creationId xmlns:a16="http://schemas.microsoft.com/office/drawing/2014/main" id="{CF5372FB-0E40-9616-FC2B-6F1394A507CA}"/>
                      </a:ext>
                    </a:extLst>
                  </p14:cNvPr>
                  <p14:cNvContentPartPr/>
                  <p14:nvPr/>
                </p14:nvContentPartPr>
                <p14:xfrm>
                  <a:off x="5598835" y="4382700"/>
                  <a:ext cx="29520" cy="94680"/>
                </p14:xfrm>
              </p:contentPart>
            </mc:Choice>
            <mc:Fallback>
              <p:pic>
                <p:nvPicPr>
                  <p:cNvPr id="213" name="잉크 212">
                    <a:extLst>
                      <a:ext uri="{FF2B5EF4-FFF2-40B4-BE49-F238E27FC236}">
                        <a16:creationId xmlns:a16="http://schemas.microsoft.com/office/drawing/2014/main" id="{CF5372FB-0E40-9616-FC2B-6F1394A507CA}"/>
                      </a:ext>
                    </a:extLst>
                  </p:cNvPr>
                  <p:cNvPicPr/>
                  <p:nvPr/>
                </p:nvPicPr>
                <p:blipFill>
                  <a:blip r:embed="rId114"/>
                  <a:stretch>
                    <a:fillRect/>
                  </a:stretch>
                </p:blipFill>
                <p:spPr>
                  <a:xfrm>
                    <a:off x="5590543" y="4374755"/>
                    <a:ext cx="45773" cy="1109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5">
                <p14:nvContentPartPr>
                  <p14:cNvPr id="214" name="잉크 213">
                    <a:extLst>
                      <a:ext uri="{FF2B5EF4-FFF2-40B4-BE49-F238E27FC236}">
                        <a16:creationId xmlns:a16="http://schemas.microsoft.com/office/drawing/2014/main" id="{832826CF-DD1A-9E04-A2FC-490623B86B01}"/>
                      </a:ext>
                    </a:extLst>
                  </p14:cNvPr>
                  <p14:cNvContentPartPr/>
                  <p14:nvPr/>
                </p14:nvContentPartPr>
                <p14:xfrm>
                  <a:off x="5622955" y="4421580"/>
                  <a:ext cx="25200" cy="16920"/>
                </p14:xfrm>
              </p:contentPart>
            </mc:Choice>
            <mc:Fallback>
              <p:pic>
                <p:nvPicPr>
                  <p:cNvPr id="214" name="잉크 213">
                    <a:extLst>
                      <a:ext uri="{FF2B5EF4-FFF2-40B4-BE49-F238E27FC236}">
                        <a16:creationId xmlns:a16="http://schemas.microsoft.com/office/drawing/2014/main" id="{832826CF-DD1A-9E04-A2FC-490623B86B01}"/>
                      </a:ext>
                    </a:extLst>
                  </p:cNvPr>
                  <p:cNvPicPr/>
                  <p:nvPr/>
                </p:nvPicPr>
                <p:blipFill>
                  <a:blip r:embed="rId116"/>
                  <a:stretch>
                    <a:fillRect/>
                  </a:stretch>
                </p:blipFill>
                <p:spPr>
                  <a:xfrm>
                    <a:off x="5614666" y="4413618"/>
                    <a:ext cx="41447" cy="331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7">
                <p14:nvContentPartPr>
                  <p14:cNvPr id="215" name="잉크 214">
                    <a:extLst>
                      <a:ext uri="{FF2B5EF4-FFF2-40B4-BE49-F238E27FC236}">
                        <a16:creationId xmlns:a16="http://schemas.microsoft.com/office/drawing/2014/main" id="{F0A9F49F-A9AC-5537-C5C7-782C8399E344}"/>
                      </a:ext>
                    </a:extLst>
                  </p14:cNvPr>
                  <p14:cNvContentPartPr/>
                  <p14:nvPr/>
                </p14:nvContentPartPr>
                <p14:xfrm>
                  <a:off x="5629075" y="4343460"/>
                  <a:ext cx="69480" cy="164880"/>
                </p14:xfrm>
              </p:contentPart>
            </mc:Choice>
            <mc:Fallback>
              <p:pic>
                <p:nvPicPr>
                  <p:cNvPr id="215" name="잉크 214">
                    <a:extLst>
                      <a:ext uri="{FF2B5EF4-FFF2-40B4-BE49-F238E27FC236}">
                        <a16:creationId xmlns:a16="http://schemas.microsoft.com/office/drawing/2014/main" id="{F0A9F49F-A9AC-5537-C5C7-782C8399E344}"/>
                      </a:ext>
                    </a:extLst>
                  </p:cNvPr>
                  <p:cNvPicPr/>
                  <p:nvPr/>
                </p:nvPicPr>
                <p:blipFill>
                  <a:blip r:embed="rId118"/>
                  <a:stretch>
                    <a:fillRect/>
                  </a:stretch>
                </p:blipFill>
                <p:spPr>
                  <a:xfrm>
                    <a:off x="5621134" y="4335183"/>
                    <a:ext cx="85692" cy="1811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19">
                <p14:nvContentPartPr>
                  <p14:cNvPr id="216" name="잉크 215">
                    <a:extLst>
                      <a:ext uri="{FF2B5EF4-FFF2-40B4-BE49-F238E27FC236}">
                        <a16:creationId xmlns:a16="http://schemas.microsoft.com/office/drawing/2014/main" id="{180926C5-2DF6-E056-AD01-14B99A8F8034}"/>
                      </a:ext>
                    </a:extLst>
                  </p14:cNvPr>
                  <p14:cNvContentPartPr/>
                  <p14:nvPr/>
                </p14:nvContentPartPr>
                <p14:xfrm>
                  <a:off x="5822035" y="4376220"/>
                  <a:ext cx="40320" cy="52200"/>
                </p14:xfrm>
              </p:contentPart>
            </mc:Choice>
            <mc:Fallback>
              <p:pic>
                <p:nvPicPr>
                  <p:cNvPr id="216" name="잉크 215">
                    <a:extLst>
                      <a:ext uri="{FF2B5EF4-FFF2-40B4-BE49-F238E27FC236}">
                        <a16:creationId xmlns:a16="http://schemas.microsoft.com/office/drawing/2014/main" id="{180926C5-2DF6-E056-AD01-14B99A8F8034}"/>
                      </a:ext>
                    </a:extLst>
                  </p:cNvPr>
                  <p:cNvPicPr/>
                  <p:nvPr/>
                </p:nvPicPr>
                <p:blipFill>
                  <a:blip r:embed="rId120"/>
                  <a:stretch>
                    <a:fillRect/>
                  </a:stretch>
                </p:blipFill>
                <p:spPr>
                  <a:xfrm>
                    <a:off x="5813704" y="4367908"/>
                    <a:ext cx="56648" cy="6849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1">
                <p14:nvContentPartPr>
                  <p14:cNvPr id="217" name="잉크 216">
                    <a:extLst>
                      <a:ext uri="{FF2B5EF4-FFF2-40B4-BE49-F238E27FC236}">
                        <a16:creationId xmlns:a16="http://schemas.microsoft.com/office/drawing/2014/main" id="{BD1E5EF0-4F36-10E7-AB04-FA8062271BD8}"/>
                      </a:ext>
                    </a:extLst>
                  </p14:cNvPr>
                  <p14:cNvContentPartPr/>
                  <p14:nvPr/>
                </p14:nvContentPartPr>
                <p14:xfrm>
                  <a:off x="5878555" y="4295580"/>
                  <a:ext cx="70920" cy="180720"/>
                </p14:xfrm>
              </p:contentPart>
            </mc:Choice>
            <mc:Fallback>
              <p:pic>
                <p:nvPicPr>
                  <p:cNvPr id="217" name="잉크 216">
                    <a:extLst>
                      <a:ext uri="{FF2B5EF4-FFF2-40B4-BE49-F238E27FC236}">
                        <a16:creationId xmlns:a16="http://schemas.microsoft.com/office/drawing/2014/main" id="{BD1E5EF0-4F36-10E7-AB04-FA8062271BD8}"/>
                      </a:ext>
                    </a:extLst>
                  </p:cNvPr>
                  <p:cNvPicPr/>
                  <p:nvPr/>
                </p:nvPicPr>
                <p:blipFill>
                  <a:blip r:embed="rId122"/>
                  <a:stretch>
                    <a:fillRect/>
                  </a:stretch>
                </p:blipFill>
                <p:spPr>
                  <a:xfrm>
                    <a:off x="5870564" y="4287636"/>
                    <a:ext cx="87235" cy="1969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3">
                <p14:nvContentPartPr>
                  <p14:cNvPr id="218" name="잉크 217">
                    <a:extLst>
                      <a:ext uri="{FF2B5EF4-FFF2-40B4-BE49-F238E27FC236}">
                        <a16:creationId xmlns:a16="http://schemas.microsoft.com/office/drawing/2014/main" id="{148084B5-14B1-FD16-33B4-FF4EA66C6F5F}"/>
                      </a:ext>
                    </a:extLst>
                  </p14:cNvPr>
                  <p14:cNvContentPartPr/>
                  <p14:nvPr/>
                </p14:nvContentPartPr>
                <p14:xfrm>
                  <a:off x="5934715" y="4308540"/>
                  <a:ext cx="51120" cy="4320"/>
                </p14:xfrm>
              </p:contentPart>
            </mc:Choice>
            <mc:Fallback>
              <p:pic>
                <p:nvPicPr>
                  <p:cNvPr id="218" name="잉크 217">
                    <a:extLst>
                      <a:ext uri="{FF2B5EF4-FFF2-40B4-BE49-F238E27FC236}">
                        <a16:creationId xmlns:a16="http://schemas.microsoft.com/office/drawing/2014/main" id="{148084B5-14B1-FD16-33B4-FF4EA66C6F5F}"/>
                      </a:ext>
                    </a:extLst>
                  </p:cNvPr>
                  <p:cNvPicPr/>
                  <p:nvPr/>
                </p:nvPicPr>
                <p:blipFill>
                  <a:blip r:embed="rId124"/>
                  <a:stretch>
                    <a:fillRect/>
                  </a:stretch>
                </p:blipFill>
                <p:spPr>
                  <a:xfrm>
                    <a:off x="5926800" y="4300232"/>
                    <a:ext cx="67281" cy="2060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5">
                <p14:nvContentPartPr>
                  <p14:cNvPr id="219" name="잉크 218">
                    <a:extLst>
                      <a:ext uri="{FF2B5EF4-FFF2-40B4-BE49-F238E27FC236}">
                        <a16:creationId xmlns:a16="http://schemas.microsoft.com/office/drawing/2014/main" id="{807EE6D5-6849-F370-ECC9-C280840B07D9}"/>
                      </a:ext>
                    </a:extLst>
                  </p14:cNvPr>
                  <p14:cNvContentPartPr/>
                  <p14:nvPr/>
                </p14:nvContentPartPr>
                <p14:xfrm>
                  <a:off x="5940835" y="4328700"/>
                  <a:ext cx="75240" cy="39960"/>
                </p14:xfrm>
              </p:contentPart>
            </mc:Choice>
            <mc:Fallback>
              <p:pic>
                <p:nvPicPr>
                  <p:cNvPr id="219" name="잉크 218">
                    <a:extLst>
                      <a:ext uri="{FF2B5EF4-FFF2-40B4-BE49-F238E27FC236}">
                        <a16:creationId xmlns:a16="http://schemas.microsoft.com/office/drawing/2014/main" id="{807EE6D5-6849-F370-ECC9-C280840B07D9}"/>
                      </a:ext>
                    </a:extLst>
                  </p:cNvPr>
                  <p:cNvPicPr/>
                  <p:nvPr/>
                </p:nvPicPr>
                <p:blipFill>
                  <a:blip r:embed="rId126"/>
                  <a:stretch>
                    <a:fillRect/>
                  </a:stretch>
                </p:blipFill>
                <p:spPr>
                  <a:xfrm>
                    <a:off x="5932880" y="4320444"/>
                    <a:ext cx="91481" cy="5614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7">
                <p14:nvContentPartPr>
                  <p14:cNvPr id="220" name="잉크 219">
                    <a:extLst>
                      <a:ext uri="{FF2B5EF4-FFF2-40B4-BE49-F238E27FC236}">
                        <a16:creationId xmlns:a16="http://schemas.microsoft.com/office/drawing/2014/main" id="{4F87D961-79CE-CD4B-DB69-A720039269EB}"/>
                      </a:ext>
                    </a:extLst>
                  </p14:cNvPr>
                  <p14:cNvContentPartPr/>
                  <p14:nvPr/>
                </p14:nvContentPartPr>
                <p14:xfrm>
                  <a:off x="5982595" y="4375140"/>
                  <a:ext cx="49320" cy="50400"/>
                </p14:xfrm>
              </p:contentPart>
            </mc:Choice>
            <mc:Fallback>
              <p:pic>
                <p:nvPicPr>
                  <p:cNvPr id="220" name="잉크 219">
                    <a:extLst>
                      <a:ext uri="{FF2B5EF4-FFF2-40B4-BE49-F238E27FC236}">
                        <a16:creationId xmlns:a16="http://schemas.microsoft.com/office/drawing/2014/main" id="{4F87D961-79CE-CD4B-DB69-A720039269EB}"/>
                      </a:ext>
                    </a:extLst>
                  </p:cNvPr>
                  <p:cNvPicPr/>
                  <p:nvPr/>
                </p:nvPicPr>
                <p:blipFill>
                  <a:blip r:embed="rId128"/>
                  <a:stretch>
                    <a:fillRect/>
                  </a:stretch>
                </p:blipFill>
                <p:spPr>
                  <a:xfrm>
                    <a:off x="5974320" y="4367182"/>
                    <a:ext cx="65539" cy="666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29">
                <p14:nvContentPartPr>
                  <p14:cNvPr id="221" name="잉크 220">
                    <a:extLst>
                      <a:ext uri="{FF2B5EF4-FFF2-40B4-BE49-F238E27FC236}">
                        <a16:creationId xmlns:a16="http://schemas.microsoft.com/office/drawing/2014/main" id="{17DC295C-A22B-EB10-91B3-15722F096753}"/>
                      </a:ext>
                    </a:extLst>
                  </p14:cNvPr>
                  <p14:cNvContentPartPr/>
                  <p14:nvPr/>
                </p14:nvContentPartPr>
                <p14:xfrm>
                  <a:off x="6033355" y="4286220"/>
                  <a:ext cx="77400" cy="141480"/>
                </p14:xfrm>
              </p:contentPart>
            </mc:Choice>
            <mc:Fallback>
              <p:pic>
                <p:nvPicPr>
                  <p:cNvPr id="221" name="잉크 220">
                    <a:extLst>
                      <a:ext uri="{FF2B5EF4-FFF2-40B4-BE49-F238E27FC236}">
                        <a16:creationId xmlns:a16="http://schemas.microsoft.com/office/drawing/2014/main" id="{17DC295C-A22B-EB10-91B3-15722F096753}"/>
                      </a:ext>
                    </a:extLst>
                  </p:cNvPr>
                  <p:cNvPicPr/>
                  <p:nvPr/>
                </p:nvPicPr>
                <p:blipFill>
                  <a:blip r:embed="rId130"/>
                  <a:stretch>
                    <a:fillRect/>
                  </a:stretch>
                </p:blipFill>
                <p:spPr>
                  <a:xfrm>
                    <a:off x="6025382" y="4278268"/>
                    <a:ext cx="93677" cy="15771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1">
                <p14:nvContentPartPr>
                  <p14:cNvPr id="222" name="잉크 221">
                    <a:extLst>
                      <a:ext uri="{FF2B5EF4-FFF2-40B4-BE49-F238E27FC236}">
                        <a16:creationId xmlns:a16="http://schemas.microsoft.com/office/drawing/2014/main" id="{05E15682-A056-73F7-F80A-E06D4D208A82}"/>
                      </a:ext>
                    </a:extLst>
                  </p14:cNvPr>
                  <p14:cNvContentPartPr/>
                  <p14:nvPr/>
                </p14:nvContentPartPr>
                <p14:xfrm>
                  <a:off x="6084475" y="4348500"/>
                  <a:ext cx="36000" cy="21240"/>
                </p14:xfrm>
              </p:contentPart>
            </mc:Choice>
            <mc:Fallback>
              <p:pic>
                <p:nvPicPr>
                  <p:cNvPr id="222" name="잉크 221">
                    <a:extLst>
                      <a:ext uri="{FF2B5EF4-FFF2-40B4-BE49-F238E27FC236}">
                        <a16:creationId xmlns:a16="http://schemas.microsoft.com/office/drawing/2014/main" id="{05E15682-A056-73F7-F80A-E06D4D208A82}"/>
                      </a:ext>
                    </a:extLst>
                  </p:cNvPr>
                  <p:cNvPicPr/>
                  <p:nvPr/>
                </p:nvPicPr>
                <p:blipFill>
                  <a:blip r:embed="rId132"/>
                  <a:stretch>
                    <a:fillRect/>
                  </a:stretch>
                </p:blipFill>
                <p:spPr>
                  <a:xfrm>
                    <a:off x="6076218" y="4340535"/>
                    <a:ext cx="52183" cy="375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3">
                <p14:nvContentPartPr>
                  <p14:cNvPr id="227" name="잉크 226">
                    <a:extLst>
                      <a:ext uri="{FF2B5EF4-FFF2-40B4-BE49-F238E27FC236}">
                        <a16:creationId xmlns:a16="http://schemas.microsoft.com/office/drawing/2014/main" id="{10A712B9-328A-1A9C-C8FC-72BB3E540B3D}"/>
                      </a:ext>
                    </a:extLst>
                  </p14:cNvPr>
                  <p14:cNvContentPartPr/>
                  <p14:nvPr/>
                </p14:nvContentPartPr>
                <p14:xfrm>
                  <a:off x="6157195" y="4308180"/>
                  <a:ext cx="51480" cy="57960"/>
                </p14:xfrm>
              </p:contentPart>
            </mc:Choice>
            <mc:Fallback>
              <p:pic>
                <p:nvPicPr>
                  <p:cNvPr id="227" name="잉크 226">
                    <a:extLst>
                      <a:ext uri="{FF2B5EF4-FFF2-40B4-BE49-F238E27FC236}">
                        <a16:creationId xmlns:a16="http://schemas.microsoft.com/office/drawing/2014/main" id="{10A712B9-328A-1A9C-C8FC-72BB3E540B3D}"/>
                      </a:ext>
                    </a:extLst>
                  </p:cNvPr>
                  <p:cNvPicPr/>
                  <p:nvPr/>
                </p:nvPicPr>
                <p:blipFill>
                  <a:blip r:embed="rId134"/>
                  <a:stretch>
                    <a:fillRect/>
                  </a:stretch>
                </p:blipFill>
                <p:spPr>
                  <a:xfrm>
                    <a:off x="6148945" y="4299900"/>
                    <a:ext cx="67650" cy="7418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5">
                <p14:nvContentPartPr>
                  <p14:cNvPr id="228" name="잉크 227">
                    <a:extLst>
                      <a:ext uri="{FF2B5EF4-FFF2-40B4-BE49-F238E27FC236}">
                        <a16:creationId xmlns:a16="http://schemas.microsoft.com/office/drawing/2014/main" id="{1D4221A1-46F2-B845-6381-C4E74017E7CE}"/>
                      </a:ext>
                    </a:extLst>
                  </p14:cNvPr>
                  <p14:cNvContentPartPr/>
                  <p14:nvPr/>
                </p14:nvContentPartPr>
                <p14:xfrm>
                  <a:off x="6234235" y="4261380"/>
                  <a:ext cx="27360" cy="110160"/>
                </p14:xfrm>
              </p:contentPart>
            </mc:Choice>
            <mc:Fallback>
              <p:pic>
                <p:nvPicPr>
                  <p:cNvPr id="228" name="잉크 227">
                    <a:extLst>
                      <a:ext uri="{FF2B5EF4-FFF2-40B4-BE49-F238E27FC236}">
                        <a16:creationId xmlns:a16="http://schemas.microsoft.com/office/drawing/2014/main" id="{1D4221A1-46F2-B845-6381-C4E74017E7CE}"/>
                      </a:ext>
                    </a:extLst>
                  </p:cNvPr>
                  <p:cNvPicPr/>
                  <p:nvPr/>
                </p:nvPicPr>
                <p:blipFill>
                  <a:blip r:embed="rId136"/>
                  <a:stretch>
                    <a:fillRect/>
                  </a:stretch>
                </p:blipFill>
                <p:spPr>
                  <a:xfrm>
                    <a:off x="6226324" y="4253417"/>
                    <a:ext cx="43512" cy="1264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7">
                <p14:nvContentPartPr>
                  <p14:cNvPr id="229" name="잉크 228">
                    <a:extLst>
                      <a:ext uri="{FF2B5EF4-FFF2-40B4-BE49-F238E27FC236}">
                        <a16:creationId xmlns:a16="http://schemas.microsoft.com/office/drawing/2014/main" id="{58AE5B80-FB31-4C40-4D5F-31C24DAC8716}"/>
                      </a:ext>
                    </a:extLst>
                  </p14:cNvPr>
                  <p14:cNvContentPartPr/>
                  <p14:nvPr/>
                </p14:nvContentPartPr>
                <p14:xfrm>
                  <a:off x="6199315" y="4370820"/>
                  <a:ext cx="72720" cy="37800"/>
                </p14:xfrm>
              </p:contentPart>
            </mc:Choice>
            <mc:Fallback>
              <p:pic>
                <p:nvPicPr>
                  <p:cNvPr id="229" name="잉크 228">
                    <a:extLst>
                      <a:ext uri="{FF2B5EF4-FFF2-40B4-BE49-F238E27FC236}">
                        <a16:creationId xmlns:a16="http://schemas.microsoft.com/office/drawing/2014/main" id="{58AE5B80-FB31-4C40-4D5F-31C24DAC8716}"/>
                      </a:ext>
                    </a:extLst>
                  </p:cNvPr>
                  <p:cNvPicPr/>
                  <p:nvPr/>
                </p:nvPicPr>
                <p:blipFill>
                  <a:blip r:embed="rId138"/>
                  <a:stretch>
                    <a:fillRect/>
                  </a:stretch>
                </p:blipFill>
                <p:spPr>
                  <a:xfrm>
                    <a:off x="6191346" y="4362531"/>
                    <a:ext cx="88991" cy="540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39">
                <p14:nvContentPartPr>
                  <p14:cNvPr id="230" name="잉크 229">
                    <a:extLst>
                      <a:ext uri="{FF2B5EF4-FFF2-40B4-BE49-F238E27FC236}">
                        <a16:creationId xmlns:a16="http://schemas.microsoft.com/office/drawing/2014/main" id="{8CF6237B-DC16-DC0F-6C85-00E60787D12F}"/>
                      </a:ext>
                    </a:extLst>
                  </p14:cNvPr>
                  <p14:cNvContentPartPr/>
                  <p14:nvPr/>
                </p14:nvContentPartPr>
                <p14:xfrm>
                  <a:off x="6212275" y="4400700"/>
                  <a:ext cx="66600" cy="32760"/>
                </p14:xfrm>
              </p:contentPart>
            </mc:Choice>
            <mc:Fallback>
              <p:pic>
                <p:nvPicPr>
                  <p:cNvPr id="230" name="잉크 229">
                    <a:extLst>
                      <a:ext uri="{FF2B5EF4-FFF2-40B4-BE49-F238E27FC236}">
                        <a16:creationId xmlns:a16="http://schemas.microsoft.com/office/drawing/2014/main" id="{8CF6237B-DC16-DC0F-6C85-00E60787D12F}"/>
                      </a:ext>
                    </a:extLst>
                  </p:cNvPr>
                  <p:cNvPicPr/>
                  <p:nvPr/>
                </p:nvPicPr>
                <p:blipFill>
                  <a:blip r:embed="rId140"/>
                  <a:stretch>
                    <a:fillRect/>
                  </a:stretch>
                </p:blipFill>
                <p:spPr>
                  <a:xfrm>
                    <a:off x="6203991" y="4392758"/>
                    <a:ext cx="82836" cy="4897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1">
                <p14:nvContentPartPr>
                  <p14:cNvPr id="231" name="잉크 230">
                    <a:extLst>
                      <a:ext uri="{FF2B5EF4-FFF2-40B4-BE49-F238E27FC236}">
                        <a16:creationId xmlns:a16="http://schemas.microsoft.com/office/drawing/2014/main" id="{83F7873A-FE91-9D1B-748E-DFDDF70B436F}"/>
                      </a:ext>
                    </a:extLst>
                  </p14:cNvPr>
                  <p14:cNvContentPartPr/>
                  <p14:nvPr/>
                </p14:nvContentPartPr>
                <p14:xfrm>
                  <a:off x="6220555" y="4426260"/>
                  <a:ext cx="73440" cy="47880"/>
                </p14:xfrm>
              </p:contentPart>
            </mc:Choice>
            <mc:Fallback>
              <p:pic>
                <p:nvPicPr>
                  <p:cNvPr id="231" name="잉크 230">
                    <a:extLst>
                      <a:ext uri="{FF2B5EF4-FFF2-40B4-BE49-F238E27FC236}">
                        <a16:creationId xmlns:a16="http://schemas.microsoft.com/office/drawing/2014/main" id="{83F7873A-FE91-9D1B-748E-DFDDF70B436F}"/>
                      </a:ext>
                    </a:extLst>
                  </p:cNvPr>
                  <p:cNvPicPr/>
                  <p:nvPr/>
                </p:nvPicPr>
                <p:blipFill>
                  <a:blip r:embed="rId142"/>
                  <a:stretch>
                    <a:fillRect/>
                  </a:stretch>
                </p:blipFill>
                <p:spPr>
                  <a:xfrm>
                    <a:off x="6212616" y="4418280"/>
                    <a:ext cx="89650" cy="6417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3">
                <p14:nvContentPartPr>
                  <p14:cNvPr id="232" name="잉크 231">
                    <a:extLst>
                      <a:ext uri="{FF2B5EF4-FFF2-40B4-BE49-F238E27FC236}">
                        <a16:creationId xmlns:a16="http://schemas.microsoft.com/office/drawing/2014/main" id="{0AE20A7D-A59D-2478-4EE4-D07F5566126F}"/>
                      </a:ext>
                    </a:extLst>
                  </p14:cNvPr>
                  <p14:cNvContentPartPr/>
                  <p14:nvPr/>
                </p14:nvContentPartPr>
                <p14:xfrm>
                  <a:off x="6403795" y="4261020"/>
                  <a:ext cx="64440" cy="15120"/>
                </p14:xfrm>
              </p:contentPart>
            </mc:Choice>
            <mc:Fallback>
              <p:pic>
                <p:nvPicPr>
                  <p:cNvPr id="232" name="잉크 231">
                    <a:extLst>
                      <a:ext uri="{FF2B5EF4-FFF2-40B4-BE49-F238E27FC236}">
                        <a16:creationId xmlns:a16="http://schemas.microsoft.com/office/drawing/2014/main" id="{0AE20A7D-A59D-2478-4EE4-D07F5566126F}"/>
                      </a:ext>
                    </a:extLst>
                  </p:cNvPr>
                  <p:cNvPicPr/>
                  <p:nvPr/>
                </p:nvPicPr>
                <p:blipFill>
                  <a:blip r:embed="rId144"/>
                  <a:stretch>
                    <a:fillRect/>
                  </a:stretch>
                </p:blipFill>
                <p:spPr>
                  <a:xfrm>
                    <a:off x="6395823" y="4252620"/>
                    <a:ext cx="80716" cy="3158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5">
                <p14:nvContentPartPr>
                  <p14:cNvPr id="233" name="잉크 232">
                    <a:extLst>
                      <a:ext uri="{FF2B5EF4-FFF2-40B4-BE49-F238E27FC236}">
                        <a16:creationId xmlns:a16="http://schemas.microsoft.com/office/drawing/2014/main" id="{58706D23-A0B0-FD7D-301E-1F616ACEBA51}"/>
                      </a:ext>
                    </a:extLst>
                  </p14:cNvPr>
                  <p14:cNvContentPartPr/>
                  <p14:nvPr/>
                </p14:nvContentPartPr>
                <p14:xfrm>
                  <a:off x="6397675" y="4267860"/>
                  <a:ext cx="73080" cy="108000"/>
                </p14:xfrm>
              </p:contentPart>
            </mc:Choice>
            <mc:Fallback>
              <p:pic>
                <p:nvPicPr>
                  <p:cNvPr id="233" name="잉크 232">
                    <a:extLst>
                      <a:ext uri="{FF2B5EF4-FFF2-40B4-BE49-F238E27FC236}">
                        <a16:creationId xmlns:a16="http://schemas.microsoft.com/office/drawing/2014/main" id="{58706D23-A0B0-FD7D-301E-1F616ACEBA51}"/>
                      </a:ext>
                    </a:extLst>
                  </p:cNvPr>
                  <p:cNvPicPr/>
                  <p:nvPr/>
                </p:nvPicPr>
                <p:blipFill>
                  <a:blip r:embed="rId146"/>
                  <a:stretch>
                    <a:fillRect/>
                  </a:stretch>
                </p:blipFill>
                <p:spPr>
                  <a:xfrm>
                    <a:off x="6389703" y="4259909"/>
                    <a:ext cx="89357" cy="1242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7">
                <p14:nvContentPartPr>
                  <p14:cNvPr id="234" name="잉크 233">
                    <a:extLst>
                      <a:ext uri="{FF2B5EF4-FFF2-40B4-BE49-F238E27FC236}">
                        <a16:creationId xmlns:a16="http://schemas.microsoft.com/office/drawing/2014/main" id="{EF725AF1-FD3C-01F4-A2EB-ECEFC8C0C5BF}"/>
                      </a:ext>
                    </a:extLst>
                  </p14:cNvPr>
                  <p14:cNvContentPartPr/>
                  <p14:nvPr/>
                </p14:nvContentPartPr>
                <p14:xfrm>
                  <a:off x="6437275" y="4285860"/>
                  <a:ext cx="11520" cy="62280"/>
                </p14:xfrm>
              </p:contentPart>
            </mc:Choice>
            <mc:Fallback>
              <p:pic>
                <p:nvPicPr>
                  <p:cNvPr id="234" name="잉크 233">
                    <a:extLst>
                      <a:ext uri="{FF2B5EF4-FFF2-40B4-BE49-F238E27FC236}">
                        <a16:creationId xmlns:a16="http://schemas.microsoft.com/office/drawing/2014/main" id="{EF725AF1-FD3C-01F4-A2EB-ECEFC8C0C5BF}"/>
                      </a:ext>
                    </a:extLst>
                  </p:cNvPr>
                  <p:cNvPicPr/>
                  <p:nvPr/>
                </p:nvPicPr>
                <p:blipFill>
                  <a:blip r:embed="rId148"/>
                  <a:stretch>
                    <a:fillRect/>
                  </a:stretch>
                </p:blipFill>
                <p:spPr>
                  <a:xfrm>
                    <a:off x="6429046" y="4277909"/>
                    <a:ext cx="27648" cy="785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49">
                <p14:nvContentPartPr>
                  <p14:cNvPr id="235" name="잉크 234">
                    <a:extLst>
                      <a:ext uri="{FF2B5EF4-FFF2-40B4-BE49-F238E27FC236}">
                        <a16:creationId xmlns:a16="http://schemas.microsoft.com/office/drawing/2014/main" id="{3F794436-9BB9-6CC3-9303-F38F6059B40C}"/>
                      </a:ext>
                    </a:extLst>
                  </p14:cNvPr>
                  <p14:cNvContentPartPr/>
                  <p14:nvPr/>
                </p14:nvContentPartPr>
                <p14:xfrm>
                  <a:off x="6502795" y="4234020"/>
                  <a:ext cx="21600" cy="141120"/>
                </p14:xfrm>
              </p:contentPart>
            </mc:Choice>
            <mc:Fallback>
              <p:pic>
                <p:nvPicPr>
                  <p:cNvPr id="235" name="잉크 234">
                    <a:extLst>
                      <a:ext uri="{FF2B5EF4-FFF2-40B4-BE49-F238E27FC236}">
                        <a16:creationId xmlns:a16="http://schemas.microsoft.com/office/drawing/2014/main" id="{3F794436-9BB9-6CC3-9303-F38F6059B40C}"/>
                      </a:ext>
                    </a:extLst>
                  </p:cNvPr>
                  <p:cNvPicPr/>
                  <p:nvPr/>
                </p:nvPicPr>
                <p:blipFill>
                  <a:blip r:embed="rId150"/>
                  <a:stretch>
                    <a:fillRect/>
                  </a:stretch>
                </p:blipFill>
                <p:spPr>
                  <a:xfrm>
                    <a:off x="6494487" y="4225738"/>
                    <a:ext cx="37883" cy="15735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1">
                <p14:nvContentPartPr>
                  <p14:cNvPr id="236" name="잉크 235">
                    <a:extLst>
                      <a:ext uri="{FF2B5EF4-FFF2-40B4-BE49-F238E27FC236}">
                        <a16:creationId xmlns:a16="http://schemas.microsoft.com/office/drawing/2014/main" id="{56FF5032-4935-776B-1122-E968C37C57B6}"/>
                      </a:ext>
                    </a:extLst>
                  </p14:cNvPr>
                  <p14:cNvContentPartPr/>
                  <p14:nvPr/>
                </p14:nvContentPartPr>
                <p14:xfrm>
                  <a:off x="6523315" y="4312140"/>
                  <a:ext cx="34560" cy="14040"/>
                </p14:xfrm>
              </p:contentPart>
            </mc:Choice>
            <mc:Fallback>
              <p:pic>
                <p:nvPicPr>
                  <p:cNvPr id="236" name="잉크 235">
                    <a:extLst>
                      <a:ext uri="{FF2B5EF4-FFF2-40B4-BE49-F238E27FC236}">
                        <a16:creationId xmlns:a16="http://schemas.microsoft.com/office/drawing/2014/main" id="{56FF5032-4935-776B-1122-E968C37C57B6}"/>
                      </a:ext>
                    </a:extLst>
                  </p:cNvPr>
                  <p:cNvPicPr/>
                  <p:nvPr/>
                </p:nvPicPr>
                <p:blipFill>
                  <a:blip r:embed="rId152"/>
                  <a:stretch>
                    <a:fillRect/>
                  </a:stretch>
                </p:blipFill>
                <p:spPr>
                  <a:xfrm>
                    <a:off x="6515340" y="4303783"/>
                    <a:ext cx="50843" cy="304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3">
                <p14:nvContentPartPr>
                  <p14:cNvPr id="237" name="잉크 236">
                    <a:extLst>
                      <a:ext uri="{FF2B5EF4-FFF2-40B4-BE49-F238E27FC236}">
                        <a16:creationId xmlns:a16="http://schemas.microsoft.com/office/drawing/2014/main" id="{40893F21-6440-397E-EBC0-9376EC6E3AB6}"/>
                      </a:ext>
                    </a:extLst>
                  </p14:cNvPr>
                  <p14:cNvContentPartPr/>
                  <p14:nvPr/>
                </p14:nvContentPartPr>
                <p14:xfrm>
                  <a:off x="6547075" y="4219620"/>
                  <a:ext cx="32760" cy="210240"/>
                </p14:xfrm>
              </p:contentPart>
            </mc:Choice>
            <mc:Fallback>
              <p:pic>
                <p:nvPicPr>
                  <p:cNvPr id="237" name="잉크 236">
                    <a:extLst>
                      <a:ext uri="{FF2B5EF4-FFF2-40B4-BE49-F238E27FC236}">
                        <a16:creationId xmlns:a16="http://schemas.microsoft.com/office/drawing/2014/main" id="{40893F21-6440-397E-EBC0-9376EC6E3AB6}"/>
                      </a:ext>
                    </a:extLst>
                  </p:cNvPr>
                  <p:cNvPicPr/>
                  <p:nvPr/>
                </p:nvPicPr>
                <p:blipFill>
                  <a:blip r:embed="rId154"/>
                  <a:stretch>
                    <a:fillRect/>
                  </a:stretch>
                </p:blipFill>
                <p:spPr>
                  <a:xfrm>
                    <a:off x="6539133" y="4211343"/>
                    <a:ext cx="48975" cy="22646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5">
                <p14:nvContentPartPr>
                  <p14:cNvPr id="239" name="잉크 238">
                    <a:extLst>
                      <a:ext uri="{FF2B5EF4-FFF2-40B4-BE49-F238E27FC236}">
                        <a16:creationId xmlns:a16="http://schemas.microsoft.com/office/drawing/2014/main" id="{D6A6D3DC-3DC2-6F14-60AD-46B7F17E0381}"/>
                      </a:ext>
                    </a:extLst>
                  </p14:cNvPr>
                  <p14:cNvContentPartPr/>
                  <p14:nvPr/>
                </p14:nvContentPartPr>
                <p14:xfrm>
                  <a:off x="5109590" y="3357230"/>
                  <a:ext cx="511200" cy="603720"/>
                </p14:xfrm>
              </p:contentPart>
            </mc:Choice>
            <mc:Fallback>
              <p:pic>
                <p:nvPicPr>
                  <p:cNvPr id="239" name="잉크 238">
                    <a:extLst>
                      <a:ext uri="{FF2B5EF4-FFF2-40B4-BE49-F238E27FC236}">
                        <a16:creationId xmlns:a16="http://schemas.microsoft.com/office/drawing/2014/main" id="{D6A6D3DC-3DC2-6F14-60AD-46B7F17E0381}"/>
                      </a:ext>
                    </a:extLst>
                  </p:cNvPr>
                  <p:cNvPicPr/>
                  <p:nvPr/>
                </p:nvPicPr>
                <p:blipFill>
                  <a:blip r:embed="rId156"/>
                  <a:stretch>
                    <a:fillRect/>
                  </a:stretch>
                </p:blipFill>
                <p:spPr>
                  <a:xfrm>
                    <a:off x="5101313" y="3349282"/>
                    <a:ext cx="527423" cy="6199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7">
                <p14:nvContentPartPr>
                  <p14:cNvPr id="242" name="잉크 241">
                    <a:extLst>
                      <a:ext uri="{FF2B5EF4-FFF2-40B4-BE49-F238E27FC236}">
                        <a16:creationId xmlns:a16="http://schemas.microsoft.com/office/drawing/2014/main" id="{557CA949-60F9-2C0A-F3EC-BAE840812F49}"/>
                      </a:ext>
                    </a:extLst>
                  </p14:cNvPr>
                  <p14:cNvContentPartPr/>
                  <p14:nvPr/>
                </p14:nvContentPartPr>
                <p14:xfrm>
                  <a:off x="5412710" y="3028910"/>
                  <a:ext cx="594000" cy="510120"/>
                </p14:xfrm>
              </p:contentPart>
            </mc:Choice>
            <mc:Fallback>
              <p:pic>
                <p:nvPicPr>
                  <p:cNvPr id="242" name="잉크 241">
                    <a:extLst>
                      <a:ext uri="{FF2B5EF4-FFF2-40B4-BE49-F238E27FC236}">
                        <a16:creationId xmlns:a16="http://schemas.microsoft.com/office/drawing/2014/main" id="{557CA949-60F9-2C0A-F3EC-BAE840812F49}"/>
                      </a:ext>
                    </a:extLst>
                  </p:cNvPr>
                  <p:cNvPicPr/>
                  <p:nvPr/>
                </p:nvPicPr>
                <p:blipFill>
                  <a:blip r:embed="rId158"/>
                  <a:stretch>
                    <a:fillRect/>
                  </a:stretch>
                </p:blipFill>
                <p:spPr>
                  <a:xfrm>
                    <a:off x="5404759" y="3020629"/>
                    <a:ext cx="610233" cy="52635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59">
                <p14:nvContentPartPr>
                  <p14:cNvPr id="243" name="잉크 242">
                    <a:extLst>
                      <a:ext uri="{FF2B5EF4-FFF2-40B4-BE49-F238E27FC236}">
                        <a16:creationId xmlns:a16="http://schemas.microsoft.com/office/drawing/2014/main" id="{0A0D0E59-82C7-14F2-2884-A4DF9F2D7537}"/>
                      </a:ext>
                    </a:extLst>
                  </p14:cNvPr>
                  <p14:cNvContentPartPr/>
                  <p14:nvPr/>
                </p14:nvContentPartPr>
                <p14:xfrm>
                  <a:off x="5530430" y="2935670"/>
                  <a:ext cx="352440" cy="675000"/>
                </p14:xfrm>
              </p:contentPart>
            </mc:Choice>
            <mc:Fallback>
              <p:pic>
                <p:nvPicPr>
                  <p:cNvPr id="243" name="잉크 242">
                    <a:extLst>
                      <a:ext uri="{FF2B5EF4-FFF2-40B4-BE49-F238E27FC236}">
                        <a16:creationId xmlns:a16="http://schemas.microsoft.com/office/drawing/2014/main" id="{0A0D0E59-82C7-14F2-2884-A4DF9F2D7537}"/>
                      </a:ext>
                    </a:extLst>
                  </p:cNvPr>
                  <p:cNvPicPr/>
                  <p:nvPr/>
                </p:nvPicPr>
                <p:blipFill>
                  <a:blip r:embed="rId160"/>
                  <a:stretch>
                    <a:fillRect/>
                  </a:stretch>
                </p:blipFill>
                <p:spPr>
                  <a:xfrm>
                    <a:off x="5522149" y="2927721"/>
                    <a:ext cx="368671" cy="691229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245" name="잉크 244">
                  <a:extLst>
                    <a:ext uri="{FF2B5EF4-FFF2-40B4-BE49-F238E27FC236}">
                      <a16:creationId xmlns:a16="http://schemas.microsoft.com/office/drawing/2014/main" id="{F272DC43-F845-7C41-C9F7-2F4DE5388177}"/>
                    </a:ext>
                  </a:extLst>
                </p14:cNvPr>
                <p14:cNvContentPartPr/>
                <p14:nvPr/>
              </p14:nvContentPartPr>
              <p14:xfrm>
                <a:off x="7686473" y="2189708"/>
                <a:ext cx="774000" cy="587520"/>
              </p14:xfrm>
            </p:contentPart>
          </mc:Choice>
          <mc:Fallback>
            <p:pic>
              <p:nvPicPr>
                <p:cNvPr id="245" name="잉크 244">
                  <a:extLst>
                    <a:ext uri="{FF2B5EF4-FFF2-40B4-BE49-F238E27FC236}">
                      <a16:creationId xmlns:a16="http://schemas.microsoft.com/office/drawing/2014/main" id="{F272DC43-F845-7C41-C9F7-2F4DE5388177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7678193" y="2181428"/>
                  <a:ext cx="790228" cy="6037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247" name="잉크 246">
                  <a:extLst>
                    <a:ext uri="{FF2B5EF4-FFF2-40B4-BE49-F238E27FC236}">
                      <a16:creationId xmlns:a16="http://schemas.microsoft.com/office/drawing/2014/main" id="{8D01A373-5908-9928-5B03-7C1069FE6015}"/>
                    </a:ext>
                  </a:extLst>
                </p14:cNvPr>
                <p14:cNvContentPartPr/>
                <p14:nvPr/>
              </p14:nvContentPartPr>
              <p14:xfrm>
                <a:off x="8381910" y="2018700"/>
                <a:ext cx="1427760" cy="486720"/>
              </p14:xfrm>
            </p:contentPart>
          </mc:Choice>
          <mc:Fallback>
            <p:pic>
              <p:nvPicPr>
                <p:cNvPr id="247" name="잉크 246">
                  <a:extLst>
                    <a:ext uri="{FF2B5EF4-FFF2-40B4-BE49-F238E27FC236}">
                      <a16:creationId xmlns:a16="http://schemas.microsoft.com/office/drawing/2014/main" id="{8D01A373-5908-9928-5B03-7C1069FE6015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373960" y="2010748"/>
                  <a:ext cx="1443992" cy="502955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55" name="그룹 354">
              <a:extLst>
                <a:ext uri="{FF2B5EF4-FFF2-40B4-BE49-F238E27FC236}">
                  <a16:creationId xmlns:a16="http://schemas.microsoft.com/office/drawing/2014/main" id="{C19D94F9-E386-1F2E-60FF-8DF583D6B72E}"/>
                </a:ext>
              </a:extLst>
            </p:cNvPr>
            <p:cNvGrpSpPr/>
            <p:nvPr/>
          </p:nvGrpSpPr>
          <p:grpSpPr>
            <a:xfrm>
              <a:off x="9873645" y="1714290"/>
              <a:ext cx="1374120" cy="806760"/>
              <a:chOff x="9873645" y="1714290"/>
              <a:chExt cx="1374120" cy="8067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165">
                <p14:nvContentPartPr>
                  <p14:cNvPr id="256" name="잉크 255">
                    <a:extLst>
                      <a:ext uri="{FF2B5EF4-FFF2-40B4-BE49-F238E27FC236}">
                        <a16:creationId xmlns:a16="http://schemas.microsoft.com/office/drawing/2014/main" id="{CF6F85F3-ECEB-EBDC-6075-64B20EB88A9A}"/>
                      </a:ext>
                    </a:extLst>
                  </p14:cNvPr>
                  <p14:cNvContentPartPr/>
                  <p14:nvPr/>
                </p14:nvContentPartPr>
                <p14:xfrm>
                  <a:off x="9913605" y="2156010"/>
                  <a:ext cx="2880" cy="2160"/>
                </p14:xfrm>
              </p:contentPart>
            </mc:Choice>
            <mc:Fallback>
              <p:pic>
                <p:nvPicPr>
                  <p:cNvPr id="256" name="잉크 255">
                    <a:extLst>
                      <a:ext uri="{FF2B5EF4-FFF2-40B4-BE49-F238E27FC236}">
                        <a16:creationId xmlns:a16="http://schemas.microsoft.com/office/drawing/2014/main" id="{CF6F85F3-ECEB-EBDC-6075-64B20EB88A9A}"/>
                      </a:ext>
                    </a:extLst>
                  </p:cNvPr>
                  <p:cNvPicPr/>
                  <p:nvPr/>
                </p:nvPicPr>
                <p:blipFill>
                  <a:blip r:embed="rId166"/>
                  <a:stretch>
                    <a:fillRect/>
                  </a:stretch>
                </p:blipFill>
                <p:spPr>
                  <a:xfrm>
                    <a:off x="9904605" y="2147010"/>
                    <a:ext cx="20520" cy="198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7">
                <p14:nvContentPartPr>
                  <p14:cNvPr id="257" name="잉크 256">
                    <a:extLst>
                      <a:ext uri="{FF2B5EF4-FFF2-40B4-BE49-F238E27FC236}">
                        <a16:creationId xmlns:a16="http://schemas.microsoft.com/office/drawing/2014/main" id="{DA4ACED9-F871-C159-4C3A-A97077952B60}"/>
                      </a:ext>
                    </a:extLst>
                  </p14:cNvPr>
                  <p14:cNvContentPartPr/>
                  <p14:nvPr/>
                </p14:nvContentPartPr>
                <p14:xfrm>
                  <a:off x="9930525" y="2240970"/>
                  <a:ext cx="3240" cy="1440"/>
                </p14:xfrm>
              </p:contentPart>
            </mc:Choice>
            <mc:Fallback>
              <p:pic>
                <p:nvPicPr>
                  <p:cNvPr id="257" name="잉크 256">
                    <a:extLst>
                      <a:ext uri="{FF2B5EF4-FFF2-40B4-BE49-F238E27FC236}">
                        <a16:creationId xmlns:a16="http://schemas.microsoft.com/office/drawing/2014/main" id="{DA4ACED9-F871-C159-4C3A-A97077952B60}"/>
                      </a:ext>
                    </a:extLst>
                  </p:cNvPr>
                  <p:cNvPicPr/>
                  <p:nvPr/>
                </p:nvPicPr>
                <p:blipFill>
                  <a:blip r:embed="rId168"/>
                  <a:stretch>
                    <a:fillRect/>
                  </a:stretch>
                </p:blipFill>
                <p:spPr>
                  <a:xfrm>
                    <a:off x="9922425" y="2232330"/>
                    <a:ext cx="19116" cy="190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69">
                <p14:nvContentPartPr>
                  <p14:cNvPr id="260" name="잉크 259">
                    <a:extLst>
                      <a:ext uri="{FF2B5EF4-FFF2-40B4-BE49-F238E27FC236}">
                        <a16:creationId xmlns:a16="http://schemas.microsoft.com/office/drawing/2014/main" id="{26F2A737-5BEE-21B4-9332-6DF80C6D1C75}"/>
                      </a:ext>
                    </a:extLst>
                  </p14:cNvPr>
                  <p14:cNvContentPartPr/>
                  <p14:nvPr/>
                </p14:nvContentPartPr>
                <p14:xfrm>
                  <a:off x="9991005" y="2103810"/>
                  <a:ext cx="115200" cy="201240"/>
                </p14:xfrm>
              </p:contentPart>
            </mc:Choice>
            <mc:Fallback>
              <p:pic>
                <p:nvPicPr>
                  <p:cNvPr id="260" name="잉크 259">
                    <a:extLst>
                      <a:ext uri="{FF2B5EF4-FFF2-40B4-BE49-F238E27FC236}">
                        <a16:creationId xmlns:a16="http://schemas.microsoft.com/office/drawing/2014/main" id="{26F2A737-5BEE-21B4-9332-6DF80C6D1C75}"/>
                      </a:ext>
                    </a:extLst>
                  </p:cNvPr>
                  <p:cNvPicPr/>
                  <p:nvPr/>
                </p:nvPicPr>
                <p:blipFill>
                  <a:blip r:embed="rId170"/>
                  <a:stretch>
                    <a:fillRect/>
                  </a:stretch>
                </p:blipFill>
                <p:spPr>
                  <a:xfrm>
                    <a:off x="9983060" y="2095522"/>
                    <a:ext cx="131421" cy="2174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1">
                <p14:nvContentPartPr>
                  <p14:cNvPr id="261" name="잉크 260">
                    <a:extLst>
                      <a:ext uri="{FF2B5EF4-FFF2-40B4-BE49-F238E27FC236}">
                        <a16:creationId xmlns:a16="http://schemas.microsoft.com/office/drawing/2014/main" id="{41EB25A0-4F57-C6B1-91E3-580CDC2C0A3B}"/>
                      </a:ext>
                    </a:extLst>
                  </p14:cNvPr>
                  <p14:cNvContentPartPr/>
                  <p14:nvPr/>
                </p14:nvContentPartPr>
                <p14:xfrm>
                  <a:off x="10115565" y="2062770"/>
                  <a:ext cx="87840" cy="204480"/>
                </p14:xfrm>
              </p:contentPart>
            </mc:Choice>
            <mc:Fallback>
              <p:pic>
                <p:nvPicPr>
                  <p:cNvPr id="261" name="잉크 260">
                    <a:extLst>
                      <a:ext uri="{FF2B5EF4-FFF2-40B4-BE49-F238E27FC236}">
                        <a16:creationId xmlns:a16="http://schemas.microsoft.com/office/drawing/2014/main" id="{41EB25A0-4F57-C6B1-91E3-580CDC2C0A3B}"/>
                      </a:ext>
                    </a:extLst>
                  </p:cNvPr>
                  <p:cNvPicPr/>
                  <p:nvPr/>
                </p:nvPicPr>
                <p:blipFill>
                  <a:blip r:embed="rId172"/>
                  <a:stretch>
                    <a:fillRect/>
                  </a:stretch>
                </p:blipFill>
                <p:spPr>
                  <a:xfrm>
                    <a:off x="10107610" y="2054829"/>
                    <a:ext cx="104082" cy="22069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3">
                <p14:nvContentPartPr>
                  <p14:cNvPr id="262" name="잉크 261">
                    <a:extLst>
                      <a:ext uri="{FF2B5EF4-FFF2-40B4-BE49-F238E27FC236}">
                        <a16:creationId xmlns:a16="http://schemas.microsoft.com/office/drawing/2014/main" id="{0674C8A7-1E85-0268-2048-C1FB0DC88936}"/>
                      </a:ext>
                    </a:extLst>
                  </p14:cNvPr>
                  <p14:cNvContentPartPr/>
                  <p14:nvPr/>
                </p14:nvContentPartPr>
                <p14:xfrm>
                  <a:off x="10233645" y="2132970"/>
                  <a:ext cx="127080" cy="97560"/>
                </p14:xfrm>
              </p:contentPart>
            </mc:Choice>
            <mc:Fallback>
              <p:pic>
                <p:nvPicPr>
                  <p:cNvPr id="262" name="잉크 261">
                    <a:extLst>
                      <a:ext uri="{FF2B5EF4-FFF2-40B4-BE49-F238E27FC236}">
                        <a16:creationId xmlns:a16="http://schemas.microsoft.com/office/drawing/2014/main" id="{0674C8A7-1E85-0268-2048-C1FB0DC88936}"/>
                      </a:ext>
                    </a:extLst>
                  </p:cNvPr>
                  <p:cNvPicPr/>
                  <p:nvPr/>
                </p:nvPicPr>
                <p:blipFill>
                  <a:blip r:embed="rId174"/>
                  <a:stretch>
                    <a:fillRect/>
                  </a:stretch>
                </p:blipFill>
                <p:spPr>
                  <a:xfrm>
                    <a:off x="10225350" y="2124674"/>
                    <a:ext cx="143338" cy="1138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5">
                <p14:nvContentPartPr>
                  <p14:cNvPr id="266" name="잉크 265">
                    <a:extLst>
                      <a:ext uri="{FF2B5EF4-FFF2-40B4-BE49-F238E27FC236}">
                        <a16:creationId xmlns:a16="http://schemas.microsoft.com/office/drawing/2014/main" id="{4E25FA09-1F0A-2A15-B01B-4CE2AE2F32C1}"/>
                      </a:ext>
                    </a:extLst>
                  </p14:cNvPr>
                  <p14:cNvContentPartPr/>
                  <p14:nvPr/>
                </p14:nvContentPartPr>
                <p14:xfrm>
                  <a:off x="10350645" y="2111370"/>
                  <a:ext cx="114840" cy="115200"/>
                </p14:xfrm>
              </p:contentPart>
            </mc:Choice>
            <mc:Fallback>
              <p:pic>
                <p:nvPicPr>
                  <p:cNvPr id="266" name="잉크 265">
                    <a:extLst>
                      <a:ext uri="{FF2B5EF4-FFF2-40B4-BE49-F238E27FC236}">
                        <a16:creationId xmlns:a16="http://schemas.microsoft.com/office/drawing/2014/main" id="{4E25FA09-1F0A-2A15-B01B-4CE2AE2F32C1}"/>
                      </a:ext>
                    </a:extLst>
                  </p:cNvPr>
                  <p:cNvPicPr/>
                  <p:nvPr/>
                </p:nvPicPr>
                <p:blipFill>
                  <a:blip r:embed="rId176"/>
                  <a:stretch>
                    <a:fillRect/>
                  </a:stretch>
                </p:blipFill>
                <p:spPr>
                  <a:xfrm>
                    <a:off x="10342347" y="2103094"/>
                    <a:ext cx="131103" cy="13142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7">
                <p14:nvContentPartPr>
                  <p14:cNvPr id="267" name="잉크 266">
                    <a:extLst>
                      <a:ext uri="{FF2B5EF4-FFF2-40B4-BE49-F238E27FC236}">
                        <a16:creationId xmlns:a16="http://schemas.microsoft.com/office/drawing/2014/main" id="{A267B44F-E9D8-C248-D0B4-BA36377B78BA}"/>
                      </a:ext>
                    </a:extLst>
                  </p14:cNvPr>
                  <p14:cNvContentPartPr/>
                  <p14:nvPr/>
                </p14:nvContentPartPr>
                <p14:xfrm>
                  <a:off x="10487445" y="2108130"/>
                  <a:ext cx="92160" cy="106560"/>
                </p14:xfrm>
              </p:contentPart>
            </mc:Choice>
            <mc:Fallback>
              <p:pic>
                <p:nvPicPr>
                  <p:cNvPr id="267" name="잉크 266">
                    <a:extLst>
                      <a:ext uri="{FF2B5EF4-FFF2-40B4-BE49-F238E27FC236}">
                        <a16:creationId xmlns:a16="http://schemas.microsoft.com/office/drawing/2014/main" id="{A267B44F-E9D8-C248-D0B4-BA36377B78BA}"/>
                      </a:ext>
                    </a:extLst>
                  </p:cNvPr>
                  <p:cNvPicPr/>
                  <p:nvPr/>
                </p:nvPicPr>
                <p:blipFill>
                  <a:blip r:embed="rId178"/>
                  <a:stretch>
                    <a:fillRect/>
                  </a:stretch>
                </p:blipFill>
                <p:spPr>
                  <a:xfrm>
                    <a:off x="10479157" y="2100188"/>
                    <a:ext cx="108404" cy="12277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79">
                <p14:nvContentPartPr>
                  <p14:cNvPr id="273" name="잉크 272">
                    <a:extLst>
                      <a:ext uri="{FF2B5EF4-FFF2-40B4-BE49-F238E27FC236}">
                        <a16:creationId xmlns:a16="http://schemas.microsoft.com/office/drawing/2014/main" id="{C3F39586-66D6-D070-035C-E9E2881FE71E}"/>
                      </a:ext>
                    </a:extLst>
                  </p14:cNvPr>
                  <p14:cNvContentPartPr/>
                  <p14:nvPr/>
                </p14:nvContentPartPr>
                <p14:xfrm>
                  <a:off x="10695525" y="2029650"/>
                  <a:ext cx="5400" cy="107640"/>
                </p14:xfrm>
              </p:contentPart>
            </mc:Choice>
            <mc:Fallback>
              <p:pic>
                <p:nvPicPr>
                  <p:cNvPr id="273" name="잉크 272">
                    <a:extLst>
                      <a:ext uri="{FF2B5EF4-FFF2-40B4-BE49-F238E27FC236}">
                        <a16:creationId xmlns:a16="http://schemas.microsoft.com/office/drawing/2014/main" id="{C3F39586-66D6-D070-035C-E9E2881FE71E}"/>
                      </a:ext>
                    </a:extLst>
                  </p:cNvPr>
                  <p:cNvPicPr/>
                  <p:nvPr/>
                </p:nvPicPr>
                <p:blipFill>
                  <a:blip r:embed="rId180"/>
                  <a:stretch>
                    <a:fillRect/>
                  </a:stretch>
                </p:blipFill>
                <p:spPr>
                  <a:xfrm>
                    <a:off x="10687425" y="2021370"/>
                    <a:ext cx="21938" cy="1238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1">
                <p14:nvContentPartPr>
                  <p14:cNvPr id="274" name="잉크 273">
                    <a:extLst>
                      <a:ext uri="{FF2B5EF4-FFF2-40B4-BE49-F238E27FC236}">
                        <a16:creationId xmlns:a16="http://schemas.microsoft.com/office/drawing/2014/main" id="{D6E78DF2-BAC1-BB86-A7DA-BF2F4A3D19FB}"/>
                      </a:ext>
                    </a:extLst>
                  </p14:cNvPr>
                  <p14:cNvContentPartPr/>
                  <p14:nvPr/>
                </p14:nvContentPartPr>
                <p14:xfrm>
                  <a:off x="10698765" y="2076450"/>
                  <a:ext cx="55440" cy="38160"/>
                </p14:xfrm>
              </p:contentPart>
            </mc:Choice>
            <mc:Fallback>
              <p:pic>
                <p:nvPicPr>
                  <p:cNvPr id="274" name="잉크 273">
                    <a:extLst>
                      <a:ext uri="{FF2B5EF4-FFF2-40B4-BE49-F238E27FC236}">
                        <a16:creationId xmlns:a16="http://schemas.microsoft.com/office/drawing/2014/main" id="{D6E78DF2-BAC1-BB86-A7DA-BF2F4A3D19FB}"/>
                      </a:ext>
                    </a:extLst>
                  </p:cNvPr>
                  <p:cNvPicPr/>
                  <p:nvPr/>
                </p:nvPicPr>
                <p:blipFill>
                  <a:blip r:embed="rId182"/>
                  <a:stretch>
                    <a:fillRect/>
                  </a:stretch>
                </p:blipFill>
                <p:spPr>
                  <a:xfrm>
                    <a:off x="10690466" y="2068486"/>
                    <a:ext cx="71707" cy="544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3">
                <p14:nvContentPartPr>
                  <p14:cNvPr id="275" name="잉크 274">
                    <a:extLst>
                      <a:ext uri="{FF2B5EF4-FFF2-40B4-BE49-F238E27FC236}">
                        <a16:creationId xmlns:a16="http://schemas.microsoft.com/office/drawing/2014/main" id="{A19FC407-1953-02CF-5AF1-3C98AE2F8EC5}"/>
                      </a:ext>
                    </a:extLst>
                  </p14:cNvPr>
                  <p14:cNvContentPartPr/>
                  <p14:nvPr/>
                </p14:nvContentPartPr>
                <p14:xfrm>
                  <a:off x="10753485" y="2019570"/>
                  <a:ext cx="31320" cy="86760"/>
                </p14:xfrm>
              </p:contentPart>
            </mc:Choice>
            <mc:Fallback>
              <p:pic>
                <p:nvPicPr>
                  <p:cNvPr id="275" name="잉크 274">
                    <a:extLst>
                      <a:ext uri="{FF2B5EF4-FFF2-40B4-BE49-F238E27FC236}">
                        <a16:creationId xmlns:a16="http://schemas.microsoft.com/office/drawing/2014/main" id="{A19FC407-1953-02CF-5AF1-3C98AE2F8EC5}"/>
                      </a:ext>
                    </a:extLst>
                  </p:cNvPr>
                  <p:cNvPicPr/>
                  <p:nvPr/>
                </p:nvPicPr>
                <p:blipFill>
                  <a:blip r:embed="rId184"/>
                  <a:stretch>
                    <a:fillRect/>
                  </a:stretch>
                </p:blipFill>
                <p:spPr>
                  <a:xfrm>
                    <a:off x="10745155" y="2011260"/>
                    <a:ext cx="47646" cy="10304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5">
                <p14:nvContentPartPr>
                  <p14:cNvPr id="276" name="잉크 275">
                    <a:extLst>
                      <a:ext uri="{FF2B5EF4-FFF2-40B4-BE49-F238E27FC236}">
                        <a16:creationId xmlns:a16="http://schemas.microsoft.com/office/drawing/2014/main" id="{9C015DE7-CD46-E420-7EBA-062D07307A8D}"/>
                      </a:ext>
                    </a:extLst>
                  </p14:cNvPr>
                  <p14:cNvContentPartPr/>
                  <p14:nvPr/>
                </p14:nvContentPartPr>
                <p14:xfrm>
                  <a:off x="10768605" y="2035410"/>
                  <a:ext cx="49680" cy="19440"/>
                </p14:xfrm>
              </p:contentPart>
            </mc:Choice>
            <mc:Fallback>
              <p:pic>
                <p:nvPicPr>
                  <p:cNvPr id="276" name="잉크 275">
                    <a:extLst>
                      <a:ext uri="{FF2B5EF4-FFF2-40B4-BE49-F238E27FC236}">
                        <a16:creationId xmlns:a16="http://schemas.microsoft.com/office/drawing/2014/main" id="{9C015DE7-CD46-E420-7EBA-062D07307A8D}"/>
                      </a:ext>
                    </a:extLst>
                  </p:cNvPr>
                  <p:cNvPicPr/>
                  <p:nvPr/>
                </p:nvPicPr>
                <p:blipFill>
                  <a:blip r:embed="rId186"/>
                  <a:stretch>
                    <a:fillRect/>
                  </a:stretch>
                </p:blipFill>
                <p:spPr>
                  <a:xfrm>
                    <a:off x="10760325" y="2027173"/>
                    <a:ext cx="65909" cy="3558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7">
                <p14:nvContentPartPr>
                  <p14:cNvPr id="277" name="잉크 276">
                    <a:extLst>
                      <a:ext uri="{FF2B5EF4-FFF2-40B4-BE49-F238E27FC236}">
                        <a16:creationId xmlns:a16="http://schemas.microsoft.com/office/drawing/2014/main" id="{FEF07EA0-2DDA-999E-D506-3332D05ECCCD}"/>
                      </a:ext>
                    </a:extLst>
                  </p14:cNvPr>
                  <p14:cNvContentPartPr/>
                  <p14:nvPr/>
                </p14:nvContentPartPr>
                <p14:xfrm>
                  <a:off x="10758525" y="2117490"/>
                  <a:ext cx="69480" cy="53640"/>
                </p14:xfrm>
              </p:contentPart>
            </mc:Choice>
            <mc:Fallback>
              <p:pic>
                <p:nvPicPr>
                  <p:cNvPr id="277" name="잉크 276">
                    <a:extLst>
                      <a:ext uri="{FF2B5EF4-FFF2-40B4-BE49-F238E27FC236}">
                        <a16:creationId xmlns:a16="http://schemas.microsoft.com/office/drawing/2014/main" id="{FEF07EA0-2DDA-999E-D506-3332D05ECCCD}"/>
                      </a:ext>
                    </a:extLst>
                  </p:cNvPr>
                  <p:cNvPicPr/>
                  <p:nvPr/>
                </p:nvPicPr>
                <p:blipFill>
                  <a:blip r:embed="rId188"/>
                  <a:stretch>
                    <a:fillRect/>
                  </a:stretch>
                </p:blipFill>
                <p:spPr>
                  <a:xfrm>
                    <a:off x="10750254" y="2109212"/>
                    <a:ext cx="85692" cy="698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89">
                <p14:nvContentPartPr>
                  <p14:cNvPr id="279" name="잉크 278">
                    <a:extLst>
                      <a:ext uri="{FF2B5EF4-FFF2-40B4-BE49-F238E27FC236}">
                        <a16:creationId xmlns:a16="http://schemas.microsoft.com/office/drawing/2014/main" id="{425A8D84-B1DD-F5AD-B949-FB8AAA22BF9C}"/>
                      </a:ext>
                    </a:extLst>
                  </p14:cNvPr>
                  <p14:cNvContentPartPr/>
                  <p14:nvPr/>
                </p14:nvContentPartPr>
                <p14:xfrm>
                  <a:off x="10842765" y="2003370"/>
                  <a:ext cx="51840" cy="15120"/>
                </p14:xfrm>
              </p:contentPart>
            </mc:Choice>
            <mc:Fallback>
              <p:pic>
                <p:nvPicPr>
                  <p:cNvPr id="279" name="잉크 278">
                    <a:extLst>
                      <a:ext uri="{FF2B5EF4-FFF2-40B4-BE49-F238E27FC236}">
                        <a16:creationId xmlns:a16="http://schemas.microsoft.com/office/drawing/2014/main" id="{425A8D84-B1DD-F5AD-B949-FB8AAA22BF9C}"/>
                      </a:ext>
                    </a:extLst>
                  </p:cNvPr>
                  <p:cNvPicPr/>
                  <p:nvPr/>
                </p:nvPicPr>
                <p:blipFill>
                  <a:blip r:embed="rId190"/>
                  <a:stretch>
                    <a:fillRect/>
                  </a:stretch>
                </p:blipFill>
                <p:spPr>
                  <a:xfrm>
                    <a:off x="10834510" y="1995153"/>
                    <a:ext cx="68019" cy="312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1">
                <p14:nvContentPartPr>
                  <p14:cNvPr id="280" name="잉크 279">
                    <a:extLst>
                      <a:ext uri="{FF2B5EF4-FFF2-40B4-BE49-F238E27FC236}">
                        <a16:creationId xmlns:a16="http://schemas.microsoft.com/office/drawing/2014/main" id="{683F92EC-658D-BEE0-465C-BC691D92F58E}"/>
                      </a:ext>
                    </a:extLst>
                  </p14:cNvPr>
                  <p14:cNvContentPartPr/>
                  <p14:nvPr/>
                </p14:nvContentPartPr>
                <p14:xfrm>
                  <a:off x="10849965" y="2018130"/>
                  <a:ext cx="68400" cy="107280"/>
                </p14:xfrm>
              </p:contentPart>
            </mc:Choice>
            <mc:Fallback>
              <p:pic>
                <p:nvPicPr>
                  <p:cNvPr id="280" name="잉크 279">
                    <a:extLst>
                      <a:ext uri="{FF2B5EF4-FFF2-40B4-BE49-F238E27FC236}">
                        <a16:creationId xmlns:a16="http://schemas.microsoft.com/office/drawing/2014/main" id="{683F92EC-658D-BEE0-465C-BC691D92F58E}"/>
                      </a:ext>
                    </a:extLst>
                  </p:cNvPr>
                  <p:cNvPicPr/>
                  <p:nvPr/>
                </p:nvPicPr>
                <p:blipFill>
                  <a:blip r:embed="rId192"/>
                  <a:stretch>
                    <a:fillRect/>
                  </a:stretch>
                </p:blipFill>
                <p:spPr>
                  <a:xfrm>
                    <a:off x="10842035" y="2009852"/>
                    <a:ext cx="84591" cy="1235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3">
                <p14:nvContentPartPr>
                  <p14:cNvPr id="281" name="잉크 280">
                    <a:extLst>
                      <a:ext uri="{FF2B5EF4-FFF2-40B4-BE49-F238E27FC236}">
                        <a16:creationId xmlns:a16="http://schemas.microsoft.com/office/drawing/2014/main" id="{D97B52B1-BE49-C9F6-B119-54BDC97C7EA1}"/>
                      </a:ext>
                    </a:extLst>
                  </p14:cNvPr>
                  <p14:cNvContentPartPr/>
                  <p14:nvPr/>
                </p14:nvContentPartPr>
                <p14:xfrm>
                  <a:off x="10851045" y="2060610"/>
                  <a:ext cx="36720" cy="15480"/>
                </p14:xfrm>
              </p:contentPart>
            </mc:Choice>
            <mc:Fallback>
              <p:pic>
                <p:nvPicPr>
                  <p:cNvPr id="281" name="잉크 280">
                    <a:extLst>
                      <a:ext uri="{FF2B5EF4-FFF2-40B4-BE49-F238E27FC236}">
                        <a16:creationId xmlns:a16="http://schemas.microsoft.com/office/drawing/2014/main" id="{D97B52B1-BE49-C9F6-B119-54BDC97C7EA1}"/>
                      </a:ext>
                    </a:extLst>
                  </p:cNvPr>
                  <p:cNvPicPr/>
                  <p:nvPr/>
                </p:nvPicPr>
                <p:blipFill>
                  <a:blip r:embed="rId194"/>
                  <a:stretch>
                    <a:fillRect/>
                  </a:stretch>
                </p:blipFill>
                <p:spPr>
                  <a:xfrm>
                    <a:off x="10843106" y="2052705"/>
                    <a:ext cx="52930" cy="316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5">
                <p14:nvContentPartPr>
                  <p14:cNvPr id="282" name="잉크 281">
                    <a:extLst>
                      <a:ext uri="{FF2B5EF4-FFF2-40B4-BE49-F238E27FC236}">
                        <a16:creationId xmlns:a16="http://schemas.microsoft.com/office/drawing/2014/main" id="{9B148EF1-4079-9E7E-7F4E-CFCFFC64D931}"/>
                      </a:ext>
                    </a:extLst>
                  </p14:cNvPr>
                  <p14:cNvContentPartPr/>
                  <p14:nvPr/>
                </p14:nvContentPartPr>
                <p14:xfrm>
                  <a:off x="10920885" y="1998330"/>
                  <a:ext cx="30600" cy="92160"/>
                </p14:xfrm>
              </p:contentPart>
            </mc:Choice>
            <mc:Fallback>
              <p:pic>
                <p:nvPicPr>
                  <p:cNvPr id="282" name="잉크 281">
                    <a:extLst>
                      <a:ext uri="{FF2B5EF4-FFF2-40B4-BE49-F238E27FC236}">
                        <a16:creationId xmlns:a16="http://schemas.microsoft.com/office/drawing/2014/main" id="{9B148EF1-4079-9E7E-7F4E-CFCFFC64D931}"/>
                      </a:ext>
                    </a:extLst>
                  </p:cNvPr>
                  <p:cNvPicPr/>
                  <p:nvPr/>
                </p:nvPicPr>
                <p:blipFill>
                  <a:blip r:embed="rId196"/>
                  <a:stretch>
                    <a:fillRect/>
                  </a:stretch>
                </p:blipFill>
                <p:spPr>
                  <a:xfrm>
                    <a:off x="10912988" y="1990042"/>
                    <a:ext cx="46723" cy="10840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7">
                <p14:nvContentPartPr>
                  <p14:cNvPr id="283" name="잉크 282">
                    <a:extLst>
                      <a:ext uri="{FF2B5EF4-FFF2-40B4-BE49-F238E27FC236}">
                        <a16:creationId xmlns:a16="http://schemas.microsoft.com/office/drawing/2014/main" id="{A6E5D79B-DE1C-DEE6-D1D9-CB1D69232AE3}"/>
                      </a:ext>
                    </a:extLst>
                  </p14:cNvPr>
                  <p14:cNvContentPartPr/>
                  <p14:nvPr/>
                </p14:nvContentPartPr>
                <p14:xfrm>
                  <a:off x="10946085" y="2041890"/>
                  <a:ext cx="24480" cy="13680"/>
                </p14:xfrm>
              </p:contentPart>
            </mc:Choice>
            <mc:Fallback>
              <p:pic>
                <p:nvPicPr>
                  <p:cNvPr id="283" name="잉크 282">
                    <a:extLst>
                      <a:ext uri="{FF2B5EF4-FFF2-40B4-BE49-F238E27FC236}">
                        <a16:creationId xmlns:a16="http://schemas.microsoft.com/office/drawing/2014/main" id="{A6E5D79B-DE1C-DEE6-D1D9-CB1D69232AE3}"/>
                      </a:ext>
                    </a:extLst>
                  </p:cNvPr>
                  <p:cNvPicPr/>
                  <p:nvPr/>
                </p:nvPicPr>
                <p:blipFill>
                  <a:blip r:embed="rId198"/>
                  <a:stretch>
                    <a:fillRect/>
                  </a:stretch>
                </p:blipFill>
                <p:spPr>
                  <a:xfrm>
                    <a:off x="10938146" y="2033882"/>
                    <a:ext cx="40690" cy="3002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199">
                <p14:nvContentPartPr>
                  <p14:cNvPr id="284" name="잉크 283">
                    <a:extLst>
                      <a:ext uri="{FF2B5EF4-FFF2-40B4-BE49-F238E27FC236}">
                        <a16:creationId xmlns:a16="http://schemas.microsoft.com/office/drawing/2014/main" id="{9938EBE5-8523-A619-B607-4BB19FF143E5}"/>
                      </a:ext>
                    </a:extLst>
                  </p14:cNvPr>
                  <p14:cNvContentPartPr/>
                  <p14:nvPr/>
                </p14:nvContentPartPr>
                <p14:xfrm>
                  <a:off x="10959765" y="1969890"/>
                  <a:ext cx="42480" cy="129600"/>
                </p14:xfrm>
              </p:contentPart>
            </mc:Choice>
            <mc:Fallback>
              <p:pic>
                <p:nvPicPr>
                  <p:cNvPr id="284" name="잉크 283">
                    <a:extLst>
                      <a:ext uri="{FF2B5EF4-FFF2-40B4-BE49-F238E27FC236}">
                        <a16:creationId xmlns:a16="http://schemas.microsoft.com/office/drawing/2014/main" id="{9938EBE5-8523-A619-B607-4BB19FF143E5}"/>
                      </a:ext>
                    </a:extLst>
                  </p:cNvPr>
                  <p:cNvPicPr/>
                  <p:nvPr/>
                </p:nvPicPr>
                <p:blipFill>
                  <a:blip r:embed="rId200"/>
                  <a:stretch>
                    <a:fillRect/>
                  </a:stretch>
                </p:blipFill>
                <p:spPr>
                  <a:xfrm>
                    <a:off x="10951800" y="1961604"/>
                    <a:ext cx="58742" cy="14584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1">
                <p14:nvContentPartPr>
                  <p14:cNvPr id="285" name="잉크 284">
                    <a:extLst>
                      <a:ext uri="{FF2B5EF4-FFF2-40B4-BE49-F238E27FC236}">
                        <a16:creationId xmlns:a16="http://schemas.microsoft.com/office/drawing/2014/main" id="{4B9D6379-024B-85AE-1E7C-194D5C9A244F}"/>
                      </a:ext>
                    </a:extLst>
                  </p14:cNvPr>
                  <p14:cNvContentPartPr/>
                  <p14:nvPr/>
                </p14:nvContentPartPr>
                <p14:xfrm>
                  <a:off x="10994685" y="1973490"/>
                  <a:ext cx="47520" cy="97200"/>
                </p14:xfrm>
              </p:contentPart>
            </mc:Choice>
            <mc:Fallback>
              <p:pic>
                <p:nvPicPr>
                  <p:cNvPr id="285" name="잉크 284">
                    <a:extLst>
                      <a:ext uri="{FF2B5EF4-FFF2-40B4-BE49-F238E27FC236}">
                        <a16:creationId xmlns:a16="http://schemas.microsoft.com/office/drawing/2014/main" id="{4B9D6379-024B-85AE-1E7C-194D5C9A244F}"/>
                      </a:ext>
                    </a:extLst>
                  </p:cNvPr>
                  <p:cNvPicPr/>
                  <p:nvPr/>
                </p:nvPicPr>
                <p:blipFill>
                  <a:blip r:embed="rId202"/>
                  <a:stretch>
                    <a:fillRect/>
                  </a:stretch>
                </p:blipFill>
                <p:spPr>
                  <a:xfrm>
                    <a:off x="10986710" y="1965196"/>
                    <a:ext cx="63803" cy="1134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3">
                <p14:nvContentPartPr>
                  <p14:cNvPr id="286" name="잉크 285">
                    <a:extLst>
                      <a:ext uri="{FF2B5EF4-FFF2-40B4-BE49-F238E27FC236}">
                        <a16:creationId xmlns:a16="http://schemas.microsoft.com/office/drawing/2014/main" id="{13689426-9DAA-2152-6D75-F12352E209F8}"/>
                      </a:ext>
                    </a:extLst>
                  </p14:cNvPr>
                  <p14:cNvContentPartPr/>
                  <p14:nvPr/>
                </p14:nvContentPartPr>
                <p14:xfrm>
                  <a:off x="11065605" y="1946850"/>
                  <a:ext cx="41760" cy="126000"/>
                </p14:xfrm>
              </p:contentPart>
            </mc:Choice>
            <mc:Fallback>
              <p:pic>
                <p:nvPicPr>
                  <p:cNvPr id="286" name="잉크 285">
                    <a:extLst>
                      <a:ext uri="{FF2B5EF4-FFF2-40B4-BE49-F238E27FC236}">
                        <a16:creationId xmlns:a16="http://schemas.microsoft.com/office/drawing/2014/main" id="{13689426-9DAA-2152-6D75-F12352E209F8}"/>
                      </a:ext>
                    </a:extLst>
                  </p:cNvPr>
                  <p:cNvPicPr/>
                  <p:nvPr/>
                </p:nvPicPr>
                <p:blipFill>
                  <a:blip r:embed="rId204"/>
                  <a:stretch>
                    <a:fillRect/>
                  </a:stretch>
                </p:blipFill>
                <p:spPr>
                  <a:xfrm>
                    <a:off x="11057713" y="1938892"/>
                    <a:ext cx="57872" cy="1422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5">
                <p14:nvContentPartPr>
                  <p14:cNvPr id="287" name="잉크 286">
                    <a:extLst>
                      <a:ext uri="{FF2B5EF4-FFF2-40B4-BE49-F238E27FC236}">
                        <a16:creationId xmlns:a16="http://schemas.microsoft.com/office/drawing/2014/main" id="{89073C03-E3F8-22D1-A2D1-738C7C5BA885}"/>
                      </a:ext>
                    </a:extLst>
                  </p14:cNvPr>
                  <p14:cNvContentPartPr/>
                  <p14:nvPr/>
                </p14:nvContentPartPr>
                <p14:xfrm>
                  <a:off x="11096565" y="1996530"/>
                  <a:ext cx="57240" cy="24840"/>
                </p14:xfrm>
              </p:contentPart>
            </mc:Choice>
            <mc:Fallback>
              <p:pic>
                <p:nvPicPr>
                  <p:cNvPr id="287" name="잉크 286">
                    <a:extLst>
                      <a:ext uri="{FF2B5EF4-FFF2-40B4-BE49-F238E27FC236}">
                        <a16:creationId xmlns:a16="http://schemas.microsoft.com/office/drawing/2014/main" id="{89073C03-E3F8-22D1-A2D1-738C7C5BA885}"/>
                      </a:ext>
                    </a:extLst>
                  </p:cNvPr>
                  <p:cNvPicPr/>
                  <p:nvPr/>
                </p:nvPicPr>
                <p:blipFill>
                  <a:blip r:embed="rId206"/>
                  <a:stretch>
                    <a:fillRect/>
                  </a:stretch>
                </p:blipFill>
                <p:spPr>
                  <a:xfrm>
                    <a:off x="11088245" y="1988581"/>
                    <a:ext cx="73547" cy="410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7">
                <p14:nvContentPartPr>
                  <p14:cNvPr id="290" name="잉크 289">
                    <a:extLst>
                      <a:ext uri="{FF2B5EF4-FFF2-40B4-BE49-F238E27FC236}">
                        <a16:creationId xmlns:a16="http://schemas.microsoft.com/office/drawing/2014/main" id="{CBBA55FF-E5FF-9389-825B-51D3F1335C80}"/>
                      </a:ext>
                    </a:extLst>
                  </p14:cNvPr>
                  <p14:cNvContentPartPr/>
                  <p14:nvPr/>
                </p14:nvContentPartPr>
                <p14:xfrm>
                  <a:off x="10041405" y="2430690"/>
                  <a:ext cx="93600" cy="90360"/>
                </p14:xfrm>
              </p:contentPart>
            </mc:Choice>
            <mc:Fallback>
              <p:pic>
                <p:nvPicPr>
                  <p:cNvPr id="290" name="잉크 289">
                    <a:extLst>
                      <a:ext uri="{FF2B5EF4-FFF2-40B4-BE49-F238E27FC236}">
                        <a16:creationId xmlns:a16="http://schemas.microsoft.com/office/drawing/2014/main" id="{CBBA55FF-E5FF-9389-825B-51D3F1335C80}"/>
                      </a:ext>
                    </a:extLst>
                  </p:cNvPr>
                  <p:cNvPicPr/>
                  <p:nvPr/>
                </p:nvPicPr>
                <p:blipFill>
                  <a:blip r:embed="rId208"/>
                  <a:stretch>
                    <a:fillRect/>
                  </a:stretch>
                </p:blipFill>
                <p:spPr>
                  <a:xfrm>
                    <a:off x="10033439" y="2422415"/>
                    <a:ext cx="109864" cy="10657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09">
                <p14:nvContentPartPr>
                  <p14:cNvPr id="291" name="잉크 290">
                    <a:extLst>
                      <a:ext uri="{FF2B5EF4-FFF2-40B4-BE49-F238E27FC236}">
                        <a16:creationId xmlns:a16="http://schemas.microsoft.com/office/drawing/2014/main" id="{20483B25-22BE-0B3E-6027-373C9521FD67}"/>
                      </a:ext>
                    </a:extLst>
                  </p14:cNvPr>
                  <p14:cNvContentPartPr/>
                  <p14:nvPr/>
                </p14:nvContentPartPr>
                <p14:xfrm>
                  <a:off x="10185045" y="2381010"/>
                  <a:ext cx="38160" cy="1080"/>
                </p14:xfrm>
              </p:contentPart>
            </mc:Choice>
            <mc:Fallback>
              <p:pic>
                <p:nvPicPr>
                  <p:cNvPr id="291" name="잉크 290">
                    <a:extLst>
                      <a:ext uri="{FF2B5EF4-FFF2-40B4-BE49-F238E27FC236}">
                        <a16:creationId xmlns:a16="http://schemas.microsoft.com/office/drawing/2014/main" id="{20483B25-22BE-0B3E-6027-373C9521FD67}"/>
                      </a:ext>
                    </a:extLst>
                  </p:cNvPr>
                  <p:cNvPicPr/>
                  <p:nvPr/>
                </p:nvPicPr>
                <p:blipFill>
                  <a:blip r:embed="rId210"/>
                  <a:stretch>
                    <a:fillRect/>
                  </a:stretch>
                </p:blipFill>
                <p:spPr>
                  <a:xfrm>
                    <a:off x="10176749" y="2372370"/>
                    <a:ext cx="54419" cy="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1">
                <p14:nvContentPartPr>
                  <p14:cNvPr id="292" name="잉크 291">
                    <a:extLst>
                      <a:ext uri="{FF2B5EF4-FFF2-40B4-BE49-F238E27FC236}">
                        <a16:creationId xmlns:a16="http://schemas.microsoft.com/office/drawing/2014/main" id="{014E7B8E-6ED0-78F2-9791-DAFF18FFD527}"/>
                      </a:ext>
                    </a:extLst>
                  </p14:cNvPr>
                  <p14:cNvContentPartPr/>
                  <p14:nvPr/>
                </p14:nvContentPartPr>
                <p14:xfrm>
                  <a:off x="10179285" y="2411970"/>
                  <a:ext cx="63000" cy="74160"/>
                </p14:xfrm>
              </p:contentPart>
            </mc:Choice>
            <mc:Fallback>
              <p:pic>
                <p:nvPicPr>
                  <p:cNvPr id="292" name="잉크 291">
                    <a:extLst>
                      <a:ext uri="{FF2B5EF4-FFF2-40B4-BE49-F238E27FC236}">
                        <a16:creationId xmlns:a16="http://schemas.microsoft.com/office/drawing/2014/main" id="{014E7B8E-6ED0-78F2-9791-DAFF18FFD527}"/>
                      </a:ext>
                    </a:extLst>
                  </p:cNvPr>
                  <p:cNvPicPr/>
                  <p:nvPr/>
                </p:nvPicPr>
                <p:blipFill>
                  <a:blip r:embed="rId212"/>
                  <a:stretch>
                    <a:fillRect/>
                  </a:stretch>
                </p:blipFill>
                <p:spPr>
                  <a:xfrm>
                    <a:off x="10171327" y="2403693"/>
                    <a:ext cx="79247" cy="903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3">
                <p14:nvContentPartPr>
                  <p14:cNvPr id="293" name="잉크 292">
                    <a:extLst>
                      <a:ext uri="{FF2B5EF4-FFF2-40B4-BE49-F238E27FC236}">
                        <a16:creationId xmlns:a16="http://schemas.microsoft.com/office/drawing/2014/main" id="{1AA1B29A-F9B7-E6B7-9218-B7FD75945E64}"/>
                      </a:ext>
                    </a:extLst>
                  </p14:cNvPr>
                  <p14:cNvContentPartPr/>
                  <p14:nvPr/>
                </p14:nvContentPartPr>
                <p14:xfrm>
                  <a:off x="10233645" y="2442930"/>
                  <a:ext cx="53640" cy="6120"/>
                </p14:xfrm>
              </p:contentPart>
            </mc:Choice>
            <mc:Fallback>
              <p:pic>
                <p:nvPicPr>
                  <p:cNvPr id="293" name="잉크 292">
                    <a:extLst>
                      <a:ext uri="{FF2B5EF4-FFF2-40B4-BE49-F238E27FC236}">
                        <a16:creationId xmlns:a16="http://schemas.microsoft.com/office/drawing/2014/main" id="{1AA1B29A-F9B7-E6B7-9218-B7FD75945E64}"/>
                      </a:ext>
                    </a:extLst>
                  </p:cNvPr>
                  <p:cNvPicPr/>
                  <p:nvPr/>
                </p:nvPicPr>
                <p:blipFill>
                  <a:blip r:embed="rId214"/>
                  <a:stretch>
                    <a:fillRect/>
                  </a:stretch>
                </p:blipFill>
                <p:spPr>
                  <a:xfrm>
                    <a:off x="10225367" y="2434430"/>
                    <a:ext cx="69864" cy="227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5">
                <p14:nvContentPartPr>
                  <p14:cNvPr id="294" name="잉크 293">
                    <a:extLst>
                      <a:ext uri="{FF2B5EF4-FFF2-40B4-BE49-F238E27FC236}">
                        <a16:creationId xmlns:a16="http://schemas.microsoft.com/office/drawing/2014/main" id="{CAD0BCC6-139E-2D91-EA90-AA147218ECD8}"/>
                      </a:ext>
                    </a:extLst>
                  </p14:cNvPr>
                  <p14:cNvContentPartPr/>
                  <p14:nvPr/>
                </p14:nvContentPartPr>
                <p14:xfrm>
                  <a:off x="10252725" y="2468850"/>
                  <a:ext cx="11160" cy="37800"/>
                </p14:xfrm>
              </p:contentPart>
            </mc:Choice>
            <mc:Fallback>
              <p:pic>
                <p:nvPicPr>
                  <p:cNvPr id="294" name="잉크 293">
                    <a:extLst>
                      <a:ext uri="{FF2B5EF4-FFF2-40B4-BE49-F238E27FC236}">
                        <a16:creationId xmlns:a16="http://schemas.microsoft.com/office/drawing/2014/main" id="{CAD0BCC6-139E-2D91-EA90-AA147218ECD8}"/>
                      </a:ext>
                    </a:extLst>
                  </p:cNvPr>
                  <p:cNvPicPr/>
                  <p:nvPr/>
                </p:nvPicPr>
                <p:blipFill>
                  <a:blip r:embed="rId216"/>
                  <a:stretch>
                    <a:fillRect/>
                  </a:stretch>
                </p:blipFill>
                <p:spPr>
                  <a:xfrm>
                    <a:off x="10244847" y="2460892"/>
                    <a:ext cx="27244" cy="540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7">
                <p14:nvContentPartPr>
                  <p14:cNvPr id="295" name="잉크 294">
                    <a:extLst>
                      <a:ext uri="{FF2B5EF4-FFF2-40B4-BE49-F238E27FC236}">
                        <a16:creationId xmlns:a16="http://schemas.microsoft.com/office/drawing/2014/main" id="{DAF8E7AB-0A89-4B1C-790A-861D811D4582}"/>
                      </a:ext>
                    </a:extLst>
                  </p14:cNvPr>
                  <p14:cNvContentPartPr/>
                  <p14:nvPr/>
                </p14:nvContentPartPr>
                <p14:xfrm>
                  <a:off x="10212405" y="2497650"/>
                  <a:ext cx="99720" cy="19800"/>
                </p14:xfrm>
              </p:contentPart>
            </mc:Choice>
            <mc:Fallback>
              <p:pic>
                <p:nvPicPr>
                  <p:cNvPr id="295" name="잉크 294">
                    <a:extLst>
                      <a:ext uri="{FF2B5EF4-FFF2-40B4-BE49-F238E27FC236}">
                        <a16:creationId xmlns:a16="http://schemas.microsoft.com/office/drawing/2014/main" id="{DAF8E7AB-0A89-4B1C-790A-861D811D4582}"/>
                      </a:ext>
                    </a:extLst>
                  </p:cNvPr>
                  <p:cNvPicPr/>
                  <p:nvPr/>
                </p:nvPicPr>
                <p:blipFill>
                  <a:blip r:embed="rId218"/>
                  <a:stretch>
                    <a:fillRect/>
                  </a:stretch>
                </p:blipFill>
                <p:spPr>
                  <a:xfrm>
                    <a:off x="10204123" y="2489730"/>
                    <a:ext cx="115953" cy="359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19">
                <p14:nvContentPartPr>
                  <p14:cNvPr id="296" name="잉크 295">
                    <a:extLst>
                      <a:ext uri="{FF2B5EF4-FFF2-40B4-BE49-F238E27FC236}">
                        <a16:creationId xmlns:a16="http://schemas.microsoft.com/office/drawing/2014/main" id="{6A572DC0-76E6-769A-C7BE-8E66050E2AB7}"/>
                      </a:ext>
                    </a:extLst>
                  </p14:cNvPr>
                  <p14:cNvContentPartPr/>
                  <p14:nvPr/>
                </p14:nvContentPartPr>
                <p14:xfrm>
                  <a:off x="10413285" y="2388930"/>
                  <a:ext cx="50400" cy="47880"/>
                </p14:xfrm>
              </p:contentPart>
            </mc:Choice>
            <mc:Fallback>
              <p:pic>
                <p:nvPicPr>
                  <p:cNvPr id="296" name="잉크 295">
                    <a:extLst>
                      <a:ext uri="{FF2B5EF4-FFF2-40B4-BE49-F238E27FC236}">
                        <a16:creationId xmlns:a16="http://schemas.microsoft.com/office/drawing/2014/main" id="{6A572DC0-76E6-769A-C7BE-8E66050E2AB7}"/>
                      </a:ext>
                    </a:extLst>
                  </p:cNvPr>
                  <p:cNvPicPr/>
                  <p:nvPr/>
                </p:nvPicPr>
                <p:blipFill>
                  <a:blip r:embed="rId220"/>
                  <a:stretch>
                    <a:fillRect/>
                  </a:stretch>
                </p:blipFill>
                <p:spPr>
                  <a:xfrm>
                    <a:off x="10404996" y="2381005"/>
                    <a:ext cx="66647" cy="6406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1">
                <p14:nvContentPartPr>
                  <p14:cNvPr id="297" name="잉크 296">
                    <a:extLst>
                      <a:ext uri="{FF2B5EF4-FFF2-40B4-BE49-F238E27FC236}">
                        <a16:creationId xmlns:a16="http://schemas.microsoft.com/office/drawing/2014/main" id="{CAF27C32-F011-1E6B-0290-6428DD2DC8EC}"/>
                      </a:ext>
                    </a:extLst>
                  </p14:cNvPr>
                  <p14:cNvContentPartPr/>
                  <p14:nvPr/>
                </p14:nvContentPartPr>
                <p14:xfrm>
                  <a:off x="10475925" y="2336010"/>
                  <a:ext cx="45000" cy="131760"/>
                </p14:xfrm>
              </p:contentPart>
            </mc:Choice>
            <mc:Fallback>
              <p:pic>
                <p:nvPicPr>
                  <p:cNvPr id="297" name="잉크 296">
                    <a:extLst>
                      <a:ext uri="{FF2B5EF4-FFF2-40B4-BE49-F238E27FC236}">
                        <a16:creationId xmlns:a16="http://schemas.microsoft.com/office/drawing/2014/main" id="{CAF27C32-F011-1E6B-0290-6428DD2DC8EC}"/>
                      </a:ext>
                    </a:extLst>
                  </p:cNvPr>
                  <p:cNvPicPr/>
                  <p:nvPr/>
                </p:nvPicPr>
                <p:blipFill>
                  <a:blip r:embed="rId222"/>
                  <a:stretch>
                    <a:fillRect/>
                  </a:stretch>
                </p:blipFill>
                <p:spPr>
                  <a:xfrm>
                    <a:off x="10467653" y="2328065"/>
                    <a:ext cx="61213" cy="14798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3">
                <p14:nvContentPartPr>
                  <p14:cNvPr id="298" name="잉크 297">
                    <a:extLst>
                      <a:ext uri="{FF2B5EF4-FFF2-40B4-BE49-F238E27FC236}">
                        <a16:creationId xmlns:a16="http://schemas.microsoft.com/office/drawing/2014/main" id="{FCE5184F-BF59-DBA1-C2DA-0DD3BB7426FB}"/>
                      </a:ext>
                    </a:extLst>
                  </p14:cNvPr>
                  <p14:cNvContentPartPr/>
                  <p14:nvPr/>
                </p14:nvContentPartPr>
                <p14:xfrm>
                  <a:off x="10538205" y="2341050"/>
                  <a:ext cx="2160" cy="94680"/>
                </p14:xfrm>
              </p:contentPart>
            </mc:Choice>
            <mc:Fallback>
              <p:pic>
                <p:nvPicPr>
                  <p:cNvPr id="298" name="잉크 297">
                    <a:extLst>
                      <a:ext uri="{FF2B5EF4-FFF2-40B4-BE49-F238E27FC236}">
                        <a16:creationId xmlns:a16="http://schemas.microsoft.com/office/drawing/2014/main" id="{FCE5184F-BF59-DBA1-C2DA-0DD3BB7426FB}"/>
                      </a:ext>
                    </a:extLst>
                  </p:cNvPr>
                  <p:cNvPicPr/>
                  <p:nvPr/>
                </p:nvPicPr>
                <p:blipFill>
                  <a:blip r:embed="rId224"/>
                  <a:stretch>
                    <a:fillRect/>
                  </a:stretch>
                </p:blipFill>
                <p:spPr>
                  <a:xfrm>
                    <a:off x="10529565" y="2333105"/>
                    <a:ext cx="19800" cy="1109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5">
                <p14:nvContentPartPr>
                  <p14:cNvPr id="299" name="잉크 298">
                    <a:extLst>
                      <a:ext uri="{FF2B5EF4-FFF2-40B4-BE49-F238E27FC236}">
                        <a16:creationId xmlns:a16="http://schemas.microsoft.com/office/drawing/2014/main" id="{8B409DE4-58C9-CF51-D365-26A6C5DF1C3B}"/>
                      </a:ext>
                    </a:extLst>
                  </p14:cNvPr>
                  <p14:cNvContentPartPr/>
                  <p14:nvPr/>
                </p14:nvContentPartPr>
                <p14:xfrm>
                  <a:off x="10540725" y="2391450"/>
                  <a:ext cx="55080" cy="31680"/>
                </p14:xfrm>
              </p:contentPart>
            </mc:Choice>
            <mc:Fallback>
              <p:pic>
                <p:nvPicPr>
                  <p:cNvPr id="299" name="잉크 298">
                    <a:extLst>
                      <a:ext uri="{FF2B5EF4-FFF2-40B4-BE49-F238E27FC236}">
                        <a16:creationId xmlns:a16="http://schemas.microsoft.com/office/drawing/2014/main" id="{8B409DE4-58C9-CF51-D365-26A6C5DF1C3B}"/>
                      </a:ext>
                    </a:extLst>
                  </p:cNvPr>
                  <p:cNvPicPr/>
                  <p:nvPr/>
                </p:nvPicPr>
                <p:blipFill>
                  <a:blip r:embed="rId226"/>
                  <a:stretch>
                    <a:fillRect/>
                  </a:stretch>
                </p:blipFill>
                <p:spPr>
                  <a:xfrm>
                    <a:off x="10532762" y="2383200"/>
                    <a:ext cx="71339" cy="4785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7">
                <p14:nvContentPartPr>
                  <p14:cNvPr id="300" name="잉크 299">
                    <a:extLst>
                      <a:ext uri="{FF2B5EF4-FFF2-40B4-BE49-F238E27FC236}">
                        <a16:creationId xmlns:a16="http://schemas.microsoft.com/office/drawing/2014/main" id="{7E8174FF-38FF-9F4B-45C5-A30FE9C9F8F3}"/>
                      </a:ext>
                    </a:extLst>
                  </p14:cNvPr>
                  <p14:cNvContentPartPr/>
                  <p14:nvPr/>
                </p14:nvContentPartPr>
                <p14:xfrm>
                  <a:off x="10586805" y="2317650"/>
                  <a:ext cx="32400" cy="79200"/>
                </p14:xfrm>
              </p:contentPart>
            </mc:Choice>
            <mc:Fallback>
              <p:pic>
                <p:nvPicPr>
                  <p:cNvPr id="300" name="잉크 299">
                    <a:extLst>
                      <a:ext uri="{FF2B5EF4-FFF2-40B4-BE49-F238E27FC236}">
                        <a16:creationId xmlns:a16="http://schemas.microsoft.com/office/drawing/2014/main" id="{7E8174FF-38FF-9F4B-45C5-A30FE9C9F8F3}"/>
                      </a:ext>
                    </a:extLst>
                  </p:cNvPr>
                  <p:cNvPicPr/>
                  <p:nvPr/>
                </p:nvPicPr>
                <p:blipFill>
                  <a:blip r:embed="rId228"/>
                  <a:stretch>
                    <a:fillRect/>
                  </a:stretch>
                </p:blipFill>
                <p:spPr>
                  <a:xfrm>
                    <a:off x="10578870" y="2309365"/>
                    <a:ext cx="48600" cy="9543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29">
                <p14:nvContentPartPr>
                  <p14:cNvPr id="301" name="잉크 300">
                    <a:extLst>
                      <a:ext uri="{FF2B5EF4-FFF2-40B4-BE49-F238E27FC236}">
                        <a16:creationId xmlns:a16="http://schemas.microsoft.com/office/drawing/2014/main" id="{C2100703-0DCD-D4C9-B1A3-277F34E635B2}"/>
                      </a:ext>
                    </a:extLst>
                  </p14:cNvPr>
                  <p14:cNvContentPartPr/>
                  <p14:nvPr/>
                </p14:nvContentPartPr>
                <p14:xfrm>
                  <a:off x="10606965" y="2340690"/>
                  <a:ext cx="39240" cy="20880"/>
                </p14:xfrm>
              </p:contentPart>
            </mc:Choice>
            <mc:Fallback>
              <p:pic>
                <p:nvPicPr>
                  <p:cNvPr id="301" name="잉크 300">
                    <a:extLst>
                      <a:ext uri="{FF2B5EF4-FFF2-40B4-BE49-F238E27FC236}">
                        <a16:creationId xmlns:a16="http://schemas.microsoft.com/office/drawing/2014/main" id="{C2100703-0DCD-D4C9-B1A3-277F34E635B2}"/>
                      </a:ext>
                    </a:extLst>
                  </p:cNvPr>
                  <p:cNvPicPr/>
                  <p:nvPr/>
                </p:nvPicPr>
                <p:blipFill>
                  <a:blip r:embed="rId230"/>
                  <a:stretch>
                    <a:fillRect/>
                  </a:stretch>
                </p:blipFill>
                <p:spPr>
                  <a:xfrm>
                    <a:off x="10598721" y="2332736"/>
                    <a:ext cx="55398" cy="371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1">
                <p14:nvContentPartPr>
                  <p14:cNvPr id="302" name="잉크 301">
                    <a:extLst>
                      <a:ext uri="{FF2B5EF4-FFF2-40B4-BE49-F238E27FC236}">
                        <a16:creationId xmlns:a16="http://schemas.microsoft.com/office/drawing/2014/main" id="{B1BA6EFF-46B3-6963-62BD-F00F100037AB}"/>
                      </a:ext>
                    </a:extLst>
                  </p14:cNvPr>
                  <p14:cNvContentPartPr/>
                  <p14:nvPr/>
                </p14:nvContentPartPr>
                <p14:xfrm>
                  <a:off x="10603005" y="2413050"/>
                  <a:ext cx="63360" cy="52920"/>
                </p14:xfrm>
              </p:contentPart>
            </mc:Choice>
            <mc:Fallback>
              <p:pic>
                <p:nvPicPr>
                  <p:cNvPr id="302" name="잉크 301">
                    <a:extLst>
                      <a:ext uri="{FF2B5EF4-FFF2-40B4-BE49-F238E27FC236}">
                        <a16:creationId xmlns:a16="http://schemas.microsoft.com/office/drawing/2014/main" id="{B1BA6EFF-46B3-6963-62BD-F00F100037AB}"/>
                      </a:ext>
                    </a:extLst>
                  </p:cNvPr>
                  <p:cNvPicPr/>
                  <p:nvPr/>
                </p:nvPicPr>
                <p:blipFill>
                  <a:blip r:embed="rId232"/>
                  <a:stretch>
                    <a:fillRect/>
                  </a:stretch>
                </p:blipFill>
                <p:spPr>
                  <a:xfrm>
                    <a:off x="10594712" y="2404781"/>
                    <a:ext cx="79615" cy="6912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3">
                <p14:nvContentPartPr>
                  <p14:cNvPr id="306" name="잉크 305">
                    <a:extLst>
                      <a:ext uri="{FF2B5EF4-FFF2-40B4-BE49-F238E27FC236}">
                        <a16:creationId xmlns:a16="http://schemas.microsoft.com/office/drawing/2014/main" id="{0D414A3F-2EFC-5763-589F-B71E63D83D1C}"/>
                      </a:ext>
                    </a:extLst>
                  </p14:cNvPr>
                  <p14:cNvContentPartPr/>
                  <p14:nvPr/>
                </p14:nvContentPartPr>
                <p14:xfrm>
                  <a:off x="10754205" y="2313330"/>
                  <a:ext cx="62640" cy="83880"/>
                </p14:xfrm>
              </p:contentPart>
            </mc:Choice>
            <mc:Fallback>
              <p:pic>
                <p:nvPicPr>
                  <p:cNvPr id="306" name="잉크 305">
                    <a:extLst>
                      <a:ext uri="{FF2B5EF4-FFF2-40B4-BE49-F238E27FC236}">
                        <a16:creationId xmlns:a16="http://schemas.microsoft.com/office/drawing/2014/main" id="{0D414A3F-2EFC-5763-589F-B71E63D83D1C}"/>
                      </a:ext>
                    </a:extLst>
                  </p:cNvPr>
                  <p:cNvPicPr/>
                  <p:nvPr/>
                </p:nvPicPr>
                <p:blipFill>
                  <a:blip r:embed="rId234"/>
                  <a:stretch>
                    <a:fillRect/>
                  </a:stretch>
                </p:blipFill>
                <p:spPr>
                  <a:xfrm>
                    <a:off x="10745919" y="2305041"/>
                    <a:ext cx="78880" cy="1001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5">
                <p14:nvContentPartPr>
                  <p14:cNvPr id="307" name="잉크 306">
                    <a:extLst>
                      <a:ext uri="{FF2B5EF4-FFF2-40B4-BE49-F238E27FC236}">
                        <a16:creationId xmlns:a16="http://schemas.microsoft.com/office/drawing/2014/main" id="{029A238D-CDC7-6B58-C5B5-5FEC2B9D5480}"/>
                      </a:ext>
                    </a:extLst>
                  </p14:cNvPr>
                  <p14:cNvContentPartPr/>
                  <p14:nvPr/>
                </p14:nvContentPartPr>
                <p14:xfrm>
                  <a:off x="10802805" y="2354370"/>
                  <a:ext cx="47520" cy="29520"/>
                </p14:xfrm>
              </p:contentPart>
            </mc:Choice>
            <mc:Fallback>
              <p:pic>
                <p:nvPicPr>
                  <p:cNvPr id="307" name="잉크 306">
                    <a:extLst>
                      <a:ext uri="{FF2B5EF4-FFF2-40B4-BE49-F238E27FC236}">
                        <a16:creationId xmlns:a16="http://schemas.microsoft.com/office/drawing/2014/main" id="{029A238D-CDC7-6B58-C5B5-5FEC2B9D5480}"/>
                      </a:ext>
                    </a:extLst>
                  </p:cNvPr>
                  <p:cNvPicPr/>
                  <p:nvPr/>
                </p:nvPicPr>
                <p:blipFill>
                  <a:blip r:embed="rId236"/>
                  <a:stretch>
                    <a:fillRect/>
                  </a:stretch>
                </p:blipFill>
                <p:spPr>
                  <a:xfrm>
                    <a:off x="10794497" y="2346410"/>
                    <a:ext cx="63803" cy="4577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7">
                <p14:nvContentPartPr>
                  <p14:cNvPr id="308" name="잉크 307">
                    <a:extLst>
                      <a:ext uri="{FF2B5EF4-FFF2-40B4-BE49-F238E27FC236}">
                        <a16:creationId xmlns:a16="http://schemas.microsoft.com/office/drawing/2014/main" id="{F0190331-B539-2A85-1D43-A9585AB15590}"/>
                      </a:ext>
                    </a:extLst>
                  </p14:cNvPr>
                  <p14:cNvContentPartPr/>
                  <p14:nvPr/>
                </p14:nvContentPartPr>
                <p14:xfrm>
                  <a:off x="10841325" y="2278770"/>
                  <a:ext cx="42840" cy="114480"/>
                </p14:xfrm>
              </p:contentPart>
            </mc:Choice>
            <mc:Fallback>
              <p:pic>
                <p:nvPicPr>
                  <p:cNvPr id="308" name="잉크 307">
                    <a:extLst>
                      <a:ext uri="{FF2B5EF4-FFF2-40B4-BE49-F238E27FC236}">
                        <a16:creationId xmlns:a16="http://schemas.microsoft.com/office/drawing/2014/main" id="{F0190331-B539-2A85-1D43-A9585AB15590}"/>
                      </a:ext>
                    </a:extLst>
                  </p:cNvPr>
                  <p:cNvPicPr/>
                  <p:nvPr/>
                </p:nvPicPr>
                <p:blipFill>
                  <a:blip r:embed="rId238"/>
                  <a:stretch>
                    <a:fillRect/>
                  </a:stretch>
                </p:blipFill>
                <p:spPr>
                  <a:xfrm>
                    <a:off x="10833023" y="2270474"/>
                    <a:ext cx="59113" cy="13073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39">
                <p14:nvContentPartPr>
                  <p14:cNvPr id="309" name="잉크 308">
                    <a:extLst>
                      <a:ext uri="{FF2B5EF4-FFF2-40B4-BE49-F238E27FC236}">
                        <a16:creationId xmlns:a16="http://schemas.microsoft.com/office/drawing/2014/main" id="{E5E9BA23-92C9-3A08-1AE4-2B17F4A8CB99}"/>
                      </a:ext>
                    </a:extLst>
                  </p14:cNvPr>
                  <p14:cNvContentPartPr/>
                  <p14:nvPr/>
                </p14:nvContentPartPr>
                <p14:xfrm>
                  <a:off x="10888125" y="2242050"/>
                  <a:ext cx="24120" cy="93240"/>
                </p14:xfrm>
              </p:contentPart>
            </mc:Choice>
            <mc:Fallback>
              <p:pic>
                <p:nvPicPr>
                  <p:cNvPr id="309" name="잉크 308">
                    <a:extLst>
                      <a:ext uri="{FF2B5EF4-FFF2-40B4-BE49-F238E27FC236}">
                        <a16:creationId xmlns:a16="http://schemas.microsoft.com/office/drawing/2014/main" id="{E5E9BA23-92C9-3A08-1AE4-2B17F4A8CB99}"/>
                      </a:ext>
                    </a:extLst>
                  </p:cNvPr>
                  <p:cNvPicPr/>
                  <p:nvPr/>
                </p:nvPicPr>
                <p:blipFill>
                  <a:blip r:embed="rId240"/>
                  <a:stretch>
                    <a:fillRect/>
                  </a:stretch>
                </p:blipFill>
                <p:spPr>
                  <a:xfrm>
                    <a:off x="10879865" y="2234115"/>
                    <a:ext cx="40310" cy="10944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1">
                <p14:nvContentPartPr>
                  <p14:cNvPr id="310" name="잉크 309">
                    <a:extLst>
                      <a:ext uri="{FF2B5EF4-FFF2-40B4-BE49-F238E27FC236}">
                        <a16:creationId xmlns:a16="http://schemas.microsoft.com/office/drawing/2014/main" id="{B00AAE5F-0BF7-594D-2B79-A0481D498813}"/>
                      </a:ext>
                    </a:extLst>
                  </p14:cNvPr>
                  <p14:cNvContentPartPr/>
                  <p14:nvPr/>
                </p14:nvContentPartPr>
                <p14:xfrm>
                  <a:off x="10894965" y="2291370"/>
                  <a:ext cx="45360" cy="18720"/>
                </p14:xfrm>
              </p:contentPart>
            </mc:Choice>
            <mc:Fallback>
              <p:pic>
                <p:nvPicPr>
                  <p:cNvPr id="310" name="잉크 309">
                    <a:extLst>
                      <a:ext uri="{FF2B5EF4-FFF2-40B4-BE49-F238E27FC236}">
                        <a16:creationId xmlns:a16="http://schemas.microsoft.com/office/drawing/2014/main" id="{B00AAE5F-0BF7-594D-2B79-A0481D498813}"/>
                      </a:ext>
                    </a:extLst>
                  </p:cNvPr>
                  <p:cNvPicPr/>
                  <p:nvPr/>
                </p:nvPicPr>
                <p:blipFill>
                  <a:blip r:embed="rId242"/>
                  <a:stretch>
                    <a:fillRect/>
                  </a:stretch>
                </p:blipFill>
                <p:spPr>
                  <a:xfrm>
                    <a:off x="10886688" y="2283159"/>
                    <a:ext cx="61584" cy="3481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3">
                <p14:nvContentPartPr>
                  <p14:cNvPr id="311" name="잉크 310">
                    <a:extLst>
                      <a:ext uri="{FF2B5EF4-FFF2-40B4-BE49-F238E27FC236}">
                        <a16:creationId xmlns:a16="http://schemas.microsoft.com/office/drawing/2014/main" id="{979F54F8-D67B-1F15-3C96-F09BB867BFDC}"/>
                      </a:ext>
                    </a:extLst>
                  </p14:cNvPr>
                  <p14:cNvContentPartPr/>
                  <p14:nvPr/>
                </p14:nvContentPartPr>
                <p14:xfrm>
                  <a:off x="10918005" y="2314410"/>
                  <a:ext cx="8280" cy="38520"/>
                </p14:xfrm>
              </p:contentPart>
            </mc:Choice>
            <mc:Fallback>
              <p:pic>
                <p:nvPicPr>
                  <p:cNvPr id="311" name="잉크 310">
                    <a:extLst>
                      <a:ext uri="{FF2B5EF4-FFF2-40B4-BE49-F238E27FC236}">
                        <a16:creationId xmlns:a16="http://schemas.microsoft.com/office/drawing/2014/main" id="{979F54F8-D67B-1F15-3C96-F09BB867BFDC}"/>
                      </a:ext>
                    </a:extLst>
                  </p:cNvPr>
                  <p:cNvPicPr/>
                  <p:nvPr/>
                </p:nvPicPr>
                <p:blipFill>
                  <a:blip r:embed="rId244"/>
                  <a:stretch>
                    <a:fillRect/>
                  </a:stretch>
                </p:blipFill>
                <p:spPr>
                  <a:xfrm>
                    <a:off x="10910056" y="2306179"/>
                    <a:ext cx="24509" cy="5465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5">
                <p14:nvContentPartPr>
                  <p14:cNvPr id="312" name="잉크 311">
                    <a:extLst>
                      <a:ext uri="{FF2B5EF4-FFF2-40B4-BE49-F238E27FC236}">
                        <a16:creationId xmlns:a16="http://schemas.microsoft.com/office/drawing/2014/main" id="{3A9625BE-5C94-5B78-BA3A-7B8277C5BF0C}"/>
                      </a:ext>
                    </a:extLst>
                  </p14:cNvPr>
                  <p14:cNvContentPartPr/>
                  <p14:nvPr/>
                </p14:nvContentPartPr>
                <p14:xfrm>
                  <a:off x="10896765" y="2349330"/>
                  <a:ext cx="73800" cy="24840"/>
                </p14:xfrm>
              </p:contentPart>
            </mc:Choice>
            <mc:Fallback>
              <p:pic>
                <p:nvPicPr>
                  <p:cNvPr id="312" name="잉크 311">
                    <a:extLst>
                      <a:ext uri="{FF2B5EF4-FFF2-40B4-BE49-F238E27FC236}">
                        <a16:creationId xmlns:a16="http://schemas.microsoft.com/office/drawing/2014/main" id="{3A9625BE-5C94-5B78-BA3A-7B8277C5BF0C}"/>
                      </a:ext>
                    </a:extLst>
                  </p:cNvPr>
                  <p:cNvPicPr/>
                  <p:nvPr/>
                </p:nvPicPr>
                <p:blipFill>
                  <a:blip r:embed="rId246"/>
                  <a:stretch>
                    <a:fillRect/>
                  </a:stretch>
                </p:blipFill>
                <p:spPr>
                  <a:xfrm>
                    <a:off x="10888787" y="2341381"/>
                    <a:ext cx="90089" cy="4106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7">
                <p14:nvContentPartPr>
                  <p14:cNvPr id="313" name="잉크 312">
                    <a:extLst>
                      <a:ext uri="{FF2B5EF4-FFF2-40B4-BE49-F238E27FC236}">
                        <a16:creationId xmlns:a16="http://schemas.microsoft.com/office/drawing/2014/main" id="{ED8C473B-218E-4D34-12BE-E67165F8571E}"/>
                      </a:ext>
                    </a:extLst>
                  </p14:cNvPr>
                  <p14:cNvContentPartPr/>
                  <p14:nvPr/>
                </p14:nvContentPartPr>
                <p14:xfrm>
                  <a:off x="10918005" y="2376690"/>
                  <a:ext cx="64440" cy="46800"/>
                </p14:xfrm>
              </p:contentPart>
            </mc:Choice>
            <mc:Fallback>
              <p:pic>
                <p:nvPicPr>
                  <p:cNvPr id="313" name="잉크 312">
                    <a:extLst>
                      <a:ext uri="{FF2B5EF4-FFF2-40B4-BE49-F238E27FC236}">
                        <a16:creationId xmlns:a16="http://schemas.microsoft.com/office/drawing/2014/main" id="{ED8C473B-218E-4D34-12BE-E67165F8571E}"/>
                      </a:ext>
                    </a:extLst>
                  </p:cNvPr>
                  <p:cNvPicPr/>
                  <p:nvPr/>
                </p:nvPicPr>
                <p:blipFill>
                  <a:blip r:embed="rId248"/>
                  <a:stretch>
                    <a:fillRect/>
                  </a:stretch>
                </p:blipFill>
                <p:spPr>
                  <a:xfrm>
                    <a:off x="10910033" y="2368724"/>
                    <a:ext cx="80716" cy="630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49">
                <p14:nvContentPartPr>
                  <p14:cNvPr id="314" name="잉크 313">
                    <a:extLst>
                      <a:ext uri="{FF2B5EF4-FFF2-40B4-BE49-F238E27FC236}">
                        <a16:creationId xmlns:a16="http://schemas.microsoft.com/office/drawing/2014/main" id="{BE199D54-8138-9202-F768-8AE37ADB7FAC}"/>
                      </a:ext>
                    </a:extLst>
                  </p14:cNvPr>
                  <p14:cNvContentPartPr/>
                  <p14:nvPr/>
                </p14:nvContentPartPr>
                <p14:xfrm>
                  <a:off x="10965885" y="2249970"/>
                  <a:ext cx="54720" cy="24120"/>
                </p14:xfrm>
              </p:contentPart>
            </mc:Choice>
            <mc:Fallback>
              <p:pic>
                <p:nvPicPr>
                  <p:cNvPr id="314" name="잉크 313">
                    <a:extLst>
                      <a:ext uri="{FF2B5EF4-FFF2-40B4-BE49-F238E27FC236}">
                        <a16:creationId xmlns:a16="http://schemas.microsoft.com/office/drawing/2014/main" id="{BE199D54-8138-9202-F768-8AE37ADB7FAC}"/>
                      </a:ext>
                    </a:extLst>
                  </p:cNvPr>
                  <p:cNvPicPr/>
                  <p:nvPr/>
                </p:nvPicPr>
                <p:blipFill>
                  <a:blip r:embed="rId250"/>
                  <a:stretch>
                    <a:fillRect/>
                  </a:stretch>
                </p:blipFill>
                <p:spPr>
                  <a:xfrm>
                    <a:off x="10957594" y="2241710"/>
                    <a:ext cx="70970" cy="4031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1">
                <p14:nvContentPartPr>
                  <p14:cNvPr id="315" name="잉크 314">
                    <a:extLst>
                      <a:ext uri="{FF2B5EF4-FFF2-40B4-BE49-F238E27FC236}">
                        <a16:creationId xmlns:a16="http://schemas.microsoft.com/office/drawing/2014/main" id="{B25F40C8-DA6D-637A-22D6-624D8754533F}"/>
                      </a:ext>
                    </a:extLst>
                  </p14:cNvPr>
                  <p14:cNvContentPartPr/>
                  <p14:nvPr/>
                </p14:nvContentPartPr>
                <p14:xfrm>
                  <a:off x="10980645" y="2264730"/>
                  <a:ext cx="39960" cy="106920"/>
                </p14:xfrm>
              </p:contentPart>
            </mc:Choice>
            <mc:Fallback>
              <p:pic>
                <p:nvPicPr>
                  <p:cNvPr id="315" name="잉크 314">
                    <a:extLst>
                      <a:ext uri="{FF2B5EF4-FFF2-40B4-BE49-F238E27FC236}">
                        <a16:creationId xmlns:a16="http://schemas.microsoft.com/office/drawing/2014/main" id="{B25F40C8-DA6D-637A-22D6-624D8754533F}"/>
                      </a:ext>
                    </a:extLst>
                  </p:cNvPr>
                  <p:cNvPicPr/>
                  <p:nvPr/>
                </p:nvPicPr>
                <p:blipFill>
                  <a:blip r:embed="rId252"/>
                  <a:stretch>
                    <a:fillRect/>
                  </a:stretch>
                </p:blipFill>
                <p:spPr>
                  <a:xfrm>
                    <a:off x="10972389" y="2256454"/>
                    <a:ext cx="56142" cy="1231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3">
                <p14:nvContentPartPr>
                  <p14:cNvPr id="316" name="잉크 315">
                    <a:extLst>
                      <a:ext uri="{FF2B5EF4-FFF2-40B4-BE49-F238E27FC236}">
                        <a16:creationId xmlns:a16="http://schemas.microsoft.com/office/drawing/2014/main" id="{6D9F78CD-2D3B-D337-3209-D20B88D8A410}"/>
                      </a:ext>
                    </a:extLst>
                  </p14:cNvPr>
                  <p14:cNvContentPartPr/>
                  <p14:nvPr/>
                </p14:nvContentPartPr>
                <p14:xfrm>
                  <a:off x="10988565" y="2361570"/>
                  <a:ext cx="73080" cy="25560"/>
                </p14:xfrm>
              </p:contentPart>
            </mc:Choice>
            <mc:Fallback>
              <p:pic>
                <p:nvPicPr>
                  <p:cNvPr id="316" name="잉크 315">
                    <a:extLst>
                      <a:ext uri="{FF2B5EF4-FFF2-40B4-BE49-F238E27FC236}">
                        <a16:creationId xmlns:a16="http://schemas.microsoft.com/office/drawing/2014/main" id="{6D9F78CD-2D3B-D337-3209-D20B88D8A410}"/>
                      </a:ext>
                    </a:extLst>
                  </p:cNvPr>
                  <p:cNvPicPr/>
                  <p:nvPr/>
                </p:nvPicPr>
                <p:blipFill>
                  <a:blip r:embed="rId254"/>
                  <a:stretch>
                    <a:fillRect/>
                  </a:stretch>
                </p:blipFill>
                <p:spPr>
                  <a:xfrm>
                    <a:off x="10980629" y="2353271"/>
                    <a:ext cx="89283" cy="418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5">
                <p14:nvContentPartPr>
                  <p14:cNvPr id="317" name="잉크 316">
                    <a:extLst>
                      <a:ext uri="{FF2B5EF4-FFF2-40B4-BE49-F238E27FC236}">
                        <a16:creationId xmlns:a16="http://schemas.microsoft.com/office/drawing/2014/main" id="{85E0BF4A-93DC-DDD0-AFC3-A3AD0B45B601}"/>
                      </a:ext>
                    </a:extLst>
                  </p14:cNvPr>
                  <p14:cNvContentPartPr/>
                  <p14:nvPr/>
                </p14:nvContentPartPr>
                <p14:xfrm>
                  <a:off x="11052645" y="2264370"/>
                  <a:ext cx="28080" cy="113760"/>
                </p14:xfrm>
              </p:contentPart>
            </mc:Choice>
            <mc:Fallback>
              <p:pic>
                <p:nvPicPr>
                  <p:cNvPr id="317" name="잉크 316">
                    <a:extLst>
                      <a:ext uri="{FF2B5EF4-FFF2-40B4-BE49-F238E27FC236}">
                        <a16:creationId xmlns:a16="http://schemas.microsoft.com/office/drawing/2014/main" id="{85E0BF4A-93DC-DDD0-AFC3-A3AD0B45B601}"/>
                      </a:ext>
                    </a:extLst>
                  </p:cNvPr>
                  <p:cNvPicPr/>
                  <p:nvPr/>
                </p:nvPicPr>
                <p:blipFill>
                  <a:blip r:embed="rId256"/>
                  <a:stretch>
                    <a:fillRect/>
                  </a:stretch>
                </p:blipFill>
                <p:spPr>
                  <a:xfrm>
                    <a:off x="11044386" y="2256078"/>
                    <a:ext cx="44267" cy="13001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7">
                <p14:nvContentPartPr>
                  <p14:cNvPr id="318" name="잉크 317">
                    <a:extLst>
                      <a:ext uri="{FF2B5EF4-FFF2-40B4-BE49-F238E27FC236}">
                        <a16:creationId xmlns:a16="http://schemas.microsoft.com/office/drawing/2014/main" id="{FAAD47A7-C883-C5BA-4BE1-3A2E2DACFB06}"/>
                      </a:ext>
                    </a:extLst>
                  </p14:cNvPr>
                  <p14:cNvContentPartPr/>
                  <p14:nvPr/>
                </p14:nvContentPartPr>
                <p14:xfrm>
                  <a:off x="11076405" y="2273370"/>
                  <a:ext cx="18000" cy="59040"/>
                </p14:xfrm>
              </p:contentPart>
            </mc:Choice>
            <mc:Fallback>
              <p:pic>
                <p:nvPicPr>
                  <p:cNvPr id="318" name="잉크 317">
                    <a:extLst>
                      <a:ext uri="{FF2B5EF4-FFF2-40B4-BE49-F238E27FC236}">
                        <a16:creationId xmlns:a16="http://schemas.microsoft.com/office/drawing/2014/main" id="{FAAD47A7-C883-C5BA-4BE1-3A2E2DACFB06}"/>
                      </a:ext>
                    </a:extLst>
                  </p:cNvPr>
                  <p:cNvPicPr/>
                  <p:nvPr/>
                </p:nvPicPr>
                <p:blipFill>
                  <a:blip r:embed="rId258"/>
                  <a:stretch>
                    <a:fillRect/>
                  </a:stretch>
                </p:blipFill>
                <p:spPr>
                  <a:xfrm>
                    <a:off x="11068405" y="2265124"/>
                    <a:ext cx="34333" cy="7520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59">
                <p14:nvContentPartPr>
                  <p14:cNvPr id="319" name="잉크 318">
                    <a:extLst>
                      <a:ext uri="{FF2B5EF4-FFF2-40B4-BE49-F238E27FC236}">
                        <a16:creationId xmlns:a16="http://schemas.microsoft.com/office/drawing/2014/main" id="{58F27FA5-D0A7-854A-A6FF-C79341549B87}"/>
                      </a:ext>
                    </a:extLst>
                  </p14:cNvPr>
                  <p14:cNvContentPartPr/>
                  <p14:nvPr/>
                </p14:nvContentPartPr>
                <p14:xfrm>
                  <a:off x="11078565" y="2265450"/>
                  <a:ext cx="50040" cy="74160"/>
                </p14:xfrm>
              </p:contentPart>
            </mc:Choice>
            <mc:Fallback>
              <p:pic>
                <p:nvPicPr>
                  <p:cNvPr id="319" name="잉크 318">
                    <a:extLst>
                      <a:ext uri="{FF2B5EF4-FFF2-40B4-BE49-F238E27FC236}">
                        <a16:creationId xmlns:a16="http://schemas.microsoft.com/office/drawing/2014/main" id="{58F27FA5-D0A7-854A-A6FF-C79341549B87}"/>
                      </a:ext>
                    </a:extLst>
                  </p:cNvPr>
                  <p:cNvPicPr/>
                  <p:nvPr/>
                </p:nvPicPr>
                <p:blipFill>
                  <a:blip r:embed="rId260"/>
                  <a:stretch>
                    <a:fillRect/>
                  </a:stretch>
                </p:blipFill>
                <p:spPr>
                  <a:xfrm>
                    <a:off x="11070280" y="2257136"/>
                    <a:ext cx="66278" cy="9045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1">
                <p14:nvContentPartPr>
                  <p14:cNvPr id="320" name="잉크 319">
                    <a:extLst>
                      <a:ext uri="{FF2B5EF4-FFF2-40B4-BE49-F238E27FC236}">
                        <a16:creationId xmlns:a16="http://schemas.microsoft.com/office/drawing/2014/main" id="{556A7A62-337E-2E8B-7025-56658D0D0ED3}"/>
                      </a:ext>
                    </a:extLst>
                  </p14:cNvPr>
                  <p14:cNvContentPartPr/>
                  <p14:nvPr/>
                </p14:nvContentPartPr>
                <p14:xfrm>
                  <a:off x="11127525" y="2260050"/>
                  <a:ext cx="36360" cy="19080"/>
                </p14:xfrm>
              </p:contentPart>
            </mc:Choice>
            <mc:Fallback>
              <p:pic>
                <p:nvPicPr>
                  <p:cNvPr id="320" name="잉크 319">
                    <a:extLst>
                      <a:ext uri="{FF2B5EF4-FFF2-40B4-BE49-F238E27FC236}">
                        <a16:creationId xmlns:a16="http://schemas.microsoft.com/office/drawing/2014/main" id="{556A7A62-337E-2E8B-7025-56658D0D0ED3}"/>
                      </a:ext>
                    </a:extLst>
                  </p:cNvPr>
                  <p:cNvPicPr/>
                  <p:nvPr/>
                </p:nvPicPr>
                <p:blipFill>
                  <a:blip r:embed="rId262"/>
                  <a:stretch>
                    <a:fillRect/>
                  </a:stretch>
                </p:blipFill>
                <p:spPr>
                  <a:xfrm>
                    <a:off x="11119261" y="2251826"/>
                    <a:ext cx="52557" cy="3519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3">
                <p14:nvContentPartPr>
                  <p14:cNvPr id="321" name="잉크 320">
                    <a:extLst>
                      <a:ext uri="{FF2B5EF4-FFF2-40B4-BE49-F238E27FC236}">
                        <a16:creationId xmlns:a16="http://schemas.microsoft.com/office/drawing/2014/main" id="{E140C5C6-15A1-CF08-9D50-853F2131CBF4}"/>
                      </a:ext>
                    </a:extLst>
                  </p14:cNvPr>
                  <p14:cNvContentPartPr/>
                  <p14:nvPr/>
                </p14:nvContentPartPr>
                <p14:xfrm>
                  <a:off x="11143725" y="2290290"/>
                  <a:ext cx="36360" cy="16200"/>
                </p14:xfrm>
              </p:contentPart>
            </mc:Choice>
            <mc:Fallback>
              <p:pic>
                <p:nvPicPr>
                  <p:cNvPr id="321" name="잉크 320">
                    <a:extLst>
                      <a:ext uri="{FF2B5EF4-FFF2-40B4-BE49-F238E27FC236}">
                        <a16:creationId xmlns:a16="http://schemas.microsoft.com/office/drawing/2014/main" id="{E140C5C6-15A1-CF08-9D50-853F2131CBF4}"/>
                      </a:ext>
                    </a:extLst>
                  </p:cNvPr>
                  <p:cNvPicPr/>
                  <p:nvPr/>
                </p:nvPicPr>
                <p:blipFill>
                  <a:blip r:embed="rId264"/>
                  <a:stretch>
                    <a:fillRect/>
                  </a:stretch>
                </p:blipFill>
                <p:spPr>
                  <a:xfrm>
                    <a:off x="11135792" y="2282025"/>
                    <a:ext cx="52557" cy="3240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5">
                <p14:nvContentPartPr>
                  <p14:cNvPr id="322" name="잉크 321">
                    <a:extLst>
                      <a:ext uri="{FF2B5EF4-FFF2-40B4-BE49-F238E27FC236}">
                        <a16:creationId xmlns:a16="http://schemas.microsoft.com/office/drawing/2014/main" id="{9CD24DAB-9DC8-4AC0-CCD6-C50609570E08}"/>
                      </a:ext>
                    </a:extLst>
                  </p14:cNvPr>
                  <p14:cNvContentPartPr/>
                  <p14:nvPr/>
                </p14:nvContentPartPr>
                <p14:xfrm>
                  <a:off x="11161365" y="2225130"/>
                  <a:ext cx="36000" cy="83160"/>
                </p14:xfrm>
              </p:contentPart>
            </mc:Choice>
            <mc:Fallback>
              <p:pic>
                <p:nvPicPr>
                  <p:cNvPr id="322" name="잉크 321">
                    <a:extLst>
                      <a:ext uri="{FF2B5EF4-FFF2-40B4-BE49-F238E27FC236}">
                        <a16:creationId xmlns:a16="http://schemas.microsoft.com/office/drawing/2014/main" id="{9CD24DAB-9DC8-4AC0-CCD6-C50609570E08}"/>
                      </a:ext>
                    </a:extLst>
                  </p:cNvPr>
                  <p:cNvPicPr/>
                  <p:nvPr/>
                </p:nvPicPr>
                <p:blipFill>
                  <a:blip r:embed="rId266"/>
                  <a:stretch>
                    <a:fillRect/>
                  </a:stretch>
                </p:blipFill>
                <p:spPr>
                  <a:xfrm>
                    <a:off x="11153438" y="2217178"/>
                    <a:ext cx="52183" cy="993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7">
                <p14:nvContentPartPr>
                  <p14:cNvPr id="323" name="잉크 322">
                    <a:extLst>
                      <a:ext uri="{FF2B5EF4-FFF2-40B4-BE49-F238E27FC236}">
                        <a16:creationId xmlns:a16="http://schemas.microsoft.com/office/drawing/2014/main" id="{BBF7ABD8-B639-8466-ECA1-A94D04C1B218}"/>
                      </a:ext>
                    </a:extLst>
                  </p14:cNvPr>
                  <p14:cNvContentPartPr/>
                  <p14:nvPr/>
                </p14:nvContentPartPr>
                <p14:xfrm>
                  <a:off x="11160645" y="2342850"/>
                  <a:ext cx="87120" cy="46440"/>
                </p14:xfrm>
              </p:contentPart>
            </mc:Choice>
            <mc:Fallback>
              <p:pic>
                <p:nvPicPr>
                  <p:cNvPr id="323" name="잉크 322">
                    <a:extLst>
                      <a:ext uri="{FF2B5EF4-FFF2-40B4-BE49-F238E27FC236}">
                        <a16:creationId xmlns:a16="http://schemas.microsoft.com/office/drawing/2014/main" id="{BBF7ABD8-B639-8466-ECA1-A94D04C1B218}"/>
                      </a:ext>
                    </a:extLst>
                  </p:cNvPr>
                  <p:cNvPicPr/>
                  <p:nvPr/>
                </p:nvPicPr>
                <p:blipFill>
                  <a:blip r:embed="rId268"/>
                  <a:stretch>
                    <a:fillRect/>
                  </a:stretch>
                </p:blipFill>
                <p:spPr>
                  <a:xfrm>
                    <a:off x="11152695" y="2334889"/>
                    <a:ext cx="103351" cy="6269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69">
                <p14:nvContentPartPr>
                  <p14:cNvPr id="325" name="잉크 324">
                    <a:extLst>
                      <a:ext uri="{FF2B5EF4-FFF2-40B4-BE49-F238E27FC236}">
                        <a16:creationId xmlns:a16="http://schemas.microsoft.com/office/drawing/2014/main" id="{EEF77538-B945-BFDB-53F6-3B0C99EFDE2F}"/>
                      </a:ext>
                    </a:extLst>
                  </p14:cNvPr>
                  <p14:cNvContentPartPr/>
                  <p14:nvPr/>
                </p14:nvContentPartPr>
                <p14:xfrm>
                  <a:off x="9873645" y="1904370"/>
                  <a:ext cx="71280" cy="91440"/>
                </p14:xfrm>
              </p:contentPart>
            </mc:Choice>
            <mc:Fallback>
              <p:pic>
                <p:nvPicPr>
                  <p:cNvPr id="325" name="잉크 324">
                    <a:extLst>
                      <a:ext uri="{FF2B5EF4-FFF2-40B4-BE49-F238E27FC236}">
                        <a16:creationId xmlns:a16="http://schemas.microsoft.com/office/drawing/2014/main" id="{EEF77538-B945-BFDB-53F6-3B0C99EFDE2F}"/>
                      </a:ext>
                    </a:extLst>
                  </p:cNvPr>
                  <p:cNvPicPr/>
                  <p:nvPr/>
                </p:nvPicPr>
                <p:blipFill>
                  <a:blip r:embed="rId270"/>
                  <a:stretch>
                    <a:fillRect/>
                  </a:stretch>
                </p:blipFill>
                <p:spPr>
                  <a:xfrm>
                    <a:off x="9865357" y="1896419"/>
                    <a:ext cx="87525" cy="10767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1">
                <p14:nvContentPartPr>
                  <p14:cNvPr id="326" name="잉크 325">
                    <a:extLst>
                      <a:ext uri="{FF2B5EF4-FFF2-40B4-BE49-F238E27FC236}">
                        <a16:creationId xmlns:a16="http://schemas.microsoft.com/office/drawing/2014/main" id="{A17D2427-3494-4DFC-3B78-7A2BE9ACF227}"/>
                      </a:ext>
                    </a:extLst>
                  </p14:cNvPr>
                  <p14:cNvContentPartPr/>
                  <p14:nvPr/>
                </p14:nvContentPartPr>
                <p14:xfrm>
                  <a:off x="9934125" y="1950810"/>
                  <a:ext cx="41760" cy="15480"/>
                </p14:xfrm>
              </p:contentPart>
            </mc:Choice>
            <mc:Fallback>
              <p:pic>
                <p:nvPicPr>
                  <p:cNvPr id="326" name="잉크 325">
                    <a:extLst>
                      <a:ext uri="{FF2B5EF4-FFF2-40B4-BE49-F238E27FC236}">
                        <a16:creationId xmlns:a16="http://schemas.microsoft.com/office/drawing/2014/main" id="{A17D2427-3494-4DFC-3B78-7A2BE9ACF227}"/>
                      </a:ext>
                    </a:extLst>
                  </p:cNvPr>
                  <p:cNvPicPr/>
                  <p:nvPr/>
                </p:nvPicPr>
                <p:blipFill>
                  <a:blip r:embed="rId272"/>
                  <a:stretch>
                    <a:fillRect/>
                  </a:stretch>
                </p:blipFill>
                <p:spPr>
                  <a:xfrm>
                    <a:off x="9925839" y="1942905"/>
                    <a:ext cx="58000" cy="316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3">
                <p14:nvContentPartPr>
                  <p14:cNvPr id="327" name="잉크 326">
                    <a:extLst>
                      <a:ext uri="{FF2B5EF4-FFF2-40B4-BE49-F238E27FC236}">
                        <a16:creationId xmlns:a16="http://schemas.microsoft.com/office/drawing/2014/main" id="{E0FD2F09-A2CD-1759-FAB2-A23A4EFF260A}"/>
                      </a:ext>
                    </a:extLst>
                  </p14:cNvPr>
                  <p14:cNvContentPartPr/>
                  <p14:nvPr/>
                </p14:nvContentPartPr>
                <p14:xfrm>
                  <a:off x="9973365" y="1919850"/>
                  <a:ext cx="24840" cy="10440"/>
                </p14:xfrm>
              </p:contentPart>
            </mc:Choice>
            <mc:Fallback>
              <p:pic>
                <p:nvPicPr>
                  <p:cNvPr id="327" name="잉크 326">
                    <a:extLst>
                      <a:ext uri="{FF2B5EF4-FFF2-40B4-BE49-F238E27FC236}">
                        <a16:creationId xmlns:a16="http://schemas.microsoft.com/office/drawing/2014/main" id="{E0FD2F09-A2CD-1759-FAB2-A23A4EFF260A}"/>
                      </a:ext>
                    </a:extLst>
                  </p:cNvPr>
                  <p:cNvPicPr/>
                  <p:nvPr/>
                </p:nvPicPr>
                <p:blipFill>
                  <a:blip r:embed="rId274"/>
                  <a:stretch>
                    <a:fillRect/>
                  </a:stretch>
                </p:blipFill>
                <p:spPr>
                  <a:xfrm>
                    <a:off x="9965085" y="1912020"/>
                    <a:ext cx="41069" cy="2642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5">
                <p14:nvContentPartPr>
                  <p14:cNvPr id="328" name="잉크 327">
                    <a:extLst>
                      <a:ext uri="{FF2B5EF4-FFF2-40B4-BE49-F238E27FC236}">
                        <a16:creationId xmlns:a16="http://schemas.microsoft.com/office/drawing/2014/main" id="{83C88392-237F-557A-41A6-7E887FA3A97E}"/>
                      </a:ext>
                    </a:extLst>
                  </p14:cNvPr>
                  <p14:cNvContentPartPr/>
                  <p14:nvPr/>
                </p14:nvContentPartPr>
                <p14:xfrm>
                  <a:off x="9988485" y="1866930"/>
                  <a:ext cx="34200" cy="100080"/>
                </p14:xfrm>
              </p:contentPart>
            </mc:Choice>
            <mc:Fallback>
              <p:pic>
                <p:nvPicPr>
                  <p:cNvPr id="328" name="잉크 327">
                    <a:extLst>
                      <a:ext uri="{FF2B5EF4-FFF2-40B4-BE49-F238E27FC236}">
                        <a16:creationId xmlns:a16="http://schemas.microsoft.com/office/drawing/2014/main" id="{83C88392-237F-557A-41A6-7E887FA3A97E}"/>
                      </a:ext>
                    </a:extLst>
                  </p:cNvPr>
                  <p:cNvPicPr/>
                  <p:nvPr/>
                </p:nvPicPr>
                <p:blipFill>
                  <a:blip r:embed="rId276"/>
                  <a:stretch>
                    <a:fillRect/>
                  </a:stretch>
                </p:blipFill>
                <p:spPr>
                  <a:xfrm>
                    <a:off x="9980593" y="1858645"/>
                    <a:ext cx="50313" cy="116318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7">
                <p14:nvContentPartPr>
                  <p14:cNvPr id="329" name="잉크 328">
                    <a:extLst>
                      <a:ext uri="{FF2B5EF4-FFF2-40B4-BE49-F238E27FC236}">
                        <a16:creationId xmlns:a16="http://schemas.microsoft.com/office/drawing/2014/main" id="{838FF48E-69AA-9750-D540-D0A70A56E685}"/>
                      </a:ext>
                    </a:extLst>
                  </p14:cNvPr>
                  <p14:cNvContentPartPr/>
                  <p14:nvPr/>
                </p14:nvContentPartPr>
                <p14:xfrm>
                  <a:off x="9984165" y="1977090"/>
                  <a:ext cx="65160" cy="38160"/>
                </p14:xfrm>
              </p:contentPart>
            </mc:Choice>
            <mc:Fallback>
              <p:pic>
                <p:nvPicPr>
                  <p:cNvPr id="329" name="잉크 328">
                    <a:extLst>
                      <a:ext uri="{FF2B5EF4-FFF2-40B4-BE49-F238E27FC236}">
                        <a16:creationId xmlns:a16="http://schemas.microsoft.com/office/drawing/2014/main" id="{838FF48E-69AA-9750-D540-D0A70A56E685}"/>
                      </a:ext>
                    </a:extLst>
                  </p:cNvPr>
                  <p:cNvPicPr/>
                  <p:nvPr/>
                </p:nvPicPr>
                <p:blipFill>
                  <a:blip r:embed="rId278"/>
                  <a:stretch>
                    <a:fillRect/>
                  </a:stretch>
                </p:blipFill>
                <p:spPr>
                  <a:xfrm>
                    <a:off x="9975896" y="1968794"/>
                    <a:ext cx="81367" cy="544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79">
                <p14:nvContentPartPr>
                  <p14:cNvPr id="330" name="잉크 329">
                    <a:extLst>
                      <a:ext uri="{FF2B5EF4-FFF2-40B4-BE49-F238E27FC236}">
                        <a16:creationId xmlns:a16="http://schemas.microsoft.com/office/drawing/2014/main" id="{5B9E9B58-07BA-1B8B-B40C-25F8FAB51DFA}"/>
                      </a:ext>
                    </a:extLst>
                  </p14:cNvPr>
                  <p14:cNvContentPartPr/>
                  <p14:nvPr/>
                </p14:nvContentPartPr>
                <p14:xfrm>
                  <a:off x="10027725" y="1899690"/>
                  <a:ext cx="48240" cy="53640"/>
                </p14:xfrm>
              </p:contentPart>
            </mc:Choice>
            <mc:Fallback>
              <p:pic>
                <p:nvPicPr>
                  <p:cNvPr id="330" name="잉크 329">
                    <a:extLst>
                      <a:ext uri="{FF2B5EF4-FFF2-40B4-BE49-F238E27FC236}">
                        <a16:creationId xmlns:a16="http://schemas.microsoft.com/office/drawing/2014/main" id="{5B9E9B58-07BA-1B8B-B40C-25F8FAB51DFA}"/>
                      </a:ext>
                    </a:extLst>
                  </p:cNvPr>
                  <p:cNvPicPr/>
                  <p:nvPr/>
                </p:nvPicPr>
                <p:blipFill>
                  <a:blip r:embed="rId280"/>
                  <a:stretch>
                    <a:fillRect/>
                  </a:stretch>
                </p:blipFill>
                <p:spPr>
                  <a:xfrm>
                    <a:off x="10019465" y="1891412"/>
                    <a:ext cx="64430" cy="69864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1">
                <p14:nvContentPartPr>
                  <p14:cNvPr id="331" name="잉크 330">
                    <a:extLst>
                      <a:ext uri="{FF2B5EF4-FFF2-40B4-BE49-F238E27FC236}">
                        <a16:creationId xmlns:a16="http://schemas.microsoft.com/office/drawing/2014/main" id="{346B09A8-8AFB-1FCC-57AC-70D0E8150FB2}"/>
                      </a:ext>
                    </a:extLst>
                  </p14:cNvPr>
                  <p14:cNvContentPartPr/>
                  <p14:nvPr/>
                </p14:nvContentPartPr>
                <p14:xfrm>
                  <a:off x="10085325" y="1840290"/>
                  <a:ext cx="58680" cy="138600"/>
                </p14:xfrm>
              </p:contentPart>
            </mc:Choice>
            <mc:Fallback>
              <p:pic>
                <p:nvPicPr>
                  <p:cNvPr id="331" name="잉크 330">
                    <a:extLst>
                      <a:ext uri="{FF2B5EF4-FFF2-40B4-BE49-F238E27FC236}">
                        <a16:creationId xmlns:a16="http://schemas.microsoft.com/office/drawing/2014/main" id="{346B09A8-8AFB-1FCC-57AC-70D0E8150FB2}"/>
                      </a:ext>
                    </a:extLst>
                  </p:cNvPr>
                  <p:cNvPicPr/>
                  <p:nvPr/>
                </p:nvPicPr>
                <p:blipFill>
                  <a:blip r:embed="rId282"/>
                  <a:stretch>
                    <a:fillRect/>
                  </a:stretch>
                </p:blipFill>
                <p:spPr>
                  <a:xfrm>
                    <a:off x="10077037" y="1832001"/>
                    <a:ext cx="74925" cy="15484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3">
                <p14:nvContentPartPr>
                  <p14:cNvPr id="333" name="잉크 332">
                    <a:extLst>
                      <a:ext uri="{FF2B5EF4-FFF2-40B4-BE49-F238E27FC236}">
                        <a16:creationId xmlns:a16="http://schemas.microsoft.com/office/drawing/2014/main" id="{035151C4-313C-7E52-3186-EC37EB862CA4}"/>
                      </a:ext>
                    </a:extLst>
                  </p14:cNvPr>
                  <p14:cNvContentPartPr/>
                  <p14:nvPr/>
                </p14:nvContentPartPr>
                <p14:xfrm>
                  <a:off x="10165605" y="1827690"/>
                  <a:ext cx="58680" cy="94680"/>
                </p14:xfrm>
              </p:contentPart>
            </mc:Choice>
            <mc:Fallback>
              <p:pic>
                <p:nvPicPr>
                  <p:cNvPr id="333" name="잉크 332">
                    <a:extLst>
                      <a:ext uri="{FF2B5EF4-FFF2-40B4-BE49-F238E27FC236}">
                        <a16:creationId xmlns:a16="http://schemas.microsoft.com/office/drawing/2014/main" id="{035151C4-313C-7E52-3186-EC37EB862CA4}"/>
                      </a:ext>
                    </a:extLst>
                  </p:cNvPr>
                  <p:cNvPicPr/>
                  <p:nvPr/>
                </p:nvPicPr>
                <p:blipFill>
                  <a:blip r:embed="rId284"/>
                  <a:stretch>
                    <a:fillRect/>
                  </a:stretch>
                </p:blipFill>
                <p:spPr>
                  <a:xfrm>
                    <a:off x="10157648" y="1819414"/>
                    <a:ext cx="74925" cy="110901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5">
                <p14:nvContentPartPr>
                  <p14:cNvPr id="334" name="잉크 333">
                    <a:extLst>
                      <a:ext uri="{FF2B5EF4-FFF2-40B4-BE49-F238E27FC236}">
                        <a16:creationId xmlns:a16="http://schemas.microsoft.com/office/drawing/2014/main" id="{00FD21F9-B245-D99E-DE21-5CE795A99D46}"/>
                      </a:ext>
                    </a:extLst>
                  </p14:cNvPr>
                  <p14:cNvContentPartPr/>
                  <p14:nvPr/>
                </p14:nvContentPartPr>
                <p14:xfrm>
                  <a:off x="10213125" y="1864770"/>
                  <a:ext cx="51840" cy="18000"/>
                </p14:xfrm>
              </p:contentPart>
            </mc:Choice>
            <mc:Fallback>
              <p:pic>
                <p:nvPicPr>
                  <p:cNvPr id="334" name="잉크 333">
                    <a:extLst>
                      <a:ext uri="{FF2B5EF4-FFF2-40B4-BE49-F238E27FC236}">
                        <a16:creationId xmlns:a16="http://schemas.microsoft.com/office/drawing/2014/main" id="{00FD21F9-B245-D99E-DE21-5CE795A99D46}"/>
                      </a:ext>
                    </a:extLst>
                  </p:cNvPr>
                  <p:cNvPicPr/>
                  <p:nvPr/>
                </p:nvPicPr>
                <p:blipFill>
                  <a:blip r:embed="rId286"/>
                  <a:stretch>
                    <a:fillRect/>
                  </a:stretch>
                </p:blipFill>
                <p:spPr>
                  <a:xfrm>
                    <a:off x="10204817" y="1856437"/>
                    <a:ext cx="68123" cy="3433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7">
                <p14:nvContentPartPr>
                  <p14:cNvPr id="335" name="잉크 334">
                    <a:extLst>
                      <a:ext uri="{FF2B5EF4-FFF2-40B4-BE49-F238E27FC236}">
                        <a16:creationId xmlns:a16="http://schemas.microsoft.com/office/drawing/2014/main" id="{A25AFB3B-2964-2954-A080-FBC00A49179D}"/>
                      </a:ext>
                    </a:extLst>
                  </p14:cNvPr>
                  <p14:cNvContentPartPr/>
                  <p14:nvPr/>
                </p14:nvContentPartPr>
                <p14:xfrm>
                  <a:off x="10224645" y="1894650"/>
                  <a:ext cx="19440" cy="48240"/>
                </p14:xfrm>
              </p:contentPart>
            </mc:Choice>
            <mc:Fallback>
              <p:pic>
                <p:nvPicPr>
                  <p:cNvPr id="335" name="잉크 334">
                    <a:extLst>
                      <a:ext uri="{FF2B5EF4-FFF2-40B4-BE49-F238E27FC236}">
                        <a16:creationId xmlns:a16="http://schemas.microsoft.com/office/drawing/2014/main" id="{A25AFB3B-2964-2954-A080-FBC00A49179D}"/>
                      </a:ext>
                    </a:extLst>
                  </p:cNvPr>
                  <p:cNvPicPr/>
                  <p:nvPr/>
                </p:nvPicPr>
                <p:blipFill>
                  <a:blip r:embed="rId288"/>
                  <a:stretch>
                    <a:fillRect/>
                  </a:stretch>
                </p:blipFill>
                <p:spPr>
                  <a:xfrm>
                    <a:off x="10216737" y="1886390"/>
                    <a:ext cx="35585" cy="644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89">
                <p14:nvContentPartPr>
                  <p14:cNvPr id="336" name="잉크 335">
                    <a:extLst>
                      <a:ext uri="{FF2B5EF4-FFF2-40B4-BE49-F238E27FC236}">
                        <a16:creationId xmlns:a16="http://schemas.microsoft.com/office/drawing/2014/main" id="{368C8694-35A1-39E6-5718-5AB101227004}"/>
                      </a:ext>
                    </a:extLst>
                  </p14:cNvPr>
                  <p14:cNvContentPartPr/>
                  <p14:nvPr/>
                </p14:nvContentPartPr>
                <p14:xfrm>
                  <a:off x="10188285" y="1923450"/>
                  <a:ext cx="127080" cy="43560"/>
                </p14:xfrm>
              </p:contentPart>
            </mc:Choice>
            <mc:Fallback>
              <p:pic>
                <p:nvPicPr>
                  <p:cNvPr id="336" name="잉크 335">
                    <a:extLst>
                      <a:ext uri="{FF2B5EF4-FFF2-40B4-BE49-F238E27FC236}">
                        <a16:creationId xmlns:a16="http://schemas.microsoft.com/office/drawing/2014/main" id="{368C8694-35A1-39E6-5718-5AB101227004}"/>
                      </a:ext>
                    </a:extLst>
                  </p:cNvPr>
                  <p:cNvPicPr/>
                  <p:nvPr/>
                </p:nvPicPr>
                <p:blipFill>
                  <a:blip r:embed="rId290"/>
                  <a:stretch>
                    <a:fillRect/>
                  </a:stretch>
                </p:blipFill>
                <p:spPr>
                  <a:xfrm>
                    <a:off x="10179990" y="1915530"/>
                    <a:ext cx="143338" cy="5973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1">
                <p14:nvContentPartPr>
                  <p14:cNvPr id="337" name="잉크 336">
                    <a:extLst>
                      <a:ext uri="{FF2B5EF4-FFF2-40B4-BE49-F238E27FC236}">
                        <a16:creationId xmlns:a16="http://schemas.microsoft.com/office/drawing/2014/main" id="{6661F01E-5BE7-4C49-F915-0C745F4269AB}"/>
                      </a:ext>
                    </a:extLst>
                  </p14:cNvPr>
                  <p14:cNvContentPartPr/>
                  <p14:nvPr/>
                </p14:nvContentPartPr>
                <p14:xfrm>
                  <a:off x="10289805" y="1812930"/>
                  <a:ext cx="50400" cy="82080"/>
                </p14:xfrm>
              </p:contentPart>
            </mc:Choice>
            <mc:Fallback>
              <p:pic>
                <p:nvPicPr>
                  <p:cNvPr id="337" name="잉크 336">
                    <a:extLst>
                      <a:ext uri="{FF2B5EF4-FFF2-40B4-BE49-F238E27FC236}">
                        <a16:creationId xmlns:a16="http://schemas.microsoft.com/office/drawing/2014/main" id="{6661F01E-5BE7-4C49-F915-0C745F4269AB}"/>
                      </a:ext>
                    </a:extLst>
                  </p:cNvPr>
                  <p:cNvPicPr/>
                  <p:nvPr/>
                </p:nvPicPr>
                <p:blipFill>
                  <a:blip r:embed="rId292"/>
                  <a:stretch>
                    <a:fillRect/>
                  </a:stretch>
                </p:blipFill>
                <p:spPr>
                  <a:xfrm>
                    <a:off x="10281516" y="1804987"/>
                    <a:ext cx="66647" cy="9829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3">
                <p14:nvContentPartPr>
                  <p14:cNvPr id="338" name="잉크 337">
                    <a:extLst>
                      <a:ext uri="{FF2B5EF4-FFF2-40B4-BE49-F238E27FC236}">
                        <a16:creationId xmlns:a16="http://schemas.microsoft.com/office/drawing/2014/main" id="{3256DF2B-DCBF-AFDC-932A-687C5B8F3A7D}"/>
                      </a:ext>
                    </a:extLst>
                  </p14:cNvPr>
                  <p14:cNvContentPartPr/>
                  <p14:nvPr/>
                </p14:nvContentPartPr>
                <p14:xfrm>
                  <a:off x="10336605" y="1837410"/>
                  <a:ext cx="43200" cy="20520"/>
                </p14:xfrm>
              </p:contentPart>
            </mc:Choice>
            <mc:Fallback>
              <p:pic>
                <p:nvPicPr>
                  <p:cNvPr id="338" name="잉크 337">
                    <a:extLst>
                      <a:ext uri="{FF2B5EF4-FFF2-40B4-BE49-F238E27FC236}">
                        <a16:creationId xmlns:a16="http://schemas.microsoft.com/office/drawing/2014/main" id="{3256DF2B-DCBF-AFDC-932A-687C5B8F3A7D}"/>
                      </a:ext>
                    </a:extLst>
                  </p:cNvPr>
                  <p:cNvPicPr/>
                  <p:nvPr/>
                </p:nvPicPr>
                <p:blipFill>
                  <a:blip r:embed="rId294"/>
                  <a:stretch>
                    <a:fillRect/>
                  </a:stretch>
                </p:blipFill>
                <p:spPr>
                  <a:xfrm>
                    <a:off x="10328690" y="1829136"/>
                    <a:ext cx="59359" cy="36737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5">
                <p14:nvContentPartPr>
                  <p14:cNvPr id="339" name="잉크 338">
                    <a:extLst>
                      <a:ext uri="{FF2B5EF4-FFF2-40B4-BE49-F238E27FC236}">
                        <a16:creationId xmlns:a16="http://schemas.microsoft.com/office/drawing/2014/main" id="{3E102828-CC68-D3D9-4009-308204BBF902}"/>
                      </a:ext>
                    </a:extLst>
                  </p14:cNvPr>
                  <p14:cNvContentPartPr/>
                  <p14:nvPr/>
                </p14:nvContentPartPr>
                <p14:xfrm>
                  <a:off x="10381965" y="1779450"/>
                  <a:ext cx="38520" cy="93960"/>
                </p14:xfrm>
              </p:contentPart>
            </mc:Choice>
            <mc:Fallback>
              <p:pic>
                <p:nvPicPr>
                  <p:cNvPr id="339" name="잉크 338">
                    <a:extLst>
                      <a:ext uri="{FF2B5EF4-FFF2-40B4-BE49-F238E27FC236}">
                        <a16:creationId xmlns:a16="http://schemas.microsoft.com/office/drawing/2014/main" id="{3E102828-CC68-D3D9-4009-308204BBF902}"/>
                      </a:ext>
                    </a:extLst>
                  </p:cNvPr>
                  <p:cNvPicPr/>
                  <p:nvPr/>
                </p:nvPicPr>
                <p:blipFill>
                  <a:blip r:embed="rId296"/>
                  <a:stretch>
                    <a:fillRect/>
                  </a:stretch>
                </p:blipFill>
                <p:spPr>
                  <a:xfrm>
                    <a:off x="10373734" y="1771482"/>
                    <a:ext cx="54652" cy="11022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7">
                <p14:nvContentPartPr>
                  <p14:cNvPr id="340" name="잉크 339">
                    <a:extLst>
                      <a:ext uri="{FF2B5EF4-FFF2-40B4-BE49-F238E27FC236}">
                        <a16:creationId xmlns:a16="http://schemas.microsoft.com/office/drawing/2014/main" id="{C6004A11-75A7-8B16-B6AB-C61D18B41DE0}"/>
                      </a:ext>
                    </a:extLst>
                  </p14:cNvPr>
                  <p14:cNvContentPartPr/>
                  <p14:nvPr/>
                </p14:nvContentPartPr>
                <p14:xfrm>
                  <a:off x="10370805" y="1894290"/>
                  <a:ext cx="92880" cy="36000"/>
                </p14:xfrm>
              </p:contentPart>
            </mc:Choice>
            <mc:Fallback>
              <p:pic>
                <p:nvPicPr>
                  <p:cNvPr id="340" name="잉크 339">
                    <a:extLst>
                      <a:ext uri="{FF2B5EF4-FFF2-40B4-BE49-F238E27FC236}">
                        <a16:creationId xmlns:a16="http://schemas.microsoft.com/office/drawing/2014/main" id="{C6004A11-75A7-8B16-B6AB-C61D18B41DE0}"/>
                      </a:ext>
                    </a:extLst>
                  </p:cNvPr>
                  <p:cNvPicPr/>
                  <p:nvPr/>
                </p:nvPicPr>
                <p:blipFill>
                  <a:blip r:embed="rId298"/>
                  <a:stretch>
                    <a:fillRect/>
                  </a:stretch>
                </p:blipFill>
                <p:spPr>
                  <a:xfrm>
                    <a:off x="10362512" y="1886033"/>
                    <a:ext cx="109134" cy="52183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299">
                <p14:nvContentPartPr>
                  <p14:cNvPr id="342" name="잉크 341">
                    <a:extLst>
                      <a:ext uri="{FF2B5EF4-FFF2-40B4-BE49-F238E27FC236}">
                        <a16:creationId xmlns:a16="http://schemas.microsoft.com/office/drawing/2014/main" id="{21579674-A373-136A-B2A7-1FA2924155A9}"/>
                      </a:ext>
                    </a:extLst>
                  </p14:cNvPr>
                  <p14:cNvContentPartPr/>
                  <p14:nvPr/>
                </p14:nvContentPartPr>
                <p14:xfrm>
                  <a:off x="10545045" y="1733730"/>
                  <a:ext cx="56520" cy="1080"/>
                </p14:xfrm>
              </p:contentPart>
            </mc:Choice>
            <mc:Fallback>
              <p:pic>
                <p:nvPicPr>
                  <p:cNvPr id="342" name="잉크 341">
                    <a:extLst>
                      <a:ext uri="{FF2B5EF4-FFF2-40B4-BE49-F238E27FC236}">
                        <a16:creationId xmlns:a16="http://schemas.microsoft.com/office/drawing/2014/main" id="{21579674-A373-136A-B2A7-1FA2924155A9}"/>
                      </a:ext>
                    </a:extLst>
                  </p:cNvPr>
                  <p:cNvPicPr/>
                  <p:nvPr/>
                </p:nvPicPr>
                <p:blipFill>
                  <a:blip r:embed="rId300"/>
                  <a:stretch>
                    <a:fillRect/>
                  </a:stretch>
                </p:blipFill>
                <p:spPr>
                  <a:xfrm>
                    <a:off x="10536733" y="1724730"/>
                    <a:ext cx="72811" cy="1872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1">
                <p14:nvContentPartPr>
                  <p14:cNvPr id="343" name="잉크 342">
                    <a:extLst>
                      <a:ext uri="{FF2B5EF4-FFF2-40B4-BE49-F238E27FC236}">
                        <a16:creationId xmlns:a16="http://schemas.microsoft.com/office/drawing/2014/main" id="{B412ED65-4C76-32D1-200F-0EB7B9D47015}"/>
                      </a:ext>
                    </a:extLst>
                  </p14:cNvPr>
                  <p14:cNvContentPartPr/>
                  <p14:nvPr/>
                </p14:nvContentPartPr>
                <p14:xfrm>
                  <a:off x="10551525" y="1765050"/>
                  <a:ext cx="68400" cy="74520"/>
                </p14:xfrm>
              </p:contentPart>
            </mc:Choice>
            <mc:Fallback>
              <p:pic>
                <p:nvPicPr>
                  <p:cNvPr id="343" name="잉크 342">
                    <a:extLst>
                      <a:ext uri="{FF2B5EF4-FFF2-40B4-BE49-F238E27FC236}">
                        <a16:creationId xmlns:a16="http://schemas.microsoft.com/office/drawing/2014/main" id="{B412ED65-4C76-32D1-200F-0EB7B9D47015}"/>
                      </a:ext>
                    </a:extLst>
                  </p:cNvPr>
                  <p:cNvPicPr/>
                  <p:nvPr/>
                </p:nvPicPr>
                <p:blipFill>
                  <a:blip r:embed="rId302"/>
                  <a:stretch>
                    <a:fillRect/>
                  </a:stretch>
                </p:blipFill>
                <p:spPr>
                  <a:xfrm>
                    <a:off x="10543595" y="1757101"/>
                    <a:ext cx="84591" cy="9074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3">
                <p14:nvContentPartPr>
                  <p14:cNvPr id="344" name="잉크 343">
                    <a:extLst>
                      <a:ext uri="{FF2B5EF4-FFF2-40B4-BE49-F238E27FC236}">
                        <a16:creationId xmlns:a16="http://schemas.microsoft.com/office/drawing/2014/main" id="{D858DBA9-4AF9-03AF-7BA7-B41D4C22E20D}"/>
                      </a:ext>
                    </a:extLst>
                  </p14:cNvPr>
                  <p14:cNvContentPartPr/>
                  <p14:nvPr/>
                </p14:nvContentPartPr>
                <p14:xfrm>
                  <a:off x="10599405" y="1801410"/>
                  <a:ext cx="52200" cy="5760"/>
                </p14:xfrm>
              </p:contentPart>
            </mc:Choice>
            <mc:Fallback>
              <p:pic>
                <p:nvPicPr>
                  <p:cNvPr id="344" name="잉크 343">
                    <a:extLst>
                      <a:ext uri="{FF2B5EF4-FFF2-40B4-BE49-F238E27FC236}">
                        <a16:creationId xmlns:a16="http://schemas.microsoft.com/office/drawing/2014/main" id="{D858DBA9-4AF9-03AF-7BA7-B41D4C22E20D}"/>
                      </a:ext>
                    </a:extLst>
                  </p:cNvPr>
                  <p:cNvPicPr/>
                  <p:nvPr/>
                </p:nvPicPr>
                <p:blipFill>
                  <a:blip r:embed="rId304"/>
                  <a:stretch>
                    <a:fillRect/>
                  </a:stretch>
                </p:blipFill>
                <p:spPr>
                  <a:xfrm>
                    <a:off x="10591093" y="1793278"/>
                    <a:ext cx="68492" cy="22362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5">
                <p14:nvContentPartPr>
                  <p14:cNvPr id="350" name="잉크 349">
                    <a:extLst>
                      <a:ext uri="{FF2B5EF4-FFF2-40B4-BE49-F238E27FC236}">
                        <a16:creationId xmlns:a16="http://schemas.microsoft.com/office/drawing/2014/main" id="{A0B51F3C-8727-7A89-CB8B-32139D6344D3}"/>
                      </a:ext>
                    </a:extLst>
                  </p14:cNvPr>
                  <p14:cNvContentPartPr/>
                  <p14:nvPr/>
                </p14:nvContentPartPr>
                <p14:xfrm>
                  <a:off x="10587525" y="1847130"/>
                  <a:ext cx="98640" cy="39600"/>
                </p14:xfrm>
              </p:contentPart>
            </mc:Choice>
            <mc:Fallback>
              <p:pic>
                <p:nvPicPr>
                  <p:cNvPr id="350" name="잉크 349">
                    <a:extLst>
                      <a:ext uri="{FF2B5EF4-FFF2-40B4-BE49-F238E27FC236}">
                        <a16:creationId xmlns:a16="http://schemas.microsoft.com/office/drawing/2014/main" id="{A0B51F3C-8727-7A89-CB8B-32139D6344D3}"/>
                      </a:ext>
                    </a:extLst>
                  </p:cNvPr>
                  <p:cNvPicPr/>
                  <p:nvPr/>
                </p:nvPicPr>
                <p:blipFill>
                  <a:blip r:embed="rId306"/>
                  <a:stretch>
                    <a:fillRect/>
                  </a:stretch>
                </p:blipFill>
                <p:spPr>
                  <a:xfrm>
                    <a:off x="10579581" y="1838880"/>
                    <a:ext cx="114859" cy="5577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7">
                <p14:nvContentPartPr>
                  <p14:cNvPr id="351" name="잉크 350">
                    <a:extLst>
                      <a:ext uri="{FF2B5EF4-FFF2-40B4-BE49-F238E27FC236}">
                        <a16:creationId xmlns:a16="http://schemas.microsoft.com/office/drawing/2014/main" id="{03EFF875-9E2A-09D1-8C0D-778BA5AC067D}"/>
                      </a:ext>
                    </a:extLst>
                  </p14:cNvPr>
                  <p14:cNvContentPartPr/>
                  <p14:nvPr/>
                </p14:nvContentPartPr>
                <p14:xfrm>
                  <a:off x="10639365" y="1865850"/>
                  <a:ext cx="7920" cy="53280"/>
                </p14:xfrm>
              </p:contentPart>
            </mc:Choice>
            <mc:Fallback>
              <p:pic>
                <p:nvPicPr>
                  <p:cNvPr id="351" name="잉크 350">
                    <a:extLst>
                      <a:ext uri="{FF2B5EF4-FFF2-40B4-BE49-F238E27FC236}">
                        <a16:creationId xmlns:a16="http://schemas.microsoft.com/office/drawing/2014/main" id="{03EFF875-9E2A-09D1-8C0D-778BA5AC067D}"/>
                      </a:ext>
                    </a:extLst>
                  </p:cNvPr>
                  <p:cNvPicPr/>
                  <p:nvPr/>
                </p:nvPicPr>
                <p:blipFill>
                  <a:blip r:embed="rId308"/>
                  <a:stretch>
                    <a:fillRect/>
                  </a:stretch>
                </p:blipFill>
                <p:spPr>
                  <a:xfrm>
                    <a:off x="10631115" y="1857577"/>
                    <a:ext cx="24090" cy="69496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09">
                <p14:nvContentPartPr>
                  <p14:cNvPr id="352" name="잉크 351">
                    <a:extLst>
                      <a:ext uri="{FF2B5EF4-FFF2-40B4-BE49-F238E27FC236}">
                        <a16:creationId xmlns:a16="http://schemas.microsoft.com/office/drawing/2014/main" id="{CBEC6D66-C9EC-F69B-D377-41DBAE4E4914}"/>
                      </a:ext>
                    </a:extLst>
                  </p14:cNvPr>
                  <p14:cNvContentPartPr/>
                  <p14:nvPr/>
                </p14:nvContentPartPr>
                <p14:xfrm>
                  <a:off x="10689765" y="1742010"/>
                  <a:ext cx="63000" cy="96840"/>
                </p14:xfrm>
              </p:contentPart>
            </mc:Choice>
            <mc:Fallback>
              <p:pic>
                <p:nvPicPr>
                  <p:cNvPr id="352" name="잉크 351">
                    <a:extLst>
                      <a:ext uri="{FF2B5EF4-FFF2-40B4-BE49-F238E27FC236}">
                        <a16:creationId xmlns:a16="http://schemas.microsoft.com/office/drawing/2014/main" id="{CBEC6D66-C9EC-F69B-D377-41DBAE4E4914}"/>
                      </a:ext>
                    </a:extLst>
                  </p:cNvPr>
                  <p:cNvPicPr/>
                  <p:nvPr/>
                </p:nvPicPr>
                <p:blipFill>
                  <a:blip r:embed="rId310"/>
                  <a:stretch>
                    <a:fillRect/>
                  </a:stretch>
                </p:blipFill>
                <p:spPr>
                  <a:xfrm>
                    <a:off x="10681519" y="1734078"/>
                    <a:ext cx="79162" cy="11303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1">
                <p14:nvContentPartPr>
                  <p14:cNvPr id="353" name="잉크 352">
                    <a:extLst>
                      <a:ext uri="{FF2B5EF4-FFF2-40B4-BE49-F238E27FC236}">
                        <a16:creationId xmlns:a16="http://schemas.microsoft.com/office/drawing/2014/main" id="{1375147D-ED48-B708-175B-FCC0FDDF2B4D}"/>
                      </a:ext>
                    </a:extLst>
                  </p14:cNvPr>
                  <p14:cNvContentPartPr/>
                  <p14:nvPr/>
                </p14:nvContentPartPr>
                <p14:xfrm>
                  <a:off x="10782285" y="1714290"/>
                  <a:ext cx="42480" cy="110160"/>
                </p14:xfrm>
              </p:contentPart>
            </mc:Choice>
            <mc:Fallback>
              <p:pic>
                <p:nvPicPr>
                  <p:cNvPr id="353" name="잉크 352">
                    <a:extLst>
                      <a:ext uri="{FF2B5EF4-FFF2-40B4-BE49-F238E27FC236}">
                        <a16:creationId xmlns:a16="http://schemas.microsoft.com/office/drawing/2014/main" id="{1375147D-ED48-B708-175B-FCC0FDDF2B4D}"/>
                      </a:ext>
                    </a:extLst>
                  </p:cNvPr>
                  <p:cNvPicPr/>
                  <p:nvPr/>
                </p:nvPicPr>
                <p:blipFill>
                  <a:blip r:embed="rId312"/>
                  <a:stretch>
                    <a:fillRect/>
                  </a:stretch>
                </p:blipFill>
                <p:spPr>
                  <a:xfrm>
                    <a:off x="10773988" y="1705995"/>
                    <a:ext cx="58742" cy="126419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3">
                <p14:nvContentPartPr>
                  <p14:cNvPr id="354" name="잉크 353">
                    <a:extLst>
                      <a:ext uri="{FF2B5EF4-FFF2-40B4-BE49-F238E27FC236}">
                        <a16:creationId xmlns:a16="http://schemas.microsoft.com/office/drawing/2014/main" id="{3CBA3035-B3DD-091A-25A4-3EF072037450}"/>
                      </a:ext>
                    </a:extLst>
                  </p14:cNvPr>
                  <p14:cNvContentPartPr/>
                  <p14:nvPr/>
                </p14:nvContentPartPr>
                <p14:xfrm>
                  <a:off x="10808925" y="1757130"/>
                  <a:ext cx="48600" cy="25560"/>
                </p14:xfrm>
              </p:contentPart>
            </mc:Choice>
            <mc:Fallback>
              <p:pic>
                <p:nvPicPr>
                  <p:cNvPr id="354" name="잉크 353">
                    <a:extLst>
                      <a:ext uri="{FF2B5EF4-FFF2-40B4-BE49-F238E27FC236}">
                        <a16:creationId xmlns:a16="http://schemas.microsoft.com/office/drawing/2014/main" id="{3CBA3035-B3DD-091A-25A4-3EF072037450}"/>
                      </a:ext>
                    </a:extLst>
                  </p:cNvPr>
                  <p:cNvPicPr/>
                  <p:nvPr/>
                </p:nvPicPr>
                <p:blipFill>
                  <a:blip r:embed="rId314"/>
                  <a:stretch>
                    <a:fillRect/>
                  </a:stretch>
                </p:blipFill>
                <p:spPr>
                  <a:xfrm>
                    <a:off x="10800936" y="1748831"/>
                    <a:ext cx="64911" cy="41825"/>
                  </a:xfrm>
                  <a:prstGeom prst="rect">
                    <a:avLst/>
                  </a:prstGeom>
                </p:spPr>
              </p:pic>
            </mc:Fallback>
          </mc:AlternateContent>
        </p:grpSp>
        <p:grpSp>
          <p:nvGrpSpPr>
            <p:cNvPr id="361" name="그룹 360">
              <a:extLst>
                <a:ext uri="{FF2B5EF4-FFF2-40B4-BE49-F238E27FC236}">
                  <a16:creationId xmlns:a16="http://schemas.microsoft.com/office/drawing/2014/main" id="{8CD50BCF-6FA0-3D1E-2BA0-2B2193A1E6A7}"/>
                </a:ext>
              </a:extLst>
            </p:cNvPr>
            <p:cNvGrpSpPr/>
            <p:nvPr/>
          </p:nvGrpSpPr>
          <p:grpSpPr>
            <a:xfrm>
              <a:off x="8929260" y="2047080"/>
              <a:ext cx="207720" cy="119160"/>
              <a:chOff x="8929260" y="2047080"/>
              <a:chExt cx="207720" cy="119160"/>
            </a:xfrm>
          </p:grpSpPr>
          <mc:AlternateContent xmlns:mc="http://schemas.openxmlformats.org/markup-compatibility/2006">
            <mc:Choice xmlns:p14="http://schemas.microsoft.com/office/powerpoint/2010/main" Requires="p14">
              <p:contentPart p14:bwMode="auto" r:id="rId315">
                <p14:nvContentPartPr>
                  <p14:cNvPr id="359" name="잉크 358">
                    <a:extLst>
                      <a:ext uri="{FF2B5EF4-FFF2-40B4-BE49-F238E27FC236}">
                        <a16:creationId xmlns:a16="http://schemas.microsoft.com/office/drawing/2014/main" id="{2D9F5CFD-03C8-DCE7-144B-B10782FE2369}"/>
                      </a:ext>
                    </a:extLst>
                  </p14:cNvPr>
                  <p14:cNvContentPartPr/>
                  <p14:nvPr/>
                </p14:nvContentPartPr>
                <p14:xfrm>
                  <a:off x="8929260" y="2097120"/>
                  <a:ext cx="84600" cy="69120"/>
                </p14:xfrm>
              </p:contentPart>
            </mc:Choice>
            <mc:Fallback>
              <p:pic>
                <p:nvPicPr>
                  <p:cNvPr id="359" name="잉크 358">
                    <a:extLst>
                      <a:ext uri="{FF2B5EF4-FFF2-40B4-BE49-F238E27FC236}">
                        <a16:creationId xmlns:a16="http://schemas.microsoft.com/office/drawing/2014/main" id="{2D9F5CFD-03C8-DCE7-144B-B10782FE2369}"/>
                      </a:ext>
                    </a:extLst>
                  </p:cNvPr>
                  <p:cNvPicPr/>
                  <p:nvPr/>
                </p:nvPicPr>
                <p:blipFill>
                  <a:blip r:embed="rId316"/>
                  <a:stretch>
                    <a:fillRect/>
                  </a:stretch>
                </p:blipFill>
                <p:spPr>
                  <a:xfrm>
                    <a:off x="8920966" y="2088852"/>
                    <a:ext cx="100856" cy="85325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>
            <mc:Choice xmlns:p14="http://schemas.microsoft.com/office/powerpoint/2010/main" Requires="p14">
              <p:contentPart p14:bwMode="auto" r:id="rId317">
                <p14:nvContentPartPr>
                  <p14:cNvPr id="360" name="잉크 359">
                    <a:extLst>
                      <a:ext uri="{FF2B5EF4-FFF2-40B4-BE49-F238E27FC236}">
                        <a16:creationId xmlns:a16="http://schemas.microsoft.com/office/drawing/2014/main" id="{36539366-5DB7-1524-04D9-6019D02F3BE2}"/>
                      </a:ext>
                    </a:extLst>
                  </p14:cNvPr>
                  <p14:cNvContentPartPr/>
                  <p14:nvPr/>
                </p14:nvContentPartPr>
                <p14:xfrm>
                  <a:off x="9040500" y="2047080"/>
                  <a:ext cx="96480" cy="82080"/>
                </p14:xfrm>
              </p:contentPart>
            </mc:Choice>
            <mc:Fallback>
              <p:pic>
                <p:nvPicPr>
                  <p:cNvPr id="360" name="잉크 359">
                    <a:extLst>
                      <a:ext uri="{FF2B5EF4-FFF2-40B4-BE49-F238E27FC236}">
                        <a16:creationId xmlns:a16="http://schemas.microsoft.com/office/drawing/2014/main" id="{36539366-5DB7-1524-04D9-6019D02F3BE2}"/>
                      </a:ext>
                    </a:extLst>
                  </p:cNvPr>
                  <p:cNvPicPr/>
                  <p:nvPr/>
                </p:nvPicPr>
                <p:blipFill>
                  <a:blip r:embed="rId318"/>
                  <a:stretch>
                    <a:fillRect/>
                  </a:stretch>
                </p:blipFill>
                <p:spPr>
                  <a:xfrm>
                    <a:off x="9032240" y="2039137"/>
                    <a:ext cx="112670" cy="98297"/>
                  </a:xfrm>
                  <a:prstGeom prst="rect">
                    <a:avLst/>
                  </a:prstGeom>
                </p:spPr>
              </p:pic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1531439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345F4-1B9E-3D98-D198-69219F493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1D09935-CF8B-E811-6811-9B56A8F56F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State</a:t>
            </a:r>
            <a:endParaRPr lang="ko-KR" altLang="en-US" dirty="0">
              <a:ea typeface="맑은 고딕" panose="020B0503020000020004" pitchFamily="34" charset="-127"/>
            </a:endParaRPr>
          </a:p>
          <a:p>
            <a:r>
              <a:rPr lang="ko-KR" altLang="en-US" b="1" dirty="0">
                <a:ea typeface="맑은 고딕"/>
              </a:rPr>
              <a:t>FSM</a:t>
            </a:r>
            <a:endParaRPr lang="ko-KR" altLang="en-US" b="1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61E7373C-E1BE-9A80-CA7B-082A5B32B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en-US" altLang="ko-KR" dirty="0">
                <a:ea typeface="맑은 고딕"/>
              </a:rPr>
              <a:t>FSM</a:t>
            </a:r>
            <a:endParaRPr lang="ko-KR" altLang="en-US" dirty="0">
              <a:ea typeface="맑은 고딕"/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C7F065B-A13E-B2C3-1B07-3D0AACF31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 sz="1600" dirty="0">
                <a:ea typeface="+mn-lt"/>
                <a:cs typeface="+mn-lt"/>
              </a:rPr>
              <a:t>거미는 시설에 </a:t>
            </a:r>
            <a:r>
              <a:rPr lang="ko-KR" altLang="en-US" sz="1600" dirty="0" err="1">
                <a:ea typeface="+mn-lt"/>
                <a:cs typeface="+mn-lt"/>
              </a:rPr>
              <a:t>스폰된</a:t>
            </a:r>
            <a:r>
              <a:rPr lang="ko-KR" altLang="en-US" sz="1600" dirty="0">
                <a:ea typeface="+mn-lt"/>
                <a:cs typeface="+mn-lt"/>
              </a:rPr>
              <a:t> 직후</a:t>
            </a:r>
            <a:r>
              <a:rPr lang="en-US" altLang="ko-KR" sz="1600" dirty="0">
                <a:ea typeface="+mn-lt"/>
                <a:cs typeface="+mn-lt"/>
              </a:rPr>
              <a:t>, ‘</a:t>
            </a:r>
            <a:r>
              <a:rPr lang="ko-KR" altLang="en-US" sz="1600" dirty="0">
                <a:ea typeface="+mn-lt"/>
                <a:cs typeface="+mn-lt"/>
              </a:rPr>
              <a:t>잠시 대기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이후</a:t>
            </a:r>
            <a:r>
              <a:rPr lang="en-US" altLang="ko-KR" sz="1600" dirty="0">
                <a:ea typeface="+mn-lt"/>
                <a:cs typeface="+mn-lt"/>
              </a:rPr>
              <a:t> </a:t>
            </a:r>
            <a:r>
              <a:rPr lang="ko-KR" altLang="en-US" sz="1600" dirty="0">
                <a:ea typeface="+mn-lt"/>
                <a:cs typeface="+mn-lt"/>
              </a:rPr>
              <a:t>지정된 개수의 거미줄을 칠 때까지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잠시 대기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의 루틴을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마지막 거미줄을 설치한 위치에서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잠시 대기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한 후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천장에 붙어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대기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대기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되는 위치는 마지막 거미줄을 설치한 위치이다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대기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상태에서 플레이어가 </a:t>
            </a:r>
            <a:r>
              <a:rPr lang="en-US" altLang="ko-KR" sz="1600" dirty="0">
                <a:ea typeface="+mn-lt"/>
                <a:cs typeface="+mn-lt"/>
              </a:rPr>
              <a:t>1. </a:t>
            </a:r>
            <a:r>
              <a:rPr lang="ko-KR" altLang="en-US" sz="1600" dirty="0">
                <a:ea typeface="+mn-lt"/>
                <a:cs typeface="+mn-lt"/>
              </a:rPr>
              <a:t>거미의 시야에 들어오거나</a:t>
            </a:r>
            <a:r>
              <a:rPr lang="en-US" altLang="ko-KR" sz="1600" dirty="0">
                <a:ea typeface="+mn-lt"/>
                <a:cs typeface="+mn-lt"/>
              </a:rPr>
              <a:t>/2. </a:t>
            </a:r>
            <a:r>
              <a:rPr lang="ko-KR" altLang="en-US" sz="1600" dirty="0">
                <a:ea typeface="+mn-lt"/>
                <a:cs typeface="+mn-lt"/>
              </a:rPr>
              <a:t>플레이어가 거미줄을 파괴하거나</a:t>
            </a:r>
            <a:r>
              <a:rPr lang="en-US" altLang="ko-KR" sz="1600" dirty="0">
                <a:ea typeface="+mn-lt"/>
                <a:cs typeface="+mn-lt"/>
              </a:rPr>
              <a:t>/3. </a:t>
            </a:r>
            <a:r>
              <a:rPr lang="ko-KR" altLang="en-US" sz="1600" dirty="0">
                <a:ea typeface="+mn-lt"/>
                <a:cs typeface="+mn-lt"/>
              </a:rPr>
              <a:t>플레이어가 거미줄에 닿는다면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플레이어를 쫓는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상태에서 플레이어가 공격 범위에 들어오면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공격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하고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공격 모션이 끝나면 다시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  <a:endParaRPr lang="ko-KR" altLang="en-US" sz="1600" dirty="0">
              <a:ea typeface="+mn-lt"/>
              <a:cs typeface="+mn-lt"/>
            </a:endParaRPr>
          </a:p>
          <a:p>
            <a:r>
              <a:rPr lang="ko-KR" altLang="en-US" sz="1600" dirty="0">
                <a:ea typeface="맑은 고딕"/>
              </a:rPr>
              <a:t>그러나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추적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상태에서 플레이어가 시야에서 사라지면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대기하던 곳으로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복귀</a:t>
            </a:r>
            <a:r>
              <a:rPr lang="en-US" altLang="ko-KR" sz="1600" dirty="0">
                <a:ea typeface="맑은 고딕"/>
              </a:rPr>
              <a:t>’</a:t>
            </a:r>
            <a:r>
              <a:rPr lang="ko-KR" altLang="en-US" sz="1600" dirty="0">
                <a:ea typeface="맑은 고딕"/>
              </a:rPr>
              <a:t>하는 상태가 된다</a:t>
            </a:r>
            <a:r>
              <a:rPr lang="en-US" altLang="ko-KR" sz="1600" dirty="0">
                <a:ea typeface="맑은 고딕"/>
              </a:rPr>
              <a:t>. ‘</a:t>
            </a:r>
            <a:r>
              <a:rPr lang="ko-KR" altLang="en-US" sz="1600" dirty="0">
                <a:ea typeface="맑은 고딕"/>
              </a:rPr>
              <a:t>복귀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상태에서 다시 플레이어가 시야에 들어오면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다시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추적</a:t>
            </a:r>
            <a:r>
              <a:rPr lang="en-US" altLang="ko-KR" sz="1600" dirty="0">
                <a:ea typeface="맑은 고딕"/>
              </a:rPr>
              <a:t>’ </a:t>
            </a:r>
            <a:r>
              <a:rPr lang="ko-KR" altLang="en-US" sz="1600" dirty="0">
                <a:ea typeface="맑은 고딕"/>
              </a:rPr>
              <a:t>상태가 된다</a:t>
            </a:r>
            <a:r>
              <a:rPr lang="en-US" altLang="ko-KR" sz="1600" dirty="0">
                <a:ea typeface="맑은 고딕"/>
              </a:rPr>
              <a:t>.</a:t>
            </a:r>
          </a:p>
          <a:p>
            <a:r>
              <a:rPr lang="ko-KR" altLang="en-US" sz="1600" dirty="0">
                <a:ea typeface="맑은 고딕"/>
              </a:rPr>
              <a:t>만약 거미줄이 </a:t>
            </a:r>
            <a:r>
              <a:rPr lang="en-US" altLang="ko-KR" sz="1600" dirty="0">
                <a:ea typeface="맑은 고딕"/>
              </a:rPr>
              <a:t>1</a:t>
            </a:r>
            <a:r>
              <a:rPr lang="ko-KR" altLang="en-US" sz="1600" dirty="0">
                <a:ea typeface="맑은 고딕"/>
              </a:rPr>
              <a:t>개 이상 파괴된 후</a:t>
            </a:r>
            <a:r>
              <a:rPr lang="en-US" altLang="ko-KR" sz="1600" dirty="0">
                <a:ea typeface="맑은 고딕"/>
              </a:rPr>
              <a:t> </a:t>
            </a:r>
            <a:r>
              <a:rPr lang="ko-KR" altLang="en-US" sz="1600" dirty="0">
                <a:ea typeface="맑은 고딕"/>
              </a:rPr>
              <a:t>거미가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대기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상태가 되었다면</a:t>
            </a:r>
            <a:r>
              <a:rPr lang="en-US" altLang="ko-KR" sz="1600" dirty="0">
                <a:ea typeface="맑은 고딕"/>
              </a:rPr>
              <a:t>, </a:t>
            </a:r>
            <a:r>
              <a:rPr lang="ko-KR" altLang="en-US" sz="1600" dirty="0">
                <a:ea typeface="맑은 고딕"/>
              </a:rPr>
              <a:t>거미는 파괴된 개수 만큼의 거미줄을 치기 위해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거미줄 설치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잠시 대기 </a:t>
            </a:r>
            <a:r>
              <a:rPr lang="en-US" altLang="ko-KR" sz="1600" dirty="0">
                <a:ea typeface="+mn-lt"/>
                <a:cs typeface="+mn-lt"/>
              </a:rPr>
              <a:t>-&gt; </a:t>
            </a:r>
            <a:r>
              <a:rPr lang="ko-KR" altLang="en-US" sz="1600" dirty="0">
                <a:ea typeface="+mn-lt"/>
                <a:cs typeface="+mn-lt"/>
              </a:rPr>
              <a:t>배회 </a:t>
            </a:r>
            <a:r>
              <a:rPr lang="en-US" altLang="ko-KR" sz="1600" dirty="0">
                <a:ea typeface="+mn-lt"/>
                <a:cs typeface="+mn-lt"/>
              </a:rPr>
              <a:t>-&gt; …’</a:t>
            </a:r>
            <a:r>
              <a:rPr lang="ko-KR" altLang="en-US" sz="1600" dirty="0">
                <a:ea typeface="+mn-lt"/>
                <a:cs typeface="+mn-lt"/>
              </a:rPr>
              <a:t>을 다시 반복한다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단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거미줄의 위치는 앞서 설치된 거미줄의 위치와 다를 수 있다</a:t>
            </a:r>
            <a:r>
              <a:rPr lang="en-US" altLang="ko-KR" sz="1600" dirty="0">
                <a:ea typeface="+mn-lt"/>
                <a:cs typeface="+mn-lt"/>
              </a:rPr>
              <a:t>.(</a:t>
            </a:r>
            <a:r>
              <a:rPr lang="ko-KR" altLang="en-US" sz="1600" dirty="0">
                <a:ea typeface="+mn-lt"/>
                <a:cs typeface="+mn-lt"/>
              </a:rPr>
              <a:t>랜덤이다</a:t>
            </a:r>
            <a:r>
              <a:rPr lang="en-US" altLang="ko-KR" sz="1600" dirty="0">
                <a:ea typeface="+mn-lt"/>
                <a:cs typeface="+mn-lt"/>
              </a:rPr>
              <a:t>.)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복귀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상태일 때는 플레이어에 의해 거미줄이 파괴되거나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플레이어가 거미줄에 닿아도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되지 않는다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ko-KR" altLang="en-US" sz="1600" dirty="0">
                <a:ea typeface="+mn-lt"/>
                <a:cs typeface="+mn-lt"/>
              </a:rPr>
              <a:t>거미의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사망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상태를 제외한 모든 상태에서 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될 수 있다</a:t>
            </a:r>
            <a:r>
              <a:rPr lang="en-US" altLang="ko-KR" sz="1600" dirty="0">
                <a:ea typeface="+mn-lt"/>
                <a:cs typeface="+mn-lt"/>
              </a:rPr>
              <a:t>. </a:t>
            </a:r>
            <a:r>
              <a:rPr lang="ko-KR" altLang="en-US" sz="1600" dirty="0">
                <a:ea typeface="+mn-lt"/>
                <a:cs typeface="+mn-lt"/>
              </a:rPr>
              <a:t>전이 조건은 </a:t>
            </a:r>
            <a:r>
              <a:rPr lang="en-US" altLang="ko-KR" sz="1600" dirty="0">
                <a:ea typeface="+mn-lt"/>
                <a:cs typeface="+mn-lt"/>
              </a:rPr>
              <a:t>‘HP </a:t>
            </a:r>
            <a:r>
              <a:rPr lang="ko-KR" altLang="en-US" sz="1600" dirty="0">
                <a:ea typeface="+mn-lt"/>
                <a:cs typeface="+mn-lt"/>
              </a:rPr>
              <a:t>감소 시</a:t>
            </a:r>
            <a:r>
              <a:rPr lang="en-US" altLang="ko-KR" sz="1600" dirty="0">
                <a:ea typeface="+mn-lt"/>
                <a:cs typeface="+mn-lt"/>
              </a:rPr>
              <a:t>’</a:t>
            </a:r>
            <a:r>
              <a:rPr lang="ko-KR" altLang="en-US" sz="1600" dirty="0">
                <a:ea typeface="+mn-lt"/>
                <a:cs typeface="+mn-lt"/>
              </a:rPr>
              <a:t>이다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이후 거미의 시야에 플레이어가 있다면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추적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피격</a:t>
            </a:r>
            <a:r>
              <a:rPr lang="en-US" altLang="ko-KR" sz="1600" dirty="0">
                <a:ea typeface="+mn-lt"/>
                <a:cs typeface="+mn-lt"/>
              </a:rPr>
              <a:t>’ </a:t>
            </a:r>
            <a:r>
              <a:rPr lang="ko-KR" altLang="en-US" sz="1600" dirty="0">
                <a:ea typeface="+mn-lt"/>
                <a:cs typeface="+mn-lt"/>
              </a:rPr>
              <a:t>이후 거미의 시야에 플레이어가 없다면</a:t>
            </a:r>
            <a:r>
              <a:rPr lang="en-US" altLang="ko-KR" sz="1600" dirty="0">
                <a:ea typeface="+mn-lt"/>
                <a:cs typeface="+mn-lt"/>
              </a:rPr>
              <a:t>, </a:t>
            </a:r>
            <a:r>
              <a:rPr lang="ko-KR" altLang="en-US" sz="1600" dirty="0">
                <a:ea typeface="+mn-lt"/>
                <a:cs typeface="+mn-lt"/>
              </a:rPr>
              <a:t>거미는 </a:t>
            </a:r>
            <a:r>
              <a:rPr lang="en-US" altLang="ko-KR" sz="1600" dirty="0">
                <a:ea typeface="+mn-lt"/>
                <a:cs typeface="+mn-lt"/>
              </a:rPr>
              <a:t>‘</a:t>
            </a:r>
            <a:r>
              <a:rPr lang="ko-KR" altLang="en-US" sz="1600" dirty="0">
                <a:ea typeface="+mn-lt"/>
                <a:cs typeface="+mn-lt"/>
              </a:rPr>
              <a:t>복귀</a:t>
            </a:r>
            <a:r>
              <a:rPr lang="en-US" altLang="ko-KR" sz="1600" dirty="0">
                <a:ea typeface="+mn-lt"/>
                <a:cs typeface="+mn-lt"/>
              </a:rPr>
              <a:t>‘ </a:t>
            </a:r>
            <a:r>
              <a:rPr lang="ko-KR" altLang="en-US" sz="1600" dirty="0">
                <a:ea typeface="+mn-lt"/>
                <a:cs typeface="+mn-lt"/>
              </a:rPr>
              <a:t>상태가 된다</a:t>
            </a:r>
            <a:r>
              <a:rPr lang="en-US" altLang="ko-KR" sz="1600" dirty="0">
                <a:ea typeface="+mn-lt"/>
                <a:cs typeface="+mn-lt"/>
              </a:rPr>
              <a:t>.</a:t>
            </a:r>
          </a:p>
          <a:p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피격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이후 거미의 </a:t>
            </a:r>
            <a:r>
              <a:rPr lang="en-US" altLang="ko-KR" sz="1600" dirty="0">
                <a:ea typeface="맑은 고딕"/>
              </a:rPr>
              <a:t>HP</a:t>
            </a:r>
            <a:r>
              <a:rPr lang="ko-KR" altLang="en-US" sz="1600" dirty="0">
                <a:ea typeface="맑은 고딕"/>
              </a:rPr>
              <a:t>가 </a:t>
            </a:r>
            <a:r>
              <a:rPr lang="en-US" altLang="ko-KR" sz="1600" dirty="0">
                <a:ea typeface="맑은 고딕"/>
              </a:rPr>
              <a:t>0 </a:t>
            </a:r>
            <a:r>
              <a:rPr lang="ko-KR" altLang="en-US" sz="1600" dirty="0">
                <a:ea typeface="맑은 고딕"/>
              </a:rPr>
              <a:t>이하가 되면 거미는 </a:t>
            </a:r>
            <a:r>
              <a:rPr lang="en-US" altLang="ko-KR" sz="1600" dirty="0">
                <a:ea typeface="맑은 고딕"/>
              </a:rPr>
              <a:t>‘</a:t>
            </a:r>
            <a:r>
              <a:rPr lang="ko-KR" altLang="en-US" sz="1600" dirty="0">
                <a:ea typeface="맑은 고딕"/>
              </a:rPr>
              <a:t>사망</a:t>
            </a:r>
            <a:r>
              <a:rPr lang="en-US" altLang="ko-KR" sz="1600" dirty="0">
                <a:ea typeface="맑은 고딕"/>
              </a:rPr>
              <a:t>‘ </a:t>
            </a:r>
            <a:r>
              <a:rPr lang="ko-KR" altLang="en-US" sz="1600" dirty="0">
                <a:ea typeface="맑은 고딕"/>
              </a:rPr>
              <a:t>상태가 된다</a:t>
            </a:r>
            <a:r>
              <a:rPr lang="en-US" altLang="ko-KR" sz="1600" dirty="0">
                <a:ea typeface="맑은 고딕"/>
              </a:rPr>
              <a:t>.</a:t>
            </a:r>
            <a:endParaRPr lang="ko-KR" sz="1600" dirty="0">
              <a:ea typeface="맑은 고딕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A20B3E-5EAF-1C5C-66E0-A00DB49AD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78009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66381-4ECE-8DDB-3090-B647A5B24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4630C39-24E5-81FD-8915-F70F8FFDB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62593"/>
            <a:ext cx="1600200" cy="234950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3D866E99-D205-8C2B-7D61-A01FF43B5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/>
          <a:lstStyle/>
          <a:p>
            <a:r>
              <a:rPr lang="ko-KR" altLang="en-US" dirty="0">
                <a:ea typeface="맑은 고딕"/>
              </a:rPr>
              <a:t>스탯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8ED8474-56D6-2372-5488-FAF75927B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예상 스탯 및 설명</a:t>
            </a:r>
            <a:br>
              <a:rPr lang="en-US" altLang="ko-KR" sz="1600" b="1" dirty="0"/>
            </a:br>
            <a:r>
              <a:rPr lang="en-US" altLang="ko-KR" sz="1600" b="1" dirty="0"/>
              <a:t>: </a:t>
            </a:r>
            <a:r>
              <a:rPr lang="ko-KR" altLang="en-US" sz="1600" b="1" dirty="0"/>
              <a:t>해당 표는 </a:t>
            </a:r>
            <a:r>
              <a:rPr lang="ko-KR" altLang="en-US" sz="1600" b="1" dirty="0" err="1"/>
              <a:t>리썰</a:t>
            </a:r>
            <a:r>
              <a:rPr lang="ko-KR" altLang="en-US" sz="1600" b="1" dirty="0"/>
              <a:t> 컴퍼니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벙커 거미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기반으로 작성됨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이후 기획이 진행됨에 따라 추가</a:t>
            </a:r>
            <a:r>
              <a:rPr lang="en-US" altLang="ko-KR" sz="1600" b="1" dirty="0"/>
              <a:t>/</a:t>
            </a:r>
            <a:r>
              <a:rPr lang="ko-KR" altLang="en-US" sz="1600" b="1" dirty="0"/>
              <a:t>삭제될 수 있음</a:t>
            </a:r>
            <a:r>
              <a:rPr lang="en-US" altLang="ko-KR" sz="1600" b="1" dirty="0"/>
              <a:t>.</a:t>
            </a:r>
            <a:endParaRPr lang="ko-KR" altLang="en-US" sz="16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F5CF3DB-6B73-BBD3-48B3-A1A33E87C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7</a:t>
            </a:fld>
            <a:endParaRPr lang="ko-KR" altLang="en-US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F8CD6A2-3726-2AB4-C825-347CEE56F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778339"/>
              </p:ext>
            </p:extLst>
          </p:nvPr>
        </p:nvGraphicFramePr>
        <p:xfrm>
          <a:off x="1358901" y="673322"/>
          <a:ext cx="5256000" cy="606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활동 장소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실내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외부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오후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중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택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레이더 크기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1588480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파워 레벨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504782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ko-KR" altLang="en-US" sz="1400" b="1" dirty="0" err="1">
                          <a:solidFill>
                            <a:schemeClr val="tx1"/>
                          </a:solidFill>
                        </a:rPr>
                        <a:t>스폰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 수량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870006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문 여는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01641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HP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95560"/>
                  </a:ext>
                </a:extLst>
              </a:tr>
              <a:tr h="773130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무기별 스턴 유지 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FSM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에 스턴 관련 내용 넣는 것을 </a:t>
                      </a:r>
                      <a:r>
                        <a:rPr lang="ko-KR" altLang="en-US" sz="1400" b="0" dirty="0" err="1">
                          <a:solidFill>
                            <a:schemeClr val="tx1"/>
                          </a:solidFill>
                        </a:rPr>
                        <a:t>깜빡함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나중에 수정할 때 추가하겠음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현재는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‘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시킬 수 있는 무기가 몇 종 추가될지 잘 모르겠음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74156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 속도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몇 초에 한 번 공격하는지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646873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공격력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1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 공격할 때 들어가는 데미지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8105730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DPS</a:t>
                      </a:r>
                      <a:endParaRPr lang="ko-KR" altLang="en-US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초당 공격력</a:t>
                      </a:r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DPS =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공격력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공격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815463"/>
                  </a:ext>
                </a:extLst>
              </a:tr>
              <a:tr h="423975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Roaming, Return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37819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상태 시 이동 속도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051241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거미줄의 개수는 최소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~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최대 사이에서 랜덤으로 결정된다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219153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설치 거미줄 개수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최대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ko-KR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909202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9F342C0-4607-40F6-DB07-3290C35B8D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493387"/>
              </p:ext>
            </p:extLst>
          </p:nvPr>
        </p:nvGraphicFramePr>
        <p:xfrm>
          <a:off x="6614901" y="673322"/>
          <a:ext cx="5256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000">
                  <a:extLst>
                    <a:ext uri="{9D8B030D-6E8A-4147-A177-3AD203B41FA5}">
                      <a16:colId xmlns:a16="http://schemas.microsoft.com/office/drawing/2014/main" val="31267235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756523170"/>
                    </a:ext>
                  </a:extLst>
                </a:gridCol>
              </a:tblGrid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스탯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83975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 범위 안에 플레이어가 있으면 플레이어를 인식한다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3908078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인식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  <a:endParaRPr lang="en-US" altLang="ko-KR" sz="14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8464952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_X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상태일 때 이 범위 안에 플레이어가 들어오면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Attack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803154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공격 범위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_Y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축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l" latinLnBrk="0"/>
                      <a:endParaRPr lang="en-US" altLang="ko-KR" sz="1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472771"/>
                  </a:ext>
                </a:extLst>
              </a:tr>
              <a:tr h="303433"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플레이어 추적 시간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0"/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초 이상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Chase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상태가 지속되면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포기하고 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Return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 상태가 된다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94137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101B4FF2-E956-08F4-CDB7-C17023C77DDD}"/>
              </a:ext>
            </a:extLst>
          </p:cNvPr>
          <p:cNvGrpSpPr/>
          <p:nvPr/>
        </p:nvGrpSpPr>
        <p:grpSpPr>
          <a:xfrm>
            <a:off x="6787700" y="3769753"/>
            <a:ext cx="4680400" cy="2895600"/>
            <a:chOff x="6787700" y="3769753"/>
            <a:chExt cx="3401199" cy="21042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B2D7218-045C-1764-B6BF-F1138DB823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9583" t="3820" r="4356" b="1518"/>
            <a:stretch>
              <a:fillRect/>
            </a:stretch>
          </p:blipFill>
          <p:spPr>
            <a:xfrm>
              <a:off x="6787700" y="3769753"/>
              <a:ext cx="1915901" cy="210420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CC26DA-D4FC-14DB-F9F1-3A0A558B6928}"/>
                </a:ext>
              </a:extLst>
            </p:cNvPr>
            <p:cNvSpPr txBox="1"/>
            <p:nvPr/>
          </p:nvSpPr>
          <p:spPr>
            <a:xfrm>
              <a:off x="8703601" y="5404274"/>
              <a:ext cx="1485298" cy="46968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dirty="0"/>
                <a:t>: </a:t>
              </a:r>
              <a:r>
                <a:rPr lang="ko-KR" altLang="en-US" dirty="0"/>
                <a:t>인식</a:t>
              </a:r>
              <a:r>
                <a:rPr lang="en-US" altLang="ko-KR" dirty="0"/>
                <a:t>/</a:t>
              </a:r>
              <a:r>
                <a:rPr lang="ko-KR" altLang="en-US" dirty="0"/>
                <a:t>공격 범위 예상도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4618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74B72E07-7E70-4996-7B43-4A531276094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EAB9521A-5EED-1BEE-9B68-3460F6378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2F3F5E-72BC-8AEB-21C5-341DEE4A18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거미가 거미줄을 설치할 때</a:t>
            </a:r>
            <a:r>
              <a:rPr lang="en-US" altLang="ko-KR" b="1" dirty="0"/>
              <a:t> </a:t>
            </a:r>
            <a:r>
              <a:rPr lang="ko-KR" altLang="en-US" b="1" dirty="0"/>
              <a:t>무한정 </a:t>
            </a:r>
            <a:r>
              <a:rPr lang="ko-KR" altLang="en-US" b="1" dirty="0" err="1"/>
              <a:t>맵을</a:t>
            </a:r>
            <a:r>
              <a:rPr lang="ko-KR" altLang="en-US" b="1" dirty="0"/>
              <a:t> 돌아다니게 둘 수는 없음</a:t>
            </a:r>
            <a:r>
              <a:rPr lang="en-US" altLang="ko-KR" b="1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/>
              <a:t>거미줄을 </a:t>
            </a:r>
            <a:r>
              <a:rPr lang="en-US" altLang="ko-KR" dirty="0"/>
              <a:t>n</a:t>
            </a:r>
            <a:r>
              <a:rPr lang="ko-KR" altLang="en-US" dirty="0"/>
              <a:t>초에 한 번씩 설치하게 제한</a:t>
            </a:r>
            <a:br>
              <a:rPr lang="en-US" altLang="ko-KR" dirty="0"/>
            </a:br>
            <a:r>
              <a:rPr lang="ko-KR" altLang="en-US" dirty="0"/>
              <a:t>조금 </a:t>
            </a:r>
            <a:r>
              <a:rPr lang="ko-KR" altLang="en-US" dirty="0" err="1"/>
              <a:t>애매한게</a:t>
            </a:r>
            <a:r>
              <a:rPr lang="en-US" altLang="ko-KR" dirty="0"/>
              <a:t>, </a:t>
            </a:r>
            <a:r>
              <a:rPr lang="ko-KR" altLang="en-US" dirty="0"/>
              <a:t>문을 여는데 시간이 걸리거나 다른 몬스터와 충돌해서 움직이지 못하는 상황에서는 거미줄이 한 곳에 여러 개 설치될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거미의 이동 범위 제한</a:t>
            </a:r>
            <a:endParaRPr lang="en-US" altLang="ko-KR" dirty="0"/>
          </a:p>
          <a:p>
            <a:pPr lvl="1"/>
            <a:r>
              <a:rPr lang="en-US" altLang="ko-KR" sz="1800" dirty="0"/>
              <a:t>2-1. </a:t>
            </a:r>
            <a:r>
              <a:rPr lang="ko-KR" altLang="en-US" sz="1800" dirty="0"/>
              <a:t>미터</a:t>
            </a:r>
            <a:r>
              <a:rPr lang="en-US" altLang="ko-KR" sz="1800" dirty="0"/>
              <a:t>(m) </a:t>
            </a:r>
            <a:r>
              <a:rPr lang="ko-KR" altLang="en-US" sz="1800" dirty="0"/>
              <a:t>등의 거리 단위로 측정하여 제한한다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2-2. </a:t>
            </a:r>
            <a:r>
              <a:rPr lang="ko-KR" altLang="en-US" sz="1800" dirty="0"/>
              <a:t>시설에 존재하는 </a:t>
            </a:r>
            <a:r>
              <a:rPr lang="en-US" altLang="ko-KR" sz="1800" dirty="0"/>
              <a:t>‘</a:t>
            </a:r>
            <a:r>
              <a:rPr lang="ko-KR" altLang="en-US" sz="1800" dirty="0"/>
              <a:t>문</a:t>
            </a:r>
            <a:r>
              <a:rPr lang="en-US" altLang="ko-KR" sz="1800" dirty="0"/>
              <a:t>’</a:t>
            </a:r>
            <a:r>
              <a:rPr lang="ko-KR" altLang="en-US" sz="1800" dirty="0"/>
              <a:t>을 이용하여</a:t>
            </a:r>
            <a:r>
              <a:rPr lang="en-US" altLang="ko-KR" sz="1800" dirty="0"/>
              <a:t>, </a:t>
            </a:r>
            <a:r>
              <a:rPr lang="ko-KR" altLang="en-US" sz="1800" dirty="0"/>
              <a:t>거미줄 설치 루틴 중인 거미가 문을 </a:t>
            </a:r>
            <a:r>
              <a:rPr lang="en-US" altLang="ko-KR" sz="1800" dirty="0"/>
              <a:t>n</a:t>
            </a:r>
            <a:r>
              <a:rPr lang="ko-KR" altLang="en-US" sz="1800" dirty="0"/>
              <a:t>개만 통과할 수 있도록 지정한다</a:t>
            </a:r>
            <a:r>
              <a:rPr lang="en-US" altLang="ko-KR" sz="1800" dirty="0"/>
              <a:t>. </a:t>
            </a:r>
            <a:r>
              <a:rPr lang="ko-KR" altLang="en-US" sz="1800" dirty="0"/>
              <a:t>거미에게 </a:t>
            </a:r>
            <a:r>
              <a:rPr lang="en-US" altLang="ko-KR" sz="1800" dirty="0"/>
              <a:t>‘</a:t>
            </a:r>
            <a:r>
              <a:rPr lang="ko-KR" altLang="en-US" sz="1800" dirty="0" err="1"/>
              <a:t>스폰된</a:t>
            </a:r>
            <a:r>
              <a:rPr lang="ko-KR" altLang="en-US" sz="1800" dirty="0"/>
              <a:t>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와 </a:t>
            </a:r>
            <a:r>
              <a:rPr lang="en-US" altLang="ko-KR" sz="1800" dirty="0"/>
              <a:t>‘</a:t>
            </a:r>
            <a:r>
              <a:rPr lang="ko-KR" altLang="en-US" sz="1800" dirty="0"/>
              <a:t>배회하며 마지막 문을 통과한 위치</a:t>
            </a:r>
            <a:r>
              <a:rPr lang="en-US" altLang="ko-KR" sz="1800" dirty="0"/>
              <a:t>’</a:t>
            </a:r>
            <a:r>
              <a:rPr lang="ko-KR" altLang="en-US" sz="1800" dirty="0"/>
              <a:t>를 저장하여</a:t>
            </a:r>
            <a:r>
              <a:rPr lang="en-US" altLang="ko-KR" sz="1800" dirty="0"/>
              <a:t>, </a:t>
            </a:r>
            <a:r>
              <a:rPr lang="ko-KR" altLang="en-US" sz="1800" dirty="0"/>
              <a:t>그 사이에서만 거미줄을 설치할 수 있도록 한다</a:t>
            </a:r>
            <a:r>
              <a:rPr lang="en-US" altLang="ko-KR" sz="1800" dirty="0"/>
              <a:t>.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b="1" dirty="0"/>
              <a:t>거미줄 설치 루틴일 때</a:t>
            </a:r>
            <a:r>
              <a:rPr lang="en-US" altLang="ko-KR" b="1" dirty="0"/>
              <a:t>, </a:t>
            </a:r>
            <a:r>
              <a:rPr lang="ko-KR" altLang="en-US" b="1" dirty="0"/>
              <a:t>플레이어가 거미줄에 닿거나</a:t>
            </a:r>
            <a:r>
              <a:rPr lang="en-US" altLang="ko-KR" b="1" dirty="0"/>
              <a:t>/</a:t>
            </a:r>
            <a:r>
              <a:rPr lang="ko-KR" altLang="en-US" b="1" dirty="0"/>
              <a:t>파괴하거나</a:t>
            </a:r>
            <a:r>
              <a:rPr lang="en-US" altLang="ko-KR" b="1" dirty="0"/>
              <a:t>/</a:t>
            </a:r>
            <a:r>
              <a:rPr lang="ko-KR" altLang="en-US" b="1" dirty="0"/>
              <a:t>거미와 만난다면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1. </a:t>
            </a:r>
            <a:r>
              <a:rPr lang="ko-KR" altLang="en-US" dirty="0" err="1"/>
              <a:t>리썰처럼</a:t>
            </a:r>
            <a:r>
              <a:rPr lang="ko-KR" altLang="en-US" dirty="0"/>
              <a:t> 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리썰의</a:t>
            </a:r>
            <a:r>
              <a:rPr lang="ko-KR" altLang="en-US" dirty="0"/>
              <a:t> 경우</a:t>
            </a:r>
            <a:r>
              <a:rPr lang="en-US" altLang="ko-KR" dirty="0"/>
              <a:t>, </a:t>
            </a:r>
            <a:r>
              <a:rPr lang="ko-KR" altLang="en-US" dirty="0"/>
              <a:t>거미줄을 설치 중일 때는 플레이어가 공격하는 것 외에는 플레이어의 존재를 인식하지 못하게끔 함</a:t>
            </a:r>
            <a:r>
              <a:rPr lang="en-US" altLang="ko-KR" dirty="0"/>
              <a:t>. (</a:t>
            </a:r>
            <a:r>
              <a:rPr lang="ko-KR" altLang="en-US" dirty="0"/>
              <a:t>인게임에서 몇 번 더 확인해보긴 해야 될 듯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대책 </a:t>
            </a:r>
            <a:r>
              <a:rPr lang="en-US" altLang="ko-KR" dirty="0"/>
              <a:t>2. </a:t>
            </a:r>
            <a:r>
              <a:rPr lang="ko-KR" altLang="en-US" dirty="0"/>
              <a:t>추적 상태가 된다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 </a:t>
            </a:r>
            <a:r>
              <a:rPr lang="en-US" altLang="ko-KR" dirty="0"/>
              <a:t>Return -&gt; Waiting </a:t>
            </a:r>
            <a:r>
              <a:rPr lang="ko-KR" altLang="en-US" dirty="0"/>
              <a:t>상태가 되면</a:t>
            </a:r>
            <a:r>
              <a:rPr lang="en-US" altLang="ko-KR" dirty="0"/>
              <a:t>, </a:t>
            </a:r>
            <a:r>
              <a:rPr lang="ko-KR" altLang="en-US" dirty="0"/>
              <a:t>다시 거미줄을 지정된 개수만큼 설치하는 거미줄 설치 루틴을 시작한다</a:t>
            </a:r>
            <a:r>
              <a:rPr lang="en-US" altLang="ko-KR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4F0E13-747A-0622-5BBF-9821D6D13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365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2DB4-A46D-BC74-46ED-92ABFD529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E64B79AA-477C-3321-36CE-140B2C5FF3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2870680"/>
            <a:ext cx="1600200" cy="2349500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DDE954C9-29E5-2F19-8CFA-FD48C236F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2019300" cy="2751522"/>
          </a:xfrm>
        </p:spPr>
        <p:txBody>
          <a:bodyPr/>
          <a:lstStyle/>
          <a:p>
            <a:r>
              <a:rPr lang="ko-KR" altLang="en-US" dirty="0"/>
              <a:t>추후</a:t>
            </a:r>
            <a:br>
              <a:rPr lang="en-US" altLang="ko-KR" dirty="0"/>
            </a:br>
            <a:r>
              <a:rPr lang="ko-KR" altLang="en-US" dirty="0"/>
              <a:t>결정</a:t>
            </a:r>
            <a:br>
              <a:rPr lang="en-US" altLang="ko-KR" dirty="0"/>
            </a:br>
            <a:r>
              <a:rPr lang="ko-KR" altLang="en-US" dirty="0"/>
              <a:t>사항</a:t>
            </a:r>
            <a:br>
              <a:rPr lang="en-US" altLang="ko-KR" dirty="0"/>
            </a:b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언젠가는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정해야</a:t>
            </a:r>
            <a:b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할 것들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DB05FD3-8765-9941-8B17-7908524C4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ko-KR" altLang="en-US" b="1" dirty="0"/>
              <a:t>상태에 </a:t>
            </a:r>
            <a:r>
              <a:rPr lang="en-US" altLang="ko-KR" b="1" dirty="0"/>
              <a:t>Kill</a:t>
            </a:r>
            <a:r>
              <a:rPr lang="ko-KR" altLang="en-US" b="1" dirty="0"/>
              <a:t>을 추가할까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플레이어를 공격한 후</a:t>
            </a:r>
            <a:r>
              <a:rPr lang="en-US" altLang="ko-KR" dirty="0"/>
              <a:t>, </a:t>
            </a:r>
            <a:r>
              <a:rPr lang="ko-KR" altLang="en-US" dirty="0"/>
              <a:t>플레이어가 사망했을 때 나오는 모션</a:t>
            </a:r>
            <a:r>
              <a:rPr lang="en-US" altLang="ko-KR" dirty="0"/>
              <a:t>… </a:t>
            </a:r>
            <a:r>
              <a:rPr lang="ko-KR" altLang="en-US" dirty="0" err="1"/>
              <a:t>리썰에서</a:t>
            </a:r>
            <a:r>
              <a:rPr lang="ko-KR" altLang="en-US" dirty="0"/>
              <a:t> 거미가 시체를 고치로 만드는 거</a:t>
            </a:r>
            <a:endParaRPr lang="en-US" altLang="ko-KR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F635F60-F680-57F8-30DB-D245FD9AA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172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C5BB49B-2D1D-250E-3A4C-2C3DC12D27A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654689"/>
            <a:ext cx="1600200" cy="2349500"/>
          </a:xfrm>
        </p:spPr>
        <p:txBody>
          <a:bodyPr/>
          <a:lstStyle/>
          <a:p>
            <a:r>
              <a:rPr lang="ko-KR" altLang="en-US" dirty="0">
                <a:hlinkClick r:id="rId2" action="ppaction://hlinksldjump"/>
              </a:rPr>
              <a:t>목차 바로가기</a:t>
            </a:r>
            <a:endParaRPr lang="ko-KR" altLang="en-US" dirty="0"/>
          </a:p>
        </p:txBody>
      </p:sp>
      <p:sp>
        <p:nvSpPr>
          <p:cNvPr id="3" name="제목 2">
            <a:extLst>
              <a:ext uri="{FF2B5EF4-FFF2-40B4-BE49-F238E27FC236}">
                <a16:creationId xmlns:a16="http://schemas.microsoft.com/office/drawing/2014/main" id="{55F1A650-1373-4783-066B-84BC96D8B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19158"/>
            <a:ext cx="1600200" cy="535531"/>
          </a:xfrm>
        </p:spPr>
        <p:txBody>
          <a:bodyPr>
            <a:spAutoFit/>
          </a:bodyPr>
          <a:lstStyle/>
          <a:p>
            <a:r>
              <a:rPr lang="ko-KR" altLang="en-US" dirty="0"/>
              <a:t>로그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AB9C4D9-F292-869E-807A-EB952E9BD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altLang="ko-KR" dirty="0">
                <a:ea typeface="맑은 고딕"/>
              </a:rPr>
              <a:t>08.09 : ppt </a:t>
            </a:r>
            <a:r>
              <a:rPr lang="en-US" altLang="ko-KR" dirty="0" err="1">
                <a:ea typeface="맑은 고딕"/>
              </a:rPr>
              <a:t>생성</a:t>
            </a:r>
            <a:endParaRPr lang="en-US" altLang="ko-KR" dirty="0">
              <a:ea typeface="맑은 고딕"/>
            </a:endParaRPr>
          </a:p>
          <a:p>
            <a:r>
              <a:rPr lang="en-US" altLang="ko-KR" dirty="0">
                <a:ea typeface="맑은 고딕"/>
              </a:rPr>
              <a:t>08.10 : state, FSM </a:t>
            </a:r>
            <a:r>
              <a:rPr lang="ko-KR" altLang="en-US" dirty="0">
                <a:ea typeface="맑은 고딕"/>
              </a:rPr>
              <a:t>추가</a:t>
            </a:r>
            <a:endParaRPr lang="en-US" altLang="ko-KR" dirty="0">
              <a:ea typeface="맑은 고딕"/>
            </a:endParaRPr>
          </a:p>
          <a:p>
            <a:r>
              <a:rPr lang="en-US" altLang="ko-KR" dirty="0">
                <a:ea typeface="맑은 고딕"/>
              </a:rPr>
              <a:t>08.11 : </a:t>
            </a:r>
            <a:r>
              <a:rPr lang="ko-KR" altLang="en-US" dirty="0">
                <a:ea typeface="맑은 고딕"/>
              </a:rPr>
              <a:t>설명</a:t>
            </a:r>
            <a:r>
              <a:rPr lang="en-US" altLang="ko-KR" dirty="0">
                <a:ea typeface="맑은 고딕"/>
              </a:rPr>
              <a:t>, </a:t>
            </a:r>
            <a:r>
              <a:rPr lang="ko-KR" altLang="en-US" dirty="0">
                <a:ea typeface="맑은 고딕"/>
              </a:rPr>
              <a:t>예상 </a:t>
            </a:r>
            <a:r>
              <a:rPr lang="en-US" altLang="ko-KR" dirty="0">
                <a:ea typeface="맑은 고딕"/>
              </a:rPr>
              <a:t>stat, </a:t>
            </a:r>
            <a:r>
              <a:rPr lang="ko-KR" altLang="en-US" dirty="0">
                <a:ea typeface="맑은 고딕"/>
              </a:rPr>
              <a:t>추후 결정 사항</a:t>
            </a:r>
            <a:r>
              <a:rPr lang="en-US" altLang="ko-KR" dirty="0">
                <a:ea typeface="맑은 고딕"/>
              </a:rPr>
              <a:t> </a:t>
            </a:r>
            <a:r>
              <a:rPr lang="ko-KR" altLang="en-US" dirty="0">
                <a:ea typeface="맑은 고딕"/>
              </a:rPr>
              <a:t>추가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 FSM </a:t>
            </a:r>
            <a:r>
              <a:rPr lang="ko-KR" altLang="en-US" dirty="0">
                <a:ea typeface="맑은 고딕"/>
              </a:rPr>
              <a:t>수정 사항 표시</a:t>
            </a:r>
            <a:r>
              <a:rPr lang="en-US" altLang="ko-KR" dirty="0">
                <a:ea typeface="맑은 고딕"/>
              </a:rPr>
              <a:t>(</a:t>
            </a:r>
            <a:r>
              <a:rPr lang="ko-KR" altLang="en-US" dirty="0">
                <a:ea typeface="맑은 고딕"/>
              </a:rPr>
              <a:t>빨강</a:t>
            </a:r>
            <a:r>
              <a:rPr lang="en-US" altLang="ko-KR" dirty="0">
                <a:ea typeface="맑은 고딕"/>
              </a:rPr>
              <a:t>, </a:t>
            </a:r>
            <a:r>
              <a:rPr lang="ko-KR" altLang="en-US" dirty="0">
                <a:ea typeface="맑은 고딕"/>
              </a:rPr>
              <a:t>주황</a:t>
            </a:r>
            <a:r>
              <a:rPr lang="en-US" altLang="ko-KR" dirty="0">
                <a:ea typeface="맑은 고딕"/>
              </a:rPr>
              <a:t>)</a:t>
            </a:r>
            <a:br>
              <a:rPr lang="en-US" altLang="ko-KR" dirty="0">
                <a:ea typeface="맑은 고딕"/>
              </a:rPr>
            </a:br>
            <a:r>
              <a:rPr lang="en-US" altLang="ko-KR" dirty="0">
                <a:ea typeface="맑은 고딕"/>
              </a:rPr>
              <a:t>	 *State</a:t>
            </a:r>
            <a:r>
              <a:rPr lang="ko-KR" altLang="en-US" dirty="0">
                <a:ea typeface="맑은 고딕"/>
              </a:rPr>
              <a:t>에서  </a:t>
            </a:r>
            <a:r>
              <a:rPr lang="en-US" altLang="ko-KR" dirty="0">
                <a:ea typeface="맑은 고딕"/>
              </a:rPr>
              <a:t>Idle</a:t>
            </a:r>
            <a:r>
              <a:rPr lang="ko-KR" altLang="en-US" dirty="0">
                <a:ea typeface="맑은 고딕"/>
              </a:rPr>
              <a:t>을 </a:t>
            </a:r>
            <a:r>
              <a:rPr lang="en-US" altLang="ko-KR" dirty="0">
                <a:ea typeface="맑은 고딕"/>
              </a:rPr>
              <a:t>Stop</a:t>
            </a:r>
            <a:r>
              <a:rPr lang="ko-KR" altLang="en-US" dirty="0">
                <a:ea typeface="맑은 고딕"/>
              </a:rPr>
              <a:t>으로 바꾸는 게 더 적합할까</a:t>
            </a:r>
            <a:r>
              <a:rPr lang="en-US" altLang="ko-KR" dirty="0">
                <a:ea typeface="맑은 고딕"/>
              </a:rPr>
              <a:t>?</a:t>
            </a:r>
          </a:p>
          <a:p>
            <a:endParaRPr lang="ko-KR" altLang="en-US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18BCAD-8F6C-0F20-E5B7-486A2F82C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26FEB-661D-4181-84CB-C53DCFE1931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639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3267</TotalTime>
  <Words>917</Words>
  <Application>Microsoft Office PowerPoint</Application>
  <PresentationFormat>와이드스크린</PresentationFormat>
  <Paragraphs>114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실내 몬스터 기획 Spider (거미)</vt:lpstr>
      <vt:lpstr>목차</vt:lpstr>
      <vt:lpstr>설명</vt:lpstr>
      <vt:lpstr>FSM</vt:lpstr>
      <vt:lpstr>FSM</vt:lpstr>
      <vt:lpstr>FSM</vt:lpstr>
      <vt:lpstr>스탯</vt:lpstr>
      <vt:lpstr>추후 결정 사항 (언젠가는 정해야 할 것들)</vt:lpstr>
      <vt:lpstr>추후 결정 사항 (언젠가는 정해야 할 것들)</vt:lpstr>
      <vt:lpstr>로그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이하나 윤</dc:creator>
  <cp:lastModifiedBy>이하나 윤</cp:lastModifiedBy>
  <cp:revision>39</cp:revision>
  <dcterms:created xsi:type="dcterms:W3CDTF">2025-07-11T11:24:26Z</dcterms:created>
  <dcterms:modified xsi:type="dcterms:W3CDTF">2025-08-10T20:07:11Z</dcterms:modified>
</cp:coreProperties>
</file>