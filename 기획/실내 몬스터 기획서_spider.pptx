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75" r:id="rId4"/>
    <p:sldId id="276" r:id="rId5"/>
    <p:sldId id="278" r:id="rId6"/>
    <p:sldId id="280" r:id="rId7"/>
    <p:sldId id="277" r:id="rId8"/>
    <p:sldId id="279" r:id="rId9"/>
    <p:sldId id="281" r:id="rId10"/>
    <p:sldId id="27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BFBFBF"/>
    <a:srgbClr val="FF00FF"/>
    <a:srgbClr val="8B5831"/>
    <a:srgbClr val="000000"/>
    <a:srgbClr val="0000FF"/>
    <a:srgbClr val="00FF00"/>
    <a:srgbClr val="00B0F0"/>
    <a:srgbClr val="FFFFFF"/>
    <a:srgbClr val="007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74E1F-609B-460D-A057-CD11A8DD430C}" v="1" dt="2025-09-28T09:31:26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>
        <p:scale>
          <a:sx n="75" d="100"/>
          <a:sy n="75" d="100"/>
        </p:scale>
        <p:origin x="125" y="115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83430688-9A9B-4D5C-995B-B3B56A5D0E22}"/>
    <pc:docChg chg="undo redo custSel addSld modSld sldOrd">
      <pc:chgData name="이하나 윤" userId="f658f17427b35de9" providerId="LiveId" clId="{83430688-9A9B-4D5C-995B-B3B56A5D0E22}" dt="2025-08-10T20:07:02.708" v="11195" actId="14100"/>
      <pc:docMkLst>
        <pc:docMk/>
      </pc:docMkLst>
      <pc:sldChg chg="modSp mod">
        <pc:chgData name="이하나 윤" userId="f658f17427b35de9" providerId="LiveId" clId="{83430688-9A9B-4D5C-995B-B3B56A5D0E22}" dt="2025-08-10T19:54:22.309" v="11121" actId="20577"/>
        <pc:sldMkLst>
          <pc:docMk/>
          <pc:sldMk cId="695329364" sldId="256"/>
        </pc:sldMkLst>
      </pc:sldChg>
      <pc:sldChg chg="modSp mod">
        <pc:chgData name="이하나 윤" userId="f658f17427b35de9" providerId="LiveId" clId="{83430688-9A9B-4D5C-995B-B3B56A5D0E22}" dt="2025-08-10T19:27:22.014" v="9140" actId="20577"/>
        <pc:sldMkLst>
          <pc:docMk/>
          <pc:sldMk cId="1843325994" sldId="257"/>
        </pc:sldMkLst>
      </pc:sldChg>
      <pc:sldChg chg="modSp mod">
        <pc:chgData name="이하나 윤" userId="f658f17427b35de9" providerId="LiveId" clId="{83430688-9A9B-4D5C-995B-B3B56A5D0E22}" dt="2025-08-10T19:41:58.077" v="10009" actId="20577"/>
        <pc:sldMkLst>
          <pc:docMk/>
          <pc:sldMk cId="565639903" sldId="274"/>
        </pc:sldMkLst>
      </pc:sldChg>
      <pc:sldChg chg="modSp mod">
        <pc:chgData name="이하나 윤" userId="f658f17427b35de9" providerId="LiveId" clId="{83430688-9A9B-4D5C-995B-B3B56A5D0E22}" dt="2025-08-10T19:50:57.747" v="10826" actId="20577"/>
        <pc:sldMkLst>
          <pc:docMk/>
          <pc:sldMk cId="1147331172" sldId="275"/>
        </pc:sldMkLst>
      </pc:sldChg>
      <pc:sldChg chg="modSp mod">
        <pc:chgData name="이하나 윤" userId="f658f17427b35de9" providerId="LiveId" clId="{83430688-9A9B-4D5C-995B-B3B56A5D0E22}" dt="2025-08-10T19:51:57.198" v="10864" actId="20577"/>
        <pc:sldMkLst>
          <pc:docMk/>
          <pc:sldMk cId="1876407676" sldId="276"/>
        </pc:sldMkLst>
      </pc:sldChg>
      <pc:sldChg chg="addSp delSp modSp mod">
        <pc:chgData name="이하나 윤" userId="f658f17427b35de9" providerId="LiveId" clId="{83430688-9A9B-4D5C-995B-B3B56A5D0E22}" dt="2025-08-10T20:06:17.239" v="11194" actId="1076"/>
        <pc:sldMkLst>
          <pc:docMk/>
          <pc:sldMk cId="1274618336" sldId="277"/>
        </pc:sldMkLst>
      </pc:sldChg>
      <pc:sldChg chg="addSp delSp modSp add mod">
        <pc:chgData name="이하나 윤" userId="f658f17427b35de9" providerId="LiveId" clId="{83430688-9A9B-4D5C-995B-B3B56A5D0E22}" dt="2025-08-10T20:07:02.708" v="11195" actId="14100"/>
        <pc:sldMkLst>
          <pc:docMk/>
          <pc:sldMk cId="2153143939" sldId="278"/>
        </pc:sldMkLst>
      </pc:sldChg>
      <pc:sldChg chg="modSp new mod">
        <pc:chgData name="이하나 윤" userId="f658f17427b35de9" providerId="LiveId" clId="{83430688-9A9B-4D5C-995B-B3B56A5D0E22}" dt="2025-08-10T19:53:48.283" v="11112" actId="20577"/>
        <pc:sldMkLst>
          <pc:docMk/>
          <pc:sldMk cId="1975365145" sldId="279"/>
        </pc:sldMkLst>
      </pc:sldChg>
      <pc:sldChg chg="modSp add mod ord">
        <pc:chgData name="이하나 윤" userId="f658f17427b35de9" providerId="LiveId" clId="{83430688-9A9B-4D5C-995B-B3B56A5D0E22}" dt="2025-08-10T19:52:05.059" v="10866" actId="20577"/>
        <pc:sldMkLst>
          <pc:docMk/>
          <pc:sldMk cId="1557800939" sldId="280"/>
        </pc:sldMkLst>
      </pc:sldChg>
      <pc:sldChg chg="modSp add mod">
        <pc:chgData name="이하나 윤" userId="f658f17427b35de9" providerId="LiveId" clId="{83430688-9A9B-4D5C-995B-B3B56A5D0E22}" dt="2025-08-10T19:53:44.186" v="11111" actId="113"/>
        <pc:sldMkLst>
          <pc:docMk/>
          <pc:sldMk cId="1567172038" sldId="281"/>
        </pc:sldMkLst>
      </pc:sldChg>
    </pc:docChg>
  </pc:docChgLst>
  <pc:docChgLst>
    <pc:chgData name="이하나 윤" userId="f658f17427b35de9" providerId="LiveId" clId="{E9838EAF-D27B-40BD-973C-B669816E3ACD}"/>
    <pc:docChg chg="undo custSel modSld">
      <pc:chgData name="이하나 윤" userId="f658f17427b35de9" providerId="LiveId" clId="{E9838EAF-D27B-40BD-973C-B669816E3ACD}" dt="2025-09-28T09:33:42.430" v="201" actId="20577"/>
      <pc:docMkLst>
        <pc:docMk/>
      </pc:docMkLst>
      <pc:sldChg chg="modSp mod">
        <pc:chgData name="이하나 윤" userId="f658f17427b35de9" providerId="LiveId" clId="{E9838EAF-D27B-40BD-973C-B669816E3ACD}" dt="2025-09-28T08:32:47.011" v="5" actId="20577"/>
        <pc:sldMkLst>
          <pc:docMk/>
          <pc:sldMk cId="695329364" sldId="256"/>
        </pc:sldMkLst>
        <pc:spChg chg="mod">
          <ac:chgData name="이하나 윤" userId="f658f17427b35de9" providerId="LiveId" clId="{E9838EAF-D27B-40BD-973C-B669816E3ACD}" dt="2025-09-28T08:32:47.011" v="5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E9838EAF-D27B-40BD-973C-B669816E3ACD}" dt="2025-09-28T09:33:42.430" v="201" actId="20577"/>
        <pc:sldMkLst>
          <pc:docMk/>
          <pc:sldMk cId="565639903" sldId="274"/>
        </pc:sldMkLst>
        <pc:spChg chg="mod">
          <ac:chgData name="이하나 윤" userId="f658f17427b35de9" providerId="LiveId" clId="{E9838EAF-D27B-40BD-973C-B669816E3ACD}" dt="2025-09-28T09:33:42.430" v="201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mod">
        <pc:chgData name="이하나 윤" userId="f658f17427b35de9" providerId="LiveId" clId="{E9838EAF-D27B-40BD-973C-B669816E3ACD}" dt="2025-09-28T09:32:48.622" v="169" actId="20577"/>
        <pc:sldMkLst>
          <pc:docMk/>
          <pc:sldMk cId="1274618336" sldId="277"/>
        </pc:sldMkLst>
        <pc:graphicFrameChg chg="modGraphic">
          <ac:chgData name="이하나 윤" userId="f658f17427b35de9" providerId="LiveId" clId="{E9838EAF-D27B-40BD-973C-B669816E3ACD}" dt="2025-09-28T09:32:48.622" v="169" actId="20577"/>
          <ac:graphicFrameMkLst>
            <pc:docMk/>
            <pc:sldMk cId="1274618336" sldId="277"/>
            <ac:graphicFrameMk id="9" creationId="{29F342C0-4607-40F6-DB07-3290C35B8D82}"/>
          </ac:graphicFrameMkLst>
        </pc:graphicFrameChg>
      </pc:sldChg>
      <pc:sldChg chg="addSp delSp modSp mod">
        <pc:chgData name="이하나 윤" userId="f658f17427b35de9" providerId="LiveId" clId="{E9838EAF-D27B-40BD-973C-B669816E3ACD}" dt="2025-09-28T09:31:42.233" v="23" actId="6549"/>
        <pc:sldMkLst>
          <pc:docMk/>
          <pc:sldMk cId="2153143939" sldId="278"/>
        </pc:sldMkLst>
        <pc:spChg chg="mod">
          <ac:chgData name="이하나 윤" userId="f658f17427b35de9" providerId="LiveId" clId="{E9838EAF-D27B-40BD-973C-B669816E3ACD}" dt="2025-09-28T09:31:42.233" v="23" actId="6549"/>
          <ac:spMkLst>
            <pc:docMk/>
            <pc:sldMk cId="2153143939" sldId="278"/>
            <ac:spMk id="4" creationId="{6A09C412-F298-D112-F5ED-BC6C42B7602C}"/>
          </ac:spMkLst>
        </pc:spChg>
        <pc:grpChg chg="del">
          <ac:chgData name="이하나 윤" userId="f658f17427b35de9" providerId="LiveId" clId="{E9838EAF-D27B-40BD-973C-B669816E3ACD}" dt="2025-09-28T09:31:19.108" v="14" actId="478"/>
          <ac:grpSpMkLst>
            <pc:docMk/>
            <pc:sldMk cId="2153143939" sldId="278"/>
            <ac:grpSpMk id="362" creationId="{DC08A474-2A17-65E8-9E6F-DF8D33B68EF3}"/>
          </ac:grpSpMkLst>
        </pc:grpChg>
        <pc:picChg chg="add mod">
          <ac:chgData name="이하나 윤" userId="f658f17427b35de9" providerId="LiveId" clId="{E9838EAF-D27B-40BD-973C-B669816E3ACD}" dt="2025-09-28T09:31:30.636" v="18" actId="1076"/>
          <ac:picMkLst>
            <pc:docMk/>
            <pc:sldMk cId="2153143939" sldId="278"/>
            <ac:picMk id="8" creationId="{3697FF2D-6CCF-5BC4-D9B3-B69C58253F5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thal-company.fandom.com/wiki/Bunker_Spid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실내 몬스터 기획</a:t>
            </a:r>
            <a:br>
              <a:rPr lang="ko-KR" altLang="en-US" dirty="0">
                <a:ea typeface="맑은 고딕"/>
              </a:rPr>
            </a:br>
            <a:r>
              <a:rPr lang="ko-KR" altLang="en-US" dirty="0" err="1">
                <a:ea typeface="맑은 고딕"/>
              </a:rPr>
              <a:t>Spider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거미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 err="1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2025.09.28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4E9680F-0036-4B10-157E-DB8CB670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C19CA-242E-6D40-AE00-592C2404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rtlCol="0" anchor="t">
            <a:noAutofit/>
          </a:bodyPr>
          <a:lstStyle/>
          <a:p>
            <a:r>
              <a:rPr lang="ko-KR" altLang="en-US" dirty="0">
                <a:solidFill>
                  <a:srgbClr val="000000"/>
                </a:solidFill>
                <a:ea typeface="맑은 고딕"/>
                <a:hlinkClick r:id="rId2" action="ppaction://hlinksldjump"/>
              </a:rPr>
              <a:t>설명</a:t>
            </a:r>
            <a:endParaRPr lang="ko-KR" altLang="en-US" dirty="0">
              <a:solidFill>
                <a:srgbClr val="000000"/>
              </a:solidFill>
              <a:ea typeface="맑은 고딕"/>
            </a:endParaRPr>
          </a:p>
          <a:p>
            <a:endParaRPr lang="ko-KR" altLang="en-US" sz="1800" dirty="0">
              <a:ea typeface="맑은 고딕"/>
            </a:endParaRPr>
          </a:p>
          <a:p>
            <a:r>
              <a:rPr lang="ko-KR" altLang="en-US" dirty="0">
                <a:ea typeface="맑은 고딕"/>
                <a:hlinkClick r:id="rId3" action="ppaction://hlinksldjump"/>
              </a:rPr>
              <a:t>FSM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  <a:hlinkClick r:id="rId4" action="ppaction://hlinksldjump"/>
              </a:rPr>
              <a:t>스탯</a:t>
            </a:r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r>
              <a:rPr lang="ko-KR" altLang="en-US" dirty="0">
                <a:ea typeface="맑은 고딕"/>
                <a:hlinkClick r:id="rId5" action="ppaction://hlinksldjump"/>
              </a:rPr>
              <a:t>추후 결정 사항</a:t>
            </a:r>
            <a:r>
              <a:rPr lang="en-US" altLang="ko-KR" dirty="0">
                <a:ea typeface="맑은 고딕"/>
              </a:rPr>
              <a:t>(==</a:t>
            </a:r>
            <a:r>
              <a:rPr lang="ko-KR" altLang="en-US" dirty="0">
                <a:ea typeface="맑은 고딕"/>
              </a:rPr>
              <a:t>언젠가는 정해야 할 것들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>
              <a:ea typeface="맑은 고딕"/>
            </a:endParaRPr>
          </a:p>
          <a:p>
            <a:endParaRPr lang="en-US" altLang="ko-KR" dirty="0">
              <a:hlinkClick r:id="rId6" action="ppaction://hlinksldjump"/>
            </a:endParaRPr>
          </a:p>
          <a:p>
            <a:r>
              <a:rPr lang="ko-KR" altLang="en-US" sz="1800" dirty="0">
                <a:hlinkClick r:id="rId6" action="ppaction://hlinksldjump"/>
              </a:rPr>
              <a:t>로그</a:t>
            </a:r>
            <a:endParaRPr lang="en-US" altLang="ko-KR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D7CA9C-DDE6-954F-C932-1ADEE87C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2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92A324E-C438-DA80-FB5C-73415EC1A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BF2BCB-9D67-967A-0472-3BD857D7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4D502-4079-659A-54E3-558D0571F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>
                <a:ea typeface="맑은 고딕"/>
              </a:rPr>
              <a:t>참고: </a:t>
            </a:r>
            <a:r>
              <a:rPr lang="ko-KR" dirty="0">
                <a:ea typeface="+mn-lt"/>
                <a:cs typeface="+mn-lt"/>
                <a:hlinkClick r:id="rId2"/>
              </a:rPr>
              <a:t>https://lethal-company.fandom.com/wiki/Bunker_Spider</a:t>
            </a:r>
            <a:endParaRPr lang="en-US" altLang="ko-KR" dirty="0">
              <a:ea typeface="+mn-lt"/>
              <a:cs typeface="+mn-lt"/>
            </a:endParaRPr>
          </a:p>
          <a:p>
            <a:endParaRPr lang="en-US" altLang="ko-KR" dirty="0">
              <a:ea typeface="+mn-lt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거미는 실내에 </a:t>
            </a:r>
            <a:r>
              <a:rPr lang="ko-KR" altLang="en-US" dirty="0" err="1">
                <a:ea typeface="+mn-lt"/>
                <a:cs typeface="+mn-lt"/>
              </a:rPr>
              <a:t>스폰되는</a:t>
            </a:r>
            <a:r>
              <a:rPr lang="ko-KR" altLang="en-US" dirty="0">
                <a:ea typeface="+mn-lt"/>
                <a:cs typeface="+mn-lt"/>
              </a:rPr>
              <a:t> 몬스터이다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 err="1">
                <a:ea typeface="+mn-lt"/>
                <a:cs typeface="+mn-lt"/>
              </a:rPr>
              <a:t>리썰</a:t>
            </a:r>
            <a:r>
              <a:rPr lang="ko-KR" altLang="en-US" dirty="0">
                <a:ea typeface="+mn-lt"/>
                <a:cs typeface="+mn-lt"/>
              </a:rPr>
              <a:t> 컴퍼니의 </a:t>
            </a:r>
            <a:r>
              <a:rPr lang="en-US" altLang="ko-KR" dirty="0">
                <a:ea typeface="+mn-lt"/>
                <a:cs typeface="+mn-lt"/>
              </a:rPr>
              <a:t>‘</a:t>
            </a:r>
            <a:r>
              <a:rPr lang="ko-KR" altLang="en-US" dirty="0">
                <a:ea typeface="+mn-lt"/>
                <a:cs typeface="+mn-lt"/>
              </a:rPr>
              <a:t>벙커 거미</a:t>
            </a:r>
            <a:r>
              <a:rPr lang="en-US" altLang="ko-KR" dirty="0">
                <a:ea typeface="+mn-lt"/>
                <a:cs typeface="+mn-lt"/>
              </a:rPr>
              <a:t>‘(</a:t>
            </a:r>
            <a:r>
              <a:rPr lang="ko-KR" altLang="en-US" dirty="0">
                <a:ea typeface="+mn-lt"/>
                <a:cs typeface="+mn-lt"/>
              </a:rPr>
              <a:t>위 링크에 있음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ko-KR" altLang="en-US" dirty="0">
                <a:ea typeface="+mn-lt"/>
                <a:cs typeface="+mn-lt"/>
              </a:rPr>
              <a:t>와 유사하다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B015FB-4F5D-19FB-C960-CF3B0EA1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33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7DB4F0-7EF5-5BB2-65C1-ABA4C77B3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b="1" dirty="0">
                <a:ea typeface="맑은 고딕"/>
              </a:rPr>
              <a:t>State</a:t>
            </a:r>
            <a:endParaRPr lang="ko-KR" altLang="en-US" b="1" dirty="0">
              <a:ea typeface="맑은 고딕" panose="020B0503020000020004" pitchFamily="34" charset="-127"/>
            </a:endParaRPr>
          </a:p>
          <a:p>
            <a:r>
              <a:rPr lang="ko-KR" altLang="en-US" dirty="0">
                <a:ea typeface="맑은 고딕"/>
              </a:rPr>
              <a:t>FSM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FSM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B17FE4-E16E-CD29-9BCC-5AAD16BC0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>
                <a:ea typeface="맑은 고딕"/>
              </a:rPr>
              <a:t>Idle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잠시 멈춤</a:t>
            </a:r>
            <a:r>
              <a:rPr lang="en-US" altLang="ko-KR" dirty="0">
                <a:ea typeface="맑은 고딕"/>
              </a:rPr>
              <a:t>)		* Stop</a:t>
            </a:r>
            <a:r>
              <a:rPr lang="ko-KR" altLang="en-US" dirty="0">
                <a:ea typeface="맑은 고딕"/>
              </a:rPr>
              <a:t>으로 바꾸는 게 나을 것 같기도 함</a:t>
            </a:r>
            <a:r>
              <a:rPr lang="en-US" altLang="ko-KR" dirty="0">
                <a:ea typeface="맑은 고딕"/>
              </a:rPr>
              <a:t>.</a:t>
            </a:r>
          </a:p>
          <a:p>
            <a:r>
              <a:rPr lang="en-US" altLang="ko-KR" dirty="0" err="1">
                <a:ea typeface="맑은 고딕"/>
              </a:rPr>
              <a:t>WebMaking</a:t>
            </a:r>
            <a:r>
              <a:rPr lang="en-US" altLang="ko-KR" dirty="0">
                <a:ea typeface="맑은 고딕"/>
              </a:rPr>
              <a:t> (</a:t>
            </a:r>
            <a:r>
              <a:rPr lang="ko-KR" altLang="en-US" dirty="0">
                <a:ea typeface="맑은 고딕"/>
              </a:rPr>
              <a:t>거미줄 설치</a:t>
            </a:r>
            <a:r>
              <a:rPr lang="en-US" altLang="ko-KR" dirty="0">
                <a:ea typeface="맑은 고딕"/>
              </a:rPr>
              <a:t>)</a:t>
            </a:r>
          </a:p>
          <a:p>
            <a:r>
              <a:rPr lang="en-US" altLang="ko-KR" dirty="0">
                <a:ea typeface="맑은 고딕"/>
              </a:rPr>
              <a:t>Roaming (</a:t>
            </a:r>
            <a:r>
              <a:rPr lang="ko-KR" altLang="en-US" dirty="0">
                <a:ea typeface="맑은 고딕"/>
              </a:rPr>
              <a:t>배회</a:t>
            </a:r>
            <a:r>
              <a:rPr lang="en-US" altLang="ko-KR" dirty="0">
                <a:ea typeface="맑은 고딕"/>
              </a:rPr>
              <a:t>)</a:t>
            </a:r>
          </a:p>
          <a:p>
            <a:r>
              <a:rPr lang="en-US" altLang="ko-KR" dirty="0">
                <a:ea typeface="맑은 고딕"/>
              </a:rPr>
              <a:t>Waiting (</a:t>
            </a:r>
            <a:r>
              <a:rPr lang="ko-KR" altLang="en-US" dirty="0">
                <a:ea typeface="맑은 고딕"/>
              </a:rPr>
              <a:t>대기</a:t>
            </a:r>
            <a:r>
              <a:rPr lang="en-US" altLang="ko-KR" dirty="0">
                <a:ea typeface="맑은 고딕"/>
              </a:rPr>
              <a:t>)</a:t>
            </a:r>
            <a:endParaRPr lang="ko-KR" dirty="0"/>
          </a:p>
          <a:p>
            <a:r>
              <a:rPr lang="ko-KR" altLang="en-US" dirty="0">
                <a:ea typeface="맑은 고딕"/>
              </a:rPr>
              <a:t>Chase 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추적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>
              <a:ea typeface="맑은 고딕"/>
            </a:endParaRPr>
          </a:p>
          <a:p>
            <a:r>
              <a:rPr lang="ko-KR" altLang="en-US" dirty="0" err="1">
                <a:ea typeface="맑은 고딕"/>
              </a:rPr>
              <a:t>Attack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공격</a:t>
            </a:r>
            <a:r>
              <a:rPr lang="en-US" altLang="ko-KR" dirty="0">
                <a:ea typeface="맑은 고딕"/>
              </a:rPr>
              <a:t>)</a:t>
            </a:r>
          </a:p>
          <a:p>
            <a:r>
              <a:rPr lang="en-US" altLang="ko-KR" dirty="0">
                <a:ea typeface="맑은 고딕"/>
              </a:rPr>
              <a:t>Return (</a:t>
            </a:r>
            <a:r>
              <a:rPr lang="ko-KR" altLang="en-US" dirty="0">
                <a:ea typeface="맑은 고딕"/>
              </a:rPr>
              <a:t>복귀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>
              <a:ea typeface="맑은 고딕"/>
            </a:endParaRPr>
          </a:p>
          <a:p>
            <a:r>
              <a:rPr lang="ko-KR" altLang="en-US" dirty="0" err="1">
                <a:ea typeface="맑은 고딕"/>
              </a:rPr>
              <a:t>Hit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피격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 err="1">
              <a:ea typeface="맑은 고딕"/>
            </a:endParaRPr>
          </a:p>
          <a:p>
            <a:r>
              <a:rPr lang="ko-KR" altLang="en-US" dirty="0" err="1">
                <a:ea typeface="맑은 고딕"/>
              </a:rPr>
              <a:t>D</a:t>
            </a:r>
            <a:r>
              <a:rPr lang="en-US" altLang="ko-KR" dirty="0" err="1">
                <a:ea typeface="맑은 고딕"/>
              </a:rPr>
              <a:t>ead</a:t>
            </a:r>
            <a:r>
              <a:rPr lang="en-US" altLang="ko-KR" dirty="0">
                <a:ea typeface="맑은 고딕"/>
              </a:rPr>
              <a:t> (</a:t>
            </a:r>
            <a:r>
              <a:rPr lang="ko-KR" altLang="en-US" dirty="0">
                <a:ea typeface="맑은 고딕"/>
              </a:rPr>
              <a:t>사망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 err="1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044AB5-EFEA-AEE6-07A5-3BDA3C0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B9ED-808C-681C-F2E4-0E5A3AFA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8AF963-3D17-3040-33A4-4B1C046E63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State</a:t>
            </a:r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 b="1" dirty="0">
                <a:ea typeface="맑은 고딕"/>
              </a:rPr>
              <a:t>FSM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2950EE-FFC6-45B1-F655-04B0D707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FSM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09C412-F298-D112-F5ED-BC6C42B7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F7B71A-B83D-854F-A702-EBC44D78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 descr="텍스트, 도표, 폰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7FF2D-6CCF-5BC4-D9B3-B69C58253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715" y="0"/>
            <a:ext cx="9702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43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45F4-1B9E-3D98-D198-69219F49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D09935-CF8B-E811-6811-9B56A8F56F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State</a:t>
            </a:r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 b="1" dirty="0">
                <a:ea typeface="맑은 고딕"/>
              </a:rPr>
              <a:t>FSM</a:t>
            </a:r>
            <a:endParaRPr lang="ko-KR" altLang="en-US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E7373C-E1BE-9A80-CA7B-082A5B32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en-US" altLang="ko-KR" dirty="0">
                <a:ea typeface="맑은 고딕"/>
              </a:rPr>
              <a:t>FSM</a:t>
            </a:r>
            <a:endParaRPr lang="ko-KR" altLang="en-US" dirty="0">
              <a:ea typeface="맑은 고딕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7F065B-A13E-B2C3-1B07-3D0AACF31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sz="1600" dirty="0">
                <a:ea typeface="+mn-lt"/>
                <a:cs typeface="+mn-lt"/>
              </a:rPr>
              <a:t>거미는 시설에 </a:t>
            </a:r>
            <a:r>
              <a:rPr lang="ko-KR" altLang="en-US" sz="1600" dirty="0" err="1">
                <a:ea typeface="+mn-lt"/>
                <a:cs typeface="+mn-lt"/>
              </a:rPr>
              <a:t>스폰된</a:t>
            </a:r>
            <a:r>
              <a:rPr lang="ko-KR" altLang="en-US" sz="1600" dirty="0">
                <a:ea typeface="+mn-lt"/>
                <a:cs typeface="+mn-lt"/>
              </a:rPr>
              <a:t> 직후</a:t>
            </a:r>
            <a:r>
              <a:rPr lang="en-US" altLang="ko-KR" sz="1600" dirty="0">
                <a:ea typeface="+mn-lt"/>
                <a:cs typeface="+mn-lt"/>
              </a:rPr>
              <a:t>, ‘</a:t>
            </a:r>
            <a:r>
              <a:rPr lang="ko-KR" altLang="en-US" sz="1600" dirty="0">
                <a:ea typeface="+mn-lt"/>
                <a:cs typeface="+mn-lt"/>
              </a:rPr>
              <a:t>잠시 대기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상태가 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이후</a:t>
            </a:r>
            <a:r>
              <a:rPr lang="en-US" alt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지정된 개수의 거미줄을 칠 때까지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배회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거미줄 설치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잠시 대기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배회 </a:t>
            </a:r>
            <a:r>
              <a:rPr lang="en-US" altLang="ko-KR" sz="1600" dirty="0">
                <a:ea typeface="+mn-lt"/>
                <a:cs typeface="+mn-lt"/>
              </a:rPr>
              <a:t>-&gt; …’</a:t>
            </a:r>
            <a:r>
              <a:rPr lang="ko-KR" altLang="en-US" sz="1600" dirty="0">
                <a:ea typeface="+mn-lt"/>
                <a:cs typeface="+mn-lt"/>
              </a:rPr>
              <a:t>의 루틴을 반복한다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마지막 거미줄을 설치한 위치에서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잠시 대기</a:t>
            </a:r>
            <a:r>
              <a:rPr lang="en-US" altLang="ko-KR" sz="1600" dirty="0">
                <a:ea typeface="+mn-lt"/>
                <a:cs typeface="+mn-lt"/>
              </a:rPr>
              <a:t>’</a:t>
            </a:r>
            <a:r>
              <a:rPr lang="ko-KR" altLang="en-US" sz="1600" dirty="0">
                <a:ea typeface="+mn-lt"/>
                <a:cs typeface="+mn-lt"/>
              </a:rPr>
              <a:t>한 후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천장에 붙어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대기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상태가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대기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상태가 되는 위치는 마지막 거미줄을 설치한 위치이다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대기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상태에서 플레이어가 </a:t>
            </a:r>
            <a:r>
              <a:rPr lang="en-US" altLang="ko-KR" sz="1600" dirty="0">
                <a:ea typeface="+mn-lt"/>
                <a:cs typeface="+mn-lt"/>
              </a:rPr>
              <a:t>1. </a:t>
            </a:r>
            <a:r>
              <a:rPr lang="ko-KR" altLang="en-US" sz="1600" dirty="0">
                <a:ea typeface="+mn-lt"/>
                <a:cs typeface="+mn-lt"/>
              </a:rPr>
              <a:t>거미의 시야에 들어오거나</a:t>
            </a:r>
            <a:r>
              <a:rPr lang="en-US" altLang="ko-KR" sz="1600" dirty="0">
                <a:ea typeface="+mn-lt"/>
                <a:cs typeface="+mn-lt"/>
              </a:rPr>
              <a:t>/2. </a:t>
            </a:r>
            <a:r>
              <a:rPr lang="ko-KR" altLang="en-US" sz="1600" dirty="0">
                <a:ea typeface="+mn-lt"/>
                <a:cs typeface="+mn-lt"/>
              </a:rPr>
              <a:t>플레이어가 거미줄을 파괴하거나</a:t>
            </a:r>
            <a:r>
              <a:rPr lang="en-US" altLang="ko-KR" sz="1600" dirty="0">
                <a:ea typeface="+mn-lt"/>
                <a:cs typeface="+mn-lt"/>
              </a:rPr>
              <a:t>/3. </a:t>
            </a:r>
            <a:r>
              <a:rPr lang="ko-KR" altLang="en-US" sz="1600" dirty="0">
                <a:ea typeface="+mn-lt"/>
                <a:cs typeface="+mn-lt"/>
              </a:rPr>
              <a:t>플레이어가 거미줄에 닿는다면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플레이어를 쫓는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추적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상태가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추적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상태에서 플레이어가 공격 범위에 들어오면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공격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하고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공격 모션이 끝나면 다시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추적</a:t>
            </a:r>
            <a:r>
              <a:rPr lang="en-US" altLang="ko-KR" sz="1600" dirty="0">
                <a:ea typeface="+mn-lt"/>
                <a:cs typeface="+mn-lt"/>
              </a:rPr>
              <a:t>’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endParaRPr lang="ko-KR" altLang="en-US" sz="1600" dirty="0">
              <a:ea typeface="+mn-lt"/>
              <a:cs typeface="+mn-lt"/>
            </a:endParaRPr>
          </a:p>
          <a:p>
            <a:r>
              <a:rPr lang="ko-KR" altLang="en-US" sz="1600" dirty="0">
                <a:ea typeface="맑은 고딕"/>
              </a:rPr>
              <a:t>그러나 </a:t>
            </a:r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맑은 고딕"/>
              </a:rPr>
              <a:t>추적</a:t>
            </a:r>
            <a:r>
              <a:rPr lang="en-US" altLang="ko-KR" sz="1600" dirty="0">
                <a:ea typeface="맑은 고딕"/>
              </a:rPr>
              <a:t>‘ </a:t>
            </a:r>
            <a:r>
              <a:rPr lang="ko-KR" altLang="en-US" sz="1600" dirty="0">
                <a:ea typeface="맑은 고딕"/>
              </a:rPr>
              <a:t>상태에서 플레이어가 시야에서 사라지면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대기하던 곳으로 </a:t>
            </a:r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맑은 고딕"/>
              </a:rPr>
              <a:t>복귀</a:t>
            </a:r>
            <a:r>
              <a:rPr lang="en-US" altLang="ko-KR" sz="1600" dirty="0">
                <a:ea typeface="맑은 고딕"/>
              </a:rPr>
              <a:t>’</a:t>
            </a:r>
            <a:r>
              <a:rPr lang="ko-KR" altLang="en-US" sz="1600" dirty="0">
                <a:ea typeface="맑은 고딕"/>
              </a:rPr>
              <a:t>하는 상태가 된다</a:t>
            </a:r>
            <a:r>
              <a:rPr lang="en-US" altLang="ko-KR" sz="1600" dirty="0">
                <a:ea typeface="맑은 고딕"/>
              </a:rPr>
              <a:t>. ‘</a:t>
            </a:r>
            <a:r>
              <a:rPr lang="ko-KR" altLang="en-US" sz="1600" dirty="0">
                <a:ea typeface="맑은 고딕"/>
              </a:rPr>
              <a:t>복귀</a:t>
            </a:r>
            <a:r>
              <a:rPr lang="en-US" altLang="ko-KR" sz="1600" dirty="0">
                <a:ea typeface="맑은 고딕"/>
              </a:rPr>
              <a:t>‘ </a:t>
            </a:r>
            <a:r>
              <a:rPr lang="ko-KR" altLang="en-US" sz="1600" dirty="0">
                <a:ea typeface="맑은 고딕"/>
              </a:rPr>
              <a:t>상태에서 다시 플레이어가 시야에 들어오면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다시 </a:t>
            </a:r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맑은 고딕"/>
              </a:rPr>
              <a:t>추적</a:t>
            </a:r>
            <a:r>
              <a:rPr lang="en-US" altLang="ko-KR" sz="1600" dirty="0">
                <a:ea typeface="맑은 고딕"/>
              </a:rPr>
              <a:t>’ </a:t>
            </a:r>
            <a:r>
              <a:rPr lang="ko-KR" altLang="en-US" sz="1600" dirty="0">
                <a:ea typeface="맑은 고딕"/>
              </a:rPr>
              <a:t>상태가 된다</a:t>
            </a:r>
            <a:r>
              <a:rPr lang="en-US" altLang="ko-KR" sz="1600" dirty="0">
                <a:ea typeface="맑은 고딕"/>
              </a:rPr>
              <a:t>.</a:t>
            </a:r>
          </a:p>
          <a:p>
            <a:r>
              <a:rPr lang="ko-KR" altLang="en-US" sz="1600" dirty="0">
                <a:ea typeface="맑은 고딕"/>
              </a:rPr>
              <a:t>만약 거미줄이 </a:t>
            </a:r>
            <a:r>
              <a:rPr lang="en-US" altLang="ko-KR" sz="1600" dirty="0">
                <a:ea typeface="맑은 고딕"/>
              </a:rPr>
              <a:t>1</a:t>
            </a:r>
            <a:r>
              <a:rPr lang="ko-KR" altLang="en-US" sz="1600" dirty="0">
                <a:ea typeface="맑은 고딕"/>
              </a:rPr>
              <a:t>개 이상 파괴된 후</a:t>
            </a:r>
            <a:r>
              <a:rPr lang="en-US" altLang="ko-KR" sz="16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거미가 </a:t>
            </a:r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맑은 고딕"/>
              </a:rPr>
              <a:t>대기</a:t>
            </a:r>
            <a:r>
              <a:rPr lang="en-US" altLang="ko-KR" sz="1600" dirty="0">
                <a:ea typeface="맑은 고딕"/>
              </a:rPr>
              <a:t>‘ </a:t>
            </a:r>
            <a:r>
              <a:rPr lang="ko-KR" altLang="en-US" sz="1600" dirty="0">
                <a:ea typeface="맑은 고딕"/>
              </a:rPr>
              <a:t>상태가 되었다면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거미는 파괴된 개수 만큼의 거미줄을 치기 위해 </a:t>
            </a:r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배회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거미줄 설치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잠시 대기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배회 </a:t>
            </a:r>
            <a:r>
              <a:rPr lang="en-US" altLang="ko-KR" sz="1600" dirty="0">
                <a:ea typeface="+mn-lt"/>
                <a:cs typeface="+mn-lt"/>
              </a:rPr>
              <a:t>-&gt; …’</a:t>
            </a:r>
            <a:r>
              <a:rPr lang="ko-KR" altLang="en-US" sz="1600" dirty="0">
                <a:ea typeface="+mn-lt"/>
                <a:cs typeface="+mn-lt"/>
              </a:rPr>
              <a:t>을 다시 반복한다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단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거미줄의 위치는 앞서 설치된 거미줄의 위치와 다를 수 있다</a:t>
            </a:r>
            <a:r>
              <a:rPr lang="en-US" altLang="ko-KR" sz="1600" dirty="0">
                <a:ea typeface="+mn-lt"/>
                <a:cs typeface="+mn-lt"/>
              </a:rPr>
              <a:t>.(</a:t>
            </a:r>
            <a:r>
              <a:rPr lang="ko-KR" altLang="en-US" sz="1600" dirty="0">
                <a:ea typeface="+mn-lt"/>
                <a:cs typeface="+mn-lt"/>
              </a:rPr>
              <a:t>랜덤이다</a:t>
            </a:r>
            <a:r>
              <a:rPr lang="en-US" altLang="ko-KR" sz="1600" dirty="0">
                <a:ea typeface="+mn-lt"/>
                <a:cs typeface="+mn-lt"/>
              </a:rPr>
              <a:t>.)</a:t>
            </a:r>
          </a:p>
          <a:p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복귀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상태일 때는 플레이어에 의해 거미줄이 파괴되거나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플레이어가 거미줄에 닿아도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추적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상태가 되지 않는다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ko-KR" altLang="en-US" sz="1600" dirty="0">
                <a:ea typeface="+mn-lt"/>
                <a:cs typeface="+mn-lt"/>
              </a:rPr>
              <a:t>거미의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사망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상태를 제외한 모든 상태에서 거미는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피격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상태가 될 수 있다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전이 조건은 </a:t>
            </a:r>
            <a:r>
              <a:rPr lang="en-US" altLang="ko-KR" sz="1600" dirty="0">
                <a:ea typeface="+mn-lt"/>
                <a:cs typeface="+mn-lt"/>
              </a:rPr>
              <a:t>‘HP </a:t>
            </a:r>
            <a:r>
              <a:rPr lang="ko-KR" altLang="en-US" sz="1600" dirty="0">
                <a:ea typeface="+mn-lt"/>
                <a:cs typeface="+mn-lt"/>
              </a:rPr>
              <a:t>감소 시</a:t>
            </a:r>
            <a:r>
              <a:rPr lang="en-US" altLang="ko-KR" sz="1600" dirty="0">
                <a:ea typeface="+mn-lt"/>
                <a:cs typeface="+mn-lt"/>
              </a:rPr>
              <a:t>’</a:t>
            </a:r>
            <a:r>
              <a:rPr lang="ko-KR" altLang="en-US" sz="1600" dirty="0">
                <a:ea typeface="+mn-lt"/>
                <a:cs typeface="+mn-lt"/>
              </a:rPr>
              <a:t>이다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피격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이후 거미의 시야에 플레이어가 있다면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거미는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추적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상태가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피격</a:t>
            </a:r>
            <a:r>
              <a:rPr lang="en-US" altLang="ko-KR" sz="1600" dirty="0">
                <a:ea typeface="+mn-lt"/>
                <a:cs typeface="+mn-lt"/>
              </a:rPr>
              <a:t>’ </a:t>
            </a:r>
            <a:r>
              <a:rPr lang="ko-KR" altLang="en-US" sz="1600" dirty="0">
                <a:ea typeface="+mn-lt"/>
                <a:cs typeface="+mn-lt"/>
              </a:rPr>
              <a:t>이후 거미의 시야에 플레이어가 없다면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거미는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복귀</a:t>
            </a:r>
            <a:r>
              <a:rPr lang="en-US" altLang="ko-KR" sz="1600" dirty="0">
                <a:ea typeface="+mn-lt"/>
                <a:cs typeface="+mn-lt"/>
              </a:rPr>
              <a:t>‘ </a:t>
            </a:r>
            <a:r>
              <a:rPr lang="ko-KR" altLang="en-US" sz="1600" dirty="0">
                <a:ea typeface="+mn-lt"/>
                <a:cs typeface="+mn-lt"/>
              </a:rPr>
              <a:t>상태가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맑은 고딕"/>
              </a:rPr>
              <a:t>피격</a:t>
            </a:r>
            <a:r>
              <a:rPr lang="en-US" altLang="ko-KR" sz="1600" dirty="0">
                <a:ea typeface="맑은 고딕"/>
              </a:rPr>
              <a:t>‘ </a:t>
            </a:r>
            <a:r>
              <a:rPr lang="ko-KR" altLang="en-US" sz="1600" dirty="0">
                <a:ea typeface="맑은 고딕"/>
              </a:rPr>
              <a:t>이후 거미의 </a:t>
            </a:r>
            <a:r>
              <a:rPr lang="en-US" altLang="ko-KR" sz="1600" dirty="0">
                <a:ea typeface="맑은 고딕"/>
              </a:rPr>
              <a:t>HP</a:t>
            </a:r>
            <a:r>
              <a:rPr lang="ko-KR" altLang="en-US" sz="1600" dirty="0">
                <a:ea typeface="맑은 고딕"/>
              </a:rPr>
              <a:t>가 </a:t>
            </a:r>
            <a:r>
              <a:rPr lang="en-US" altLang="ko-KR" sz="1600" dirty="0">
                <a:ea typeface="맑은 고딕"/>
              </a:rPr>
              <a:t>0 </a:t>
            </a:r>
            <a:r>
              <a:rPr lang="ko-KR" altLang="en-US" sz="1600" dirty="0">
                <a:ea typeface="맑은 고딕"/>
              </a:rPr>
              <a:t>이하가 되면 거미는 </a:t>
            </a:r>
            <a:r>
              <a:rPr lang="en-US" altLang="ko-KR" sz="1600" dirty="0">
                <a:ea typeface="맑은 고딕"/>
              </a:rPr>
              <a:t>‘</a:t>
            </a:r>
            <a:r>
              <a:rPr lang="ko-KR" altLang="en-US" sz="1600" dirty="0">
                <a:ea typeface="맑은 고딕"/>
              </a:rPr>
              <a:t>사망</a:t>
            </a:r>
            <a:r>
              <a:rPr lang="en-US" altLang="ko-KR" sz="1600" dirty="0">
                <a:ea typeface="맑은 고딕"/>
              </a:rPr>
              <a:t>‘ </a:t>
            </a:r>
            <a:r>
              <a:rPr lang="ko-KR" altLang="en-US" sz="1600" dirty="0">
                <a:ea typeface="맑은 고딕"/>
              </a:rPr>
              <a:t>상태가 된다</a:t>
            </a:r>
            <a:r>
              <a:rPr lang="en-US" altLang="ko-KR" sz="1600" dirty="0">
                <a:ea typeface="맑은 고딕"/>
              </a:rPr>
              <a:t>.</a:t>
            </a:r>
            <a:endParaRPr lang="ko-KR" sz="1600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A20B3E-5EAF-1C5C-66E0-A00DB49A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00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6381-4ECE-8DDB-3090-B647A5B2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4630C39-24E5-81FD-8915-F70F8FFDB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866E99-D205-8C2B-7D61-A01FF43B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스탯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ED8474-56D6-2372-5488-FAF75927B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예상 스탯 및 설명</a:t>
            </a:r>
            <a:br>
              <a:rPr lang="en-US" altLang="ko-KR" sz="1600" b="1" dirty="0"/>
            </a:br>
            <a:r>
              <a:rPr lang="en-US" altLang="ko-KR" sz="1600" b="1" dirty="0"/>
              <a:t>: </a:t>
            </a:r>
            <a:r>
              <a:rPr lang="ko-KR" altLang="en-US" sz="1600" b="1" dirty="0"/>
              <a:t>해당 표는 </a:t>
            </a:r>
            <a:r>
              <a:rPr lang="ko-KR" altLang="en-US" sz="1600" b="1" dirty="0" err="1"/>
              <a:t>리썰</a:t>
            </a:r>
            <a:r>
              <a:rPr lang="ko-KR" altLang="en-US" sz="1600" b="1" dirty="0"/>
              <a:t> 컴퍼니 </a:t>
            </a:r>
            <a:r>
              <a:rPr lang="en-US" altLang="ko-KR" sz="1600" b="1" dirty="0"/>
              <a:t>‘</a:t>
            </a:r>
            <a:r>
              <a:rPr lang="ko-KR" altLang="en-US" sz="1600" b="1" dirty="0"/>
              <a:t>벙커 거미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를 기반으로 작성됨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이후 기획이 진행됨에 따라 추가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삭제될 수 있음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5CF3DB-6B73-BBD3-48B3-A1A33E87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F8CD6A2-3726-2AB4-C825-347CEE56F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78339"/>
              </p:ext>
            </p:extLst>
          </p:nvPr>
        </p:nvGraphicFramePr>
        <p:xfrm>
          <a:off x="1358901" y="673322"/>
          <a:ext cx="5256000" cy="60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스탯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활동 장소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실내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외부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오전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외부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오후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택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레이더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70006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문 여는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16411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5560"/>
                  </a:ext>
                </a:extLst>
              </a:tr>
              <a:tr h="77313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무기별 스턴 유지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FSM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에 스턴 관련 내용 넣는 것을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깜빡함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나중에 수정할 때 추가하겠음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현재는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스턴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시킬 수 있는 무기가 몇 종 추가될지 잘 모르겠음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4156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 속도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몇 초에 한 번 공격하는지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46873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 공격할 때 들어가는 데미지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105730"/>
                  </a:ext>
                </a:extLst>
              </a:tr>
              <a:tr h="4239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DPS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초당 공격력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DPS =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815463"/>
                  </a:ext>
                </a:extLst>
              </a:tr>
              <a:tr h="4239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Roaming, Return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상태 시 이동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781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상태 시 이동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51241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설치 거미줄 개수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거미줄의 개수는 최소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사이에서 랜덤으로 결정된다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1915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설치 거미줄 개수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90920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F342C0-4607-40F6-DB07-3290C35B8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52101"/>
              </p:ext>
            </p:extLst>
          </p:nvPr>
        </p:nvGraphicFramePr>
        <p:xfrm>
          <a:off x="6614901" y="673322"/>
          <a:ext cx="5256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스탯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범위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_X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축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범위 안에 플레이어가 있으면 플레이어를 인식한다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범위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_Y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축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46495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범위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_X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축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상태일 때 이 범위 안에 플레이어가 들어오면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0315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범위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_Y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축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0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47277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지속 시간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 이상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상태가 지속되면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포기하고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상태가 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94137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101B4FF2-E956-08F4-CDB7-C17023C77DDD}"/>
              </a:ext>
            </a:extLst>
          </p:cNvPr>
          <p:cNvGrpSpPr/>
          <p:nvPr/>
        </p:nvGrpSpPr>
        <p:grpSpPr>
          <a:xfrm>
            <a:off x="6787700" y="3769753"/>
            <a:ext cx="4680400" cy="2895600"/>
            <a:chOff x="6787700" y="3769753"/>
            <a:chExt cx="3401199" cy="210420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B2D7218-045C-1764-B6BF-F1138DB82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583" t="3820" r="4356" b="1518"/>
            <a:stretch>
              <a:fillRect/>
            </a:stretch>
          </p:blipFill>
          <p:spPr>
            <a:xfrm>
              <a:off x="6787700" y="3769753"/>
              <a:ext cx="1915901" cy="21042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CC26DA-D4FC-14DB-F9F1-3A0A558B6928}"/>
                </a:ext>
              </a:extLst>
            </p:cNvPr>
            <p:cNvSpPr txBox="1"/>
            <p:nvPr/>
          </p:nvSpPr>
          <p:spPr>
            <a:xfrm>
              <a:off x="8703601" y="5404274"/>
              <a:ext cx="1485298" cy="4696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: </a:t>
              </a:r>
              <a:r>
                <a:rPr lang="ko-KR" altLang="en-US" dirty="0"/>
                <a:t>인식</a:t>
              </a:r>
              <a:r>
                <a:rPr lang="en-US" altLang="ko-KR" dirty="0"/>
                <a:t>/</a:t>
              </a:r>
              <a:r>
                <a:rPr lang="ko-KR" altLang="en-US" dirty="0"/>
                <a:t>공격 범위 예상도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461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B72E07-7E70-4996-7B43-4A5312760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870680"/>
            <a:ext cx="1600200" cy="23495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AB9521A-5EED-1BEE-9B68-3460F6378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2019300" cy="2751522"/>
          </a:xfrm>
        </p:spPr>
        <p:txBody>
          <a:bodyPr/>
          <a:lstStyle/>
          <a:p>
            <a:r>
              <a:rPr lang="ko-KR" altLang="en-US" dirty="0"/>
              <a:t>추후</a:t>
            </a:r>
            <a:br>
              <a:rPr lang="en-US" altLang="ko-KR" dirty="0"/>
            </a:br>
            <a:r>
              <a:rPr lang="ko-KR" altLang="en-US" dirty="0"/>
              <a:t>결정</a:t>
            </a:r>
            <a:br>
              <a:rPr lang="en-US" altLang="ko-KR" dirty="0"/>
            </a:br>
            <a:r>
              <a:rPr lang="ko-KR" altLang="en-US" dirty="0"/>
              <a:t>사항</a:t>
            </a:r>
            <a:br>
              <a:rPr lang="en-US" altLang="ko-KR" dirty="0"/>
            </a:b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언젠가는</a:t>
            </a:r>
            <a:b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정해야</a:t>
            </a:r>
            <a:b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할 것들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2F3F5E-72BC-8AEB-21C5-341DEE4A1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b="1" dirty="0"/>
              <a:t>거미가 거미줄을 설치할 때</a:t>
            </a:r>
            <a:r>
              <a:rPr lang="en-US" altLang="ko-KR" b="1" dirty="0"/>
              <a:t> </a:t>
            </a:r>
            <a:r>
              <a:rPr lang="ko-KR" altLang="en-US" b="1" dirty="0"/>
              <a:t>무한정 </a:t>
            </a:r>
            <a:r>
              <a:rPr lang="ko-KR" altLang="en-US" b="1" dirty="0" err="1"/>
              <a:t>맵을</a:t>
            </a:r>
            <a:r>
              <a:rPr lang="ko-KR" altLang="en-US" b="1" dirty="0"/>
              <a:t> 돌아다니게 둘 수는 없음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대책 </a:t>
            </a:r>
            <a:r>
              <a:rPr lang="en-US" altLang="ko-KR" dirty="0"/>
              <a:t>1. </a:t>
            </a:r>
            <a:r>
              <a:rPr lang="ko-KR" altLang="en-US" dirty="0"/>
              <a:t>거미줄을 </a:t>
            </a:r>
            <a:r>
              <a:rPr lang="en-US" altLang="ko-KR" dirty="0"/>
              <a:t>n</a:t>
            </a:r>
            <a:r>
              <a:rPr lang="ko-KR" altLang="en-US" dirty="0"/>
              <a:t>초에 한 번씩 설치하게 제한</a:t>
            </a:r>
            <a:br>
              <a:rPr lang="en-US" altLang="ko-KR" dirty="0"/>
            </a:br>
            <a:r>
              <a:rPr lang="ko-KR" altLang="en-US" dirty="0"/>
              <a:t>조금 </a:t>
            </a:r>
            <a:r>
              <a:rPr lang="ko-KR" altLang="en-US" dirty="0" err="1"/>
              <a:t>애매한게</a:t>
            </a:r>
            <a:r>
              <a:rPr lang="en-US" altLang="ko-KR" dirty="0"/>
              <a:t>, </a:t>
            </a:r>
            <a:r>
              <a:rPr lang="ko-KR" altLang="en-US" dirty="0"/>
              <a:t>문을 여는데 시간이 걸리거나 다른 몬스터와 충돌해서 움직이지 못하는 상황에서는 거미줄이 한 곳에 여러 개 설치될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대책 </a:t>
            </a:r>
            <a:r>
              <a:rPr lang="en-US" altLang="ko-KR" dirty="0"/>
              <a:t>2. </a:t>
            </a:r>
            <a:r>
              <a:rPr lang="ko-KR" altLang="en-US" dirty="0"/>
              <a:t>거미의 이동 범위 제한</a:t>
            </a:r>
            <a:endParaRPr lang="en-US" altLang="ko-KR" dirty="0"/>
          </a:p>
          <a:p>
            <a:pPr lvl="1"/>
            <a:r>
              <a:rPr lang="en-US" altLang="ko-KR" sz="1800" dirty="0"/>
              <a:t>2-1. </a:t>
            </a:r>
            <a:r>
              <a:rPr lang="ko-KR" altLang="en-US" sz="1800" dirty="0"/>
              <a:t>미터</a:t>
            </a:r>
            <a:r>
              <a:rPr lang="en-US" altLang="ko-KR" sz="1800" dirty="0"/>
              <a:t>(m) </a:t>
            </a:r>
            <a:r>
              <a:rPr lang="ko-KR" altLang="en-US" sz="1800" dirty="0"/>
              <a:t>등의 거리 단위로 측정하여 제한한다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2-2. </a:t>
            </a:r>
            <a:r>
              <a:rPr lang="ko-KR" altLang="en-US" sz="1800" dirty="0"/>
              <a:t>시설에 존재하는 </a:t>
            </a:r>
            <a:r>
              <a:rPr lang="en-US" altLang="ko-KR" sz="1800" dirty="0"/>
              <a:t>‘</a:t>
            </a:r>
            <a:r>
              <a:rPr lang="ko-KR" altLang="en-US" sz="1800" dirty="0"/>
              <a:t>문</a:t>
            </a:r>
            <a:r>
              <a:rPr lang="en-US" altLang="ko-KR" sz="1800" dirty="0"/>
              <a:t>’</a:t>
            </a:r>
            <a:r>
              <a:rPr lang="ko-KR" altLang="en-US" sz="1800" dirty="0"/>
              <a:t>을 이용하여</a:t>
            </a:r>
            <a:r>
              <a:rPr lang="en-US" altLang="ko-KR" sz="1800" dirty="0"/>
              <a:t>, </a:t>
            </a:r>
            <a:r>
              <a:rPr lang="ko-KR" altLang="en-US" sz="1800" dirty="0"/>
              <a:t>거미줄 설치 루틴 중인 거미가 문을 </a:t>
            </a:r>
            <a:r>
              <a:rPr lang="en-US" altLang="ko-KR" sz="1800" dirty="0"/>
              <a:t>n</a:t>
            </a:r>
            <a:r>
              <a:rPr lang="ko-KR" altLang="en-US" sz="1800" dirty="0"/>
              <a:t>개만 통과할 수 있도록 지정한다</a:t>
            </a:r>
            <a:r>
              <a:rPr lang="en-US" altLang="ko-KR" sz="1800" dirty="0"/>
              <a:t>. </a:t>
            </a:r>
            <a:r>
              <a:rPr lang="ko-KR" altLang="en-US" sz="1800" dirty="0"/>
              <a:t>거미에게 </a:t>
            </a:r>
            <a:r>
              <a:rPr lang="en-US" altLang="ko-KR" sz="1800" dirty="0"/>
              <a:t>‘</a:t>
            </a:r>
            <a:r>
              <a:rPr lang="ko-KR" altLang="en-US" sz="1800" dirty="0" err="1"/>
              <a:t>스폰된</a:t>
            </a:r>
            <a:r>
              <a:rPr lang="ko-KR" altLang="en-US" sz="1800" dirty="0"/>
              <a:t> 위치</a:t>
            </a:r>
            <a:r>
              <a:rPr lang="en-US" altLang="ko-KR" sz="1800" dirty="0"/>
              <a:t>’</a:t>
            </a:r>
            <a:r>
              <a:rPr lang="ko-KR" altLang="en-US" sz="1800" dirty="0"/>
              <a:t>와 </a:t>
            </a:r>
            <a:r>
              <a:rPr lang="en-US" altLang="ko-KR" sz="1800" dirty="0"/>
              <a:t>‘</a:t>
            </a:r>
            <a:r>
              <a:rPr lang="ko-KR" altLang="en-US" sz="1800" dirty="0"/>
              <a:t>배회하며 마지막 문을 통과한 위치</a:t>
            </a:r>
            <a:r>
              <a:rPr lang="en-US" altLang="ko-KR" sz="1800" dirty="0"/>
              <a:t>’</a:t>
            </a:r>
            <a:r>
              <a:rPr lang="ko-KR" altLang="en-US" sz="1800" dirty="0"/>
              <a:t>를 저장하여</a:t>
            </a:r>
            <a:r>
              <a:rPr lang="en-US" altLang="ko-KR" sz="1800" dirty="0"/>
              <a:t>, </a:t>
            </a:r>
            <a:r>
              <a:rPr lang="ko-KR" altLang="en-US" sz="1800" dirty="0"/>
              <a:t>그 사이에서만 거미줄을 설치할 수 있도록 한다</a:t>
            </a:r>
            <a:r>
              <a:rPr lang="en-US" altLang="ko-KR" sz="1800" dirty="0"/>
              <a:t>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거미줄 설치 루틴일 때</a:t>
            </a:r>
            <a:r>
              <a:rPr lang="en-US" altLang="ko-KR" b="1" dirty="0"/>
              <a:t>, </a:t>
            </a:r>
            <a:r>
              <a:rPr lang="ko-KR" altLang="en-US" b="1" dirty="0"/>
              <a:t>플레이어가 거미줄에 닿거나</a:t>
            </a:r>
            <a:r>
              <a:rPr lang="en-US" altLang="ko-KR" b="1" dirty="0"/>
              <a:t>/</a:t>
            </a:r>
            <a:r>
              <a:rPr lang="ko-KR" altLang="en-US" b="1" dirty="0"/>
              <a:t>파괴하거나</a:t>
            </a:r>
            <a:r>
              <a:rPr lang="en-US" altLang="ko-KR" b="1" dirty="0"/>
              <a:t>/</a:t>
            </a:r>
            <a:r>
              <a:rPr lang="ko-KR" altLang="en-US" b="1" dirty="0"/>
              <a:t>거미와 만난다면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대책 </a:t>
            </a:r>
            <a:r>
              <a:rPr lang="en-US" altLang="ko-KR" dirty="0"/>
              <a:t>1. </a:t>
            </a:r>
            <a:r>
              <a:rPr lang="ko-KR" altLang="en-US" dirty="0" err="1"/>
              <a:t>리썰처럼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리썰의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/>
              <a:t>거미줄을 설치 중일 때는 플레이어가 공격하는 것 외에는 플레이어의 존재를 인식하지 못하게끔 함</a:t>
            </a:r>
            <a:r>
              <a:rPr lang="en-US" altLang="ko-KR" dirty="0"/>
              <a:t>. (</a:t>
            </a:r>
            <a:r>
              <a:rPr lang="ko-KR" altLang="en-US" dirty="0"/>
              <a:t>인게임에서 몇 번 더 확인해보긴 해야 될 듯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대책 </a:t>
            </a:r>
            <a:r>
              <a:rPr lang="en-US" altLang="ko-KR" dirty="0"/>
              <a:t>2. </a:t>
            </a:r>
            <a:r>
              <a:rPr lang="ko-KR" altLang="en-US" dirty="0"/>
              <a:t>추적 상태가 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이후 </a:t>
            </a:r>
            <a:r>
              <a:rPr lang="en-US" altLang="ko-KR" dirty="0"/>
              <a:t>Return -&gt; Waiting </a:t>
            </a:r>
            <a:r>
              <a:rPr lang="ko-KR" altLang="en-US" dirty="0"/>
              <a:t>상태가 되면</a:t>
            </a:r>
            <a:r>
              <a:rPr lang="en-US" altLang="ko-KR" dirty="0"/>
              <a:t>, </a:t>
            </a:r>
            <a:r>
              <a:rPr lang="ko-KR" altLang="en-US" dirty="0"/>
              <a:t>다시 거미줄을 지정된 개수만큼 설치하는 거미줄 설치 루틴을 시작한다</a:t>
            </a:r>
            <a:r>
              <a:rPr lang="en-US" altLang="ko-KR" dirty="0"/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4F0E13-747A-0622-5BBF-9821D6D1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36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2DB4-A46D-BC74-46ED-92ABFD52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64B79AA-477C-3321-36CE-140B2C5FF3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870680"/>
            <a:ext cx="1600200" cy="23495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E954C9-29E5-2F19-8CFA-FD48C236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2019300" cy="2751522"/>
          </a:xfrm>
        </p:spPr>
        <p:txBody>
          <a:bodyPr/>
          <a:lstStyle/>
          <a:p>
            <a:r>
              <a:rPr lang="ko-KR" altLang="en-US" dirty="0"/>
              <a:t>추후</a:t>
            </a:r>
            <a:br>
              <a:rPr lang="en-US" altLang="ko-KR" dirty="0"/>
            </a:br>
            <a:r>
              <a:rPr lang="ko-KR" altLang="en-US" dirty="0"/>
              <a:t>결정</a:t>
            </a:r>
            <a:br>
              <a:rPr lang="en-US" altLang="ko-KR" dirty="0"/>
            </a:br>
            <a:r>
              <a:rPr lang="ko-KR" altLang="en-US" dirty="0"/>
              <a:t>사항</a:t>
            </a:r>
            <a:br>
              <a:rPr lang="en-US" altLang="ko-KR" dirty="0"/>
            </a:b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언젠가는</a:t>
            </a:r>
            <a:b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정해야</a:t>
            </a:r>
            <a:b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할 것들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B05FD3-8765-9941-8B17-7908524C4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b="1" dirty="0"/>
              <a:t>상태에 </a:t>
            </a:r>
            <a:r>
              <a:rPr lang="en-US" altLang="ko-KR" b="1" dirty="0"/>
              <a:t>Kill</a:t>
            </a:r>
            <a:r>
              <a:rPr lang="ko-KR" altLang="en-US" b="1" dirty="0"/>
              <a:t>을 추가할까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플레이어를 공격한 후</a:t>
            </a:r>
            <a:r>
              <a:rPr lang="en-US" altLang="ko-KR" dirty="0"/>
              <a:t>, </a:t>
            </a:r>
            <a:r>
              <a:rPr lang="ko-KR" altLang="en-US" dirty="0"/>
              <a:t>플레이어가 사망했을 때 나오는 모션</a:t>
            </a:r>
            <a:r>
              <a:rPr lang="en-US" altLang="ko-KR" dirty="0"/>
              <a:t>… </a:t>
            </a:r>
            <a:r>
              <a:rPr lang="ko-KR" altLang="en-US" dirty="0" err="1"/>
              <a:t>리썰에서</a:t>
            </a:r>
            <a:r>
              <a:rPr lang="ko-KR" altLang="en-US" dirty="0"/>
              <a:t> 거미가 시체를 고치로 만드는 거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635F60-F680-57F8-30DB-D245FD9A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72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5BB49B-2D1D-250E-3A4C-2C3DC12D2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>
                <a:hlinkClick r:id="rId2" action="ppaction://hlinksldjump"/>
              </a:rPr>
              <a:t>목차 바로가기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F1A650-1373-4783-066B-84BC96D8B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>
            <a:spAutoFit/>
          </a:bodyPr>
          <a:lstStyle/>
          <a:p>
            <a:r>
              <a:rPr lang="ko-KR" altLang="en-US" dirty="0"/>
              <a:t>로그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9C4D9-F292-869E-807A-EB952E9B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ea typeface="맑은 고딕"/>
              </a:rPr>
              <a:t>08.09 : ppt </a:t>
            </a:r>
            <a:r>
              <a:rPr lang="en-US" altLang="ko-KR" dirty="0" err="1">
                <a:ea typeface="맑은 고딕"/>
              </a:rPr>
              <a:t>생성</a:t>
            </a:r>
            <a:endParaRPr lang="en-US" altLang="ko-KR" dirty="0">
              <a:ea typeface="맑은 고딕"/>
            </a:endParaRPr>
          </a:p>
          <a:p>
            <a:r>
              <a:rPr lang="en-US" altLang="ko-KR" dirty="0">
                <a:ea typeface="맑은 고딕"/>
              </a:rPr>
              <a:t>08.10 : state, FSM </a:t>
            </a:r>
            <a:r>
              <a:rPr lang="ko-KR" altLang="en-US" dirty="0">
                <a:ea typeface="맑은 고딕"/>
              </a:rPr>
              <a:t>추가</a:t>
            </a:r>
            <a:endParaRPr lang="en-US" altLang="ko-KR" dirty="0">
              <a:ea typeface="맑은 고딕"/>
            </a:endParaRPr>
          </a:p>
          <a:p>
            <a:r>
              <a:rPr lang="en-US" altLang="ko-KR" dirty="0">
                <a:ea typeface="맑은 고딕"/>
              </a:rPr>
              <a:t>08.11 : </a:t>
            </a:r>
            <a:r>
              <a:rPr lang="ko-KR" altLang="en-US" dirty="0">
                <a:ea typeface="맑은 고딕"/>
              </a:rPr>
              <a:t>설명</a:t>
            </a:r>
            <a:r>
              <a:rPr lang="en-US" altLang="ko-KR" dirty="0">
                <a:ea typeface="맑은 고딕"/>
              </a:rPr>
              <a:t>, </a:t>
            </a:r>
            <a:r>
              <a:rPr lang="ko-KR" altLang="en-US" dirty="0">
                <a:ea typeface="맑은 고딕"/>
              </a:rPr>
              <a:t>예상 </a:t>
            </a:r>
            <a:r>
              <a:rPr lang="en-US" altLang="ko-KR" dirty="0">
                <a:ea typeface="맑은 고딕"/>
              </a:rPr>
              <a:t>stat, </a:t>
            </a:r>
            <a:r>
              <a:rPr lang="ko-KR" altLang="en-US" dirty="0">
                <a:ea typeface="맑은 고딕"/>
              </a:rPr>
              <a:t>추후 결정 사항</a:t>
            </a:r>
            <a:r>
              <a:rPr lang="en-US" altLang="ko-KR" dirty="0">
                <a:ea typeface="맑은 고딕"/>
              </a:rPr>
              <a:t> </a:t>
            </a:r>
            <a:r>
              <a:rPr lang="ko-KR" altLang="en-US" dirty="0">
                <a:ea typeface="맑은 고딕"/>
              </a:rPr>
              <a:t>추가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	 FSM </a:t>
            </a:r>
            <a:r>
              <a:rPr lang="ko-KR" altLang="en-US" dirty="0">
                <a:ea typeface="맑은 고딕"/>
              </a:rPr>
              <a:t>수정 사항 표시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빨강</a:t>
            </a:r>
            <a:r>
              <a:rPr lang="en-US" altLang="ko-KR" dirty="0">
                <a:ea typeface="맑은 고딕"/>
              </a:rPr>
              <a:t>, </a:t>
            </a:r>
            <a:r>
              <a:rPr lang="ko-KR" altLang="en-US" dirty="0">
                <a:ea typeface="맑은 고딕"/>
              </a:rPr>
              <a:t>주황</a:t>
            </a:r>
            <a:r>
              <a:rPr lang="en-US" altLang="ko-KR" dirty="0">
                <a:ea typeface="맑은 고딕"/>
              </a:rPr>
              <a:t>)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	 *State</a:t>
            </a:r>
            <a:r>
              <a:rPr lang="ko-KR" altLang="en-US" dirty="0">
                <a:ea typeface="맑은 고딕"/>
              </a:rPr>
              <a:t>에서  </a:t>
            </a:r>
            <a:r>
              <a:rPr lang="en-US" altLang="ko-KR" dirty="0">
                <a:ea typeface="맑은 고딕"/>
              </a:rPr>
              <a:t>Idle</a:t>
            </a:r>
            <a:r>
              <a:rPr lang="ko-KR" altLang="en-US" dirty="0">
                <a:ea typeface="맑은 고딕"/>
              </a:rPr>
              <a:t>을 </a:t>
            </a:r>
            <a:r>
              <a:rPr lang="en-US" altLang="ko-KR" dirty="0">
                <a:ea typeface="맑은 고딕"/>
              </a:rPr>
              <a:t>Stop</a:t>
            </a:r>
            <a:r>
              <a:rPr lang="ko-KR" altLang="en-US" dirty="0">
                <a:ea typeface="맑은 고딕"/>
              </a:rPr>
              <a:t>으로 바꾸는 게 더 적합할까</a:t>
            </a:r>
            <a:r>
              <a:rPr lang="en-US" altLang="ko-KR" dirty="0">
                <a:ea typeface="맑은 고딕"/>
              </a:rPr>
              <a:t>?</a:t>
            </a:r>
          </a:p>
          <a:p>
            <a:r>
              <a:rPr lang="en-US" altLang="ko-KR" dirty="0"/>
              <a:t>09.28 : </a:t>
            </a:r>
            <a:r>
              <a:rPr lang="ko-KR" altLang="en-US" dirty="0"/>
              <a:t>거미 </a:t>
            </a:r>
            <a:r>
              <a:rPr lang="en-US" altLang="ko-KR" dirty="0"/>
              <a:t>FSM </a:t>
            </a:r>
            <a:r>
              <a:rPr lang="ko-KR" altLang="en-US" dirty="0"/>
              <a:t>수정</a:t>
            </a:r>
            <a:br>
              <a:rPr lang="en-US" altLang="ko-KR" dirty="0"/>
            </a:br>
            <a:r>
              <a:rPr lang="en-US" altLang="ko-KR" dirty="0"/>
              <a:t>	 </a:t>
            </a:r>
            <a:r>
              <a:rPr lang="ko-KR" altLang="en-US" dirty="0" err="1"/>
              <a:t>스탯</a:t>
            </a:r>
            <a:r>
              <a:rPr lang="en-US" altLang="ko-KR" dirty="0"/>
              <a:t> </a:t>
            </a:r>
            <a:r>
              <a:rPr lang="ko-KR" altLang="en-US" dirty="0"/>
              <a:t>이름 수정</a:t>
            </a:r>
            <a:r>
              <a:rPr lang="en-US" altLang="ko-KR" dirty="0"/>
              <a:t>(Chase </a:t>
            </a:r>
            <a:r>
              <a:rPr lang="ko-KR" altLang="en-US" dirty="0"/>
              <a:t>지속 시간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8BCAD-8F6C-0F20-E5B7-486A2F82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63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3328</TotalTime>
  <Words>932</Words>
  <Application>Microsoft Office PowerPoint</Application>
  <PresentationFormat>와이드스크린</PresentationFormat>
  <Paragraphs>113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실내 몬스터 기획 Spider (거미)</vt:lpstr>
      <vt:lpstr>목차</vt:lpstr>
      <vt:lpstr>설명</vt:lpstr>
      <vt:lpstr>FSM</vt:lpstr>
      <vt:lpstr>FSM</vt:lpstr>
      <vt:lpstr>FSM</vt:lpstr>
      <vt:lpstr>스탯</vt:lpstr>
      <vt:lpstr>추후 결정 사항 (언젠가는 정해야 할 것들)</vt:lpstr>
      <vt:lpstr>추후 결정 사항 (언젠가는 정해야 할 것들)</vt:lpstr>
      <vt:lpstr>로그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39</cp:revision>
  <dcterms:created xsi:type="dcterms:W3CDTF">2025-07-11T11:24:26Z</dcterms:created>
  <dcterms:modified xsi:type="dcterms:W3CDTF">2025-09-28T09:33:47Z</dcterms:modified>
</cp:coreProperties>
</file>