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75" r:id="rId4"/>
    <p:sldId id="276" r:id="rId5"/>
    <p:sldId id="278" r:id="rId6"/>
    <p:sldId id="279" r:id="rId7"/>
    <p:sldId id="27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BFBFBF"/>
    <a:srgbClr val="FF00FF"/>
    <a:srgbClr val="8B5831"/>
    <a:srgbClr val="000000"/>
    <a:srgbClr val="0000FF"/>
    <a:srgbClr val="00FF00"/>
    <a:srgbClr val="00B0F0"/>
    <a:srgbClr val="FFFFFF"/>
    <a:srgbClr val="0078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E0245-8914-4200-B5B9-B65697F5A3B5}" v="1" dt="2025-08-25T09:09:46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7" autoAdjust="0"/>
    <p:restoredTop sz="96233" autoAdjust="0"/>
  </p:normalViewPr>
  <p:slideViewPr>
    <p:cSldViewPr snapToGrid="0">
      <p:cViewPr varScale="1">
        <p:scale>
          <a:sx n="78" d="100"/>
          <a:sy n="78" d="100"/>
        </p:scale>
        <p:origin x="132" y="42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19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하나 윤" userId="f658f17427b35de9" providerId="LiveId" clId="{499E0245-8914-4200-B5B9-B65697F5A3B5}"/>
    <pc:docChg chg="undo redo custSel addSld delSld modSld">
      <pc:chgData name="이하나 윤" userId="f658f17427b35de9" providerId="LiveId" clId="{499E0245-8914-4200-B5B9-B65697F5A3B5}" dt="2025-08-28T07:40:21.058" v="6970" actId="20577"/>
      <pc:docMkLst>
        <pc:docMk/>
      </pc:docMkLst>
      <pc:sldChg chg="modSp mod">
        <pc:chgData name="이하나 윤" userId="f658f17427b35de9" providerId="LiveId" clId="{499E0245-8914-4200-B5B9-B65697F5A3B5}" dt="2025-08-28T07:40:21.058" v="6970" actId="20577"/>
        <pc:sldMkLst>
          <pc:docMk/>
          <pc:sldMk cId="695329364" sldId="256"/>
        </pc:sldMkLst>
        <pc:spChg chg="mod">
          <ac:chgData name="이하나 윤" userId="f658f17427b35de9" providerId="LiveId" clId="{499E0245-8914-4200-B5B9-B65697F5A3B5}" dt="2025-08-19T07:51:06.346" v="70" actId="20577"/>
          <ac:spMkLst>
            <pc:docMk/>
            <pc:sldMk cId="695329364" sldId="256"/>
            <ac:spMk id="2" creationId="{279A97C8-12D7-ACBE-C5A4-75DBE4566ED8}"/>
          </ac:spMkLst>
        </pc:spChg>
        <pc:spChg chg="mod">
          <ac:chgData name="이하나 윤" userId="f658f17427b35de9" providerId="LiveId" clId="{499E0245-8914-4200-B5B9-B65697F5A3B5}" dt="2025-08-28T07:40:21.058" v="6970" actId="20577"/>
          <ac:spMkLst>
            <pc:docMk/>
            <pc:sldMk cId="695329364" sldId="256"/>
            <ac:spMk id="4" creationId="{77A1A4CF-75CA-73D9-FBFB-9F192FB89E8E}"/>
          </ac:spMkLst>
        </pc:spChg>
      </pc:sldChg>
      <pc:sldChg chg="modSp mod">
        <pc:chgData name="이하나 윤" userId="f658f17427b35de9" providerId="LiveId" clId="{499E0245-8914-4200-B5B9-B65697F5A3B5}" dt="2025-08-25T21:39:19.820" v="6957" actId="20577"/>
        <pc:sldMkLst>
          <pc:docMk/>
          <pc:sldMk cId="1843325994" sldId="257"/>
        </pc:sldMkLst>
        <pc:spChg chg="mod">
          <ac:chgData name="이하나 윤" userId="f658f17427b35de9" providerId="LiveId" clId="{499E0245-8914-4200-B5B9-B65697F5A3B5}" dt="2025-08-25T21:39:19.820" v="6957" actId="20577"/>
          <ac:spMkLst>
            <pc:docMk/>
            <pc:sldMk cId="1843325994" sldId="257"/>
            <ac:spMk id="4" creationId="{566C19CA-242E-6D40-AE00-592C2404271D}"/>
          </ac:spMkLst>
        </pc:spChg>
      </pc:sldChg>
      <pc:sldChg chg="modSp mod">
        <pc:chgData name="이하나 윤" userId="f658f17427b35de9" providerId="LiveId" clId="{499E0245-8914-4200-B5B9-B65697F5A3B5}" dt="2025-08-28T07:40:20.743" v="6968" actId="20577"/>
        <pc:sldMkLst>
          <pc:docMk/>
          <pc:sldMk cId="565639903" sldId="274"/>
        </pc:sldMkLst>
        <pc:spChg chg="mod">
          <ac:chgData name="이하나 윤" userId="f658f17427b35de9" providerId="LiveId" clId="{499E0245-8914-4200-B5B9-B65697F5A3B5}" dt="2025-08-28T07:40:20.743" v="6968" actId="20577"/>
          <ac:spMkLst>
            <pc:docMk/>
            <pc:sldMk cId="565639903" sldId="274"/>
            <ac:spMk id="4" creationId="{DAB9C4D9-F292-869E-807A-EB952E9BD90A}"/>
          </ac:spMkLst>
        </pc:spChg>
      </pc:sldChg>
      <pc:sldChg chg="modSp new mod">
        <pc:chgData name="이하나 윤" userId="f658f17427b35de9" providerId="LiveId" clId="{499E0245-8914-4200-B5B9-B65697F5A3B5}" dt="2025-08-25T21:36:38.408" v="6786" actId="113"/>
        <pc:sldMkLst>
          <pc:docMk/>
          <pc:sldMk cId="663441846" sldId="275"/>
        </pc:sldMkLst>
        <pc:spChg chg="mod">
          <ac:chgData name="이하나 윤" userId="f658f17427b35de9" providerId="LiveId" clId="{499E0245-8914-4200-B5B9-B65697F5A3B5}" dt="2025-08-25T08:59:15.891" v="78" actId="1076"/>
          <ac:spMkLst>
            <pc:docMk/>
            <pc:sldMk cId="663441846" sldId="275"/>
            <ac:spMk id="2" creationId="{8D6707F8-96EE-98DD-E598-2867EFBC37F3}"/>
          </ac:spMkLst>
        </pc:spChg>
        <pc:spChg chg="mod">
          <ac:chgData name="이하나 윤" userId="f658f17427b35de9" providerId="LiveId" clId="{499E0245-8914-4200-B5B9-B65697F5A3B5}" dt="2025-08-25T09:25:52.731" v="427" actId="20577"/>
          <ac:spMkLst>
            <pc:docMk/>
            <pc:sldMk cId="663441846" sldId="275"/>
            <ac:spMk id="3" creationId="{172804A7-251B-53B4-95C1-C155FA7076F8}"/>
          </ac:spMkLst>
        </pc:spChg>
        <pc:spChg chg="mod">
          <ac:chgData name="이하나 윤" userId="f658f17427b35de9" providerId="LiveId" clId="{499E0245-8914-4200-B5B9-B65697F5A3B5}" dt="2025-08-25T21:36:38.408" v="6786" actId="113"/>
          <ac:spMkLst>
            <pc:docMk/>
            <pc:sldMk cId="663441846" sldId="275"/>
            <ac:spMk id="4" creationId="{ADDFA5C3-3C94-6726-B7DF-20AF4A51FDB9}"/>
          </ac:spMkLst>
        </pc:spChg>
      </pc:sldChg>
      <pc:sldChg chg="modSp add mod">
        <pc:chgData name="이하나 윤" userId="f658f17427b35de9" providerId="LiveId" clId="{499E0245-8914-4200-B5B9-B65697F5A3B5}" dt="2025-08-25T21:37:11.519" v="6788" actId="6549"/>
        <pc:sldMkLst>
          <pc:docMk/>
          <pc:sldMk cId="1894509827" sldId="276"/>
        </pc:sldMkLst>
        <pc:spChg chg="mod">
          <ac:chgData name="이하나 윤" userId="f658f17427b35de9" providerId="LiveId" clId="{499E0245-8914-4200-B5B9-B65697F5A3B5}" dt="2025-08-25T16:16:02.120" v="3707" actId="20577"/>
          <ac:spMkLst>
            <pc:docMk/>
            <pc:sldMk cId="1894509827" sldId="276"/>
            <ac:spMk id="2" creationId="{F3B11A6E-C1F5-11CA-6CEE-B2E344F455EA}"/>
          </ac:spMkLst>
        </pc:spChg>
        <pc:spChg chg="mod">
          <ac:chgData name="이하나 윤" userId="f658f17427b35de9" providerId="LiveId" clId="{499E0245-8914-4200-B5B9-B65697F5A3B5}" dt="2025-08-25T10:15:19.207" v="3107" actId="20577"/>
          <ac:spMkLst>
            <pc:docMk/>
            <pc:sldMk cId="1894509827" sldId="276"/>
            <ac:spMk id="3" creationId="{69387F72-DD06-0CC2-3AAB-2FC86403AAB9}"/>
          </ac:spMkLst>
        </pc:spChg>
        <pc:spChg chg="mod">
          <ac:chgData name="이하나 윤" userId="f658f17427b35de9" providerId="LiveId" clId="{499E0245-8914-4200-B5B9-B65697F5A3B5}" dt="2025-08-25T21:37:11.519" v="6788" actId="6549"/>
          <ac:spMkLst>
            <pc:docMk/>
            <pc:sldMk cId="1894509827" sldId="276"/>
            <ac:spMk id="4" creationId="{E43CBC1B-116F-F198-B53D-B19C386D5824}"/>
          </ac:spMkLst>
        </pc:spChg>
      </pc:sldChg>
      <pc:sldChg chg="modSp new del mod">
        <pc:chgData name="이하나 윤" userId="f658f17427b35de9" providerId="LiveId" clId="{499E0245-8914-4200-B5B9-B65697F5A3B5}" dt="2025-08-25T20:57:38.810" v="4216" actId="47"/>
        <pc:sldMkLst>
          <pc:docMk/>
          <pc:sldMk cId="610313326" sldId="277"/>
        </pc:sldMkLst>
      </pc:sldChg>
      <pc:sldChg chg="new del">
        <pc:chgData name="이하나 윤" userId="f658f17427b35de9" providerId="LiveId" clId="{499E0245-8914-4200-B5B9-B65697F5A3B5}" dt="2025-08-25T16:02:10.348" v="3193" actId="47"/>
        <pc:sldMkLst>
          <pc:docMk/>
          <pc:sldMk cId="4123881353" sldId="277"/>
        </pc:sldMkLst>
      </pc:sldChg>
      <pc:sldChg chg="new del">
        <pc:chgData name="이하나 윤" userId="f658f17427b35de9" providerId="LiveId" clId="{499E0245-8914-4200-B5B9-B65697F5A3B5}" dt="2025-08-25T16:02:10.536" v="3194" actId="47"/>
        <pc:sldMkLst>
          <pc:docMk/>
          <pc:sldMk cId="1011458371" sldId="278"/>
        </pc:sldMkLst>
      </pc:sldChg>
      <pc:sldChg chg="modSp new mod">
        <pc:chgData name="이하나 윤" userId="f658f17427b35de9" providerId="LiveId" clId="{499E0245-8914-4200-B5B9-B65697F5A3B5}" dt="2025-08-25T21:30:22.991" v="5766" actId="20577"/>
        <pc:sldMkLst>
          <pc:docMk/>
          <pc:sldMk cId="1664335280" sldId="278"/>
        </pc:sldMkLst>
        <pc:spChg chg="mod">
          <ac:chgData name="이하나 윤" userId="f658f17427b35de9" providerId="LiveId" clId="{499E0245-8914-4200-B5B9-B65697F5A3B5}" dt="2025-08-25T16:21:00.809" v="4063" actId="1076"/>
          <ac:spMkLst>
            <pc:docMk/>
            <pc:sldMk cId="1664335280" sldId="278"/>
            <ac:spMk id="2" creationId="{47BCD583-8089-CEC1-FB02-678266A20AEB}"/>
          </ac:spMkLst>
        </pc:spChg>
        <pc:spChg chg="mod">
          <ac:chgData name="이하나 윤" userId="f658f17427b35de9" providerId="LiveId" clId="{499E0245-8914-4200-B5B9-B65697F5A3B5}" dt="2025-08-25T16:21:04.123" v="4064" actId="6549"/>
          <ac:spMkLst>
            <pc:docMk/>
            <pc:sldMk cId="1664335280" sldId="278"/>
            <ac:spMk id="3" creationId="{7F5E40D2-3CF9-1D06-231F-B2A2E1E2444C}"/>
          </ac:spMkLst>
        </pc:spChg>
        <pc:spChg chg="mod">
          <ac:chgData name="이하나 윤" userId="f658f17427b35de9" providerId="LiveId" clId="{499E0245-8914-4200-B5B9-B65697F5A3B5}" dt="2025-08-25T21:30:22.991" v="5766" actId="20577"/>
          <ac:spMkLst>
            <pc:docMk/>
            <pc:sldMk cId="1664335280" sldId="278"/>
            <ac:spMk id="4" creationId="{C78D935D-D88D-6CED-D32D-54D77B0FF172}"/>
          </ac:spMkLst>
        </pc:spChg>
      </pc:sldChg>
      <pc:sldChg chg="new del">
        <pc:chgData name="이하나 윤" userId="f658f17427b35de9" providerId="LiveId" clId="{499E0245-8914-4200-B5B9-B65697F5A3B5}" dt="2025-08-25T16:02:11.043" v="3195" actId="47"/>
        <pc:sldMkLst>
          <pc:docMk/>
          <pc:sldMk cId="962155260" sldId="279"/>
        </pc:sldMkLst>
      </pc:sldChg>
      <pc:sldChg chg="modSp new mod">
        <pc:chgData name="이하나 윤" userId="f658f17427b35de9" providerId="LiveId" clId="{499E0245-8914-4200-B5B9-B65697F5A3B5}" dt="2025-08-25T21:09:41.371" v="4760" actId="20577"/>
        <pc:sldMkLst>
          <pc:docMk/>
          <pc:sldMk cId="3952254055" sldId="279"/>
        </pc:sldMkLst>
        <pc:spChg chg="mod">
          <ac:chgData name="이하나 윤" userId="f658f17427b35de9" providerId="LiveId" clId="{499E0245-8914-4200-B5B9-B65697F5A3B5}" dt="2025-08-25T20:58:22.063" v="4370" actId="1076"/>
          <ac:spMkLst>
            <pc:docMk/>
            <pc:sldMk cId="3952254055" sldId="279"/>
            <ac:spMk id="2" creationId="{97085770-D664-4806-76F2-94828110A055}"/>
          </ac:spMkLst>
        </pc:spChg>
        <pc:spChg chg="mod">
          <ac:chgData name="이하나 윤" userId="f658f17427b35de9" providerId="LiveId" clId="{499E0245-8914-4200-B5B9-B65697F5A3B5}" dt="2025-08-25T20:58:17.883" v="4369" actId="20577"/>
          <ac:spMkLst>
            <pc:docMk/>
            <pc:sldMk cId="3952254055" sldId="279"/>
            <ac:spMk id="3" creationId="{74D07C7F-C92F-A4F2-1AEC-AEB92E957D1F}"/>
          </ac:spMkLst>
        </pc:spChg>
        <pc:spChg chg="mod">
          <ac:chgData name="이하나 윤" userId="f658f17427b35de9" providerId="LiveId" clId="{499E0245-8914-4200-B5B9-B65697F5A3B5}" dt="2025-08-25T21:09:41.371" v="4760" actId="20577"/>
          <ac:spMkLst>
            <pc:docMk/>
            <pc:sldMk cId="3952254055" sldId="279"/>
            <ac:spMk id="4" creationId="{30EA6C2E-91DB-BC0C-D317-7332D6BBD3CC}"/>
          </ac:spMkLst>
        </pc:spChg>
      </pc:sldChg>
      <pc:sldChg chg="new del">
        <pc:chgData name="이하나 윤" userId="f658f17427b35de9" providerId="LiveId" clId="{499E0245-8914-4200-B5B9-B65697F5A3B5}" dt="2025-08-25T16:02:11.654" v="3196" actId="47"/>
        <pc:sldMkLst>
          <pc:docMk/>
          <pc:sldMk cId="726039962" sldId="280"/>
        </pc:sldMkLst>
      </pc:sldChg>
      <pc:sldChg chg="new del">
        <pc:chgData name="이하나 윤" userId="f658f17427b35de9" providerId="LiveId" clId="{499E0245-8914-4200-B5B9-B65697F5A3B5}" dt="2025-08-25T20:59:09.413" v="4373" actId="47"/>
        <pc:sldMkLst>
          <pc:docMk/>
          <pc:sldMk cId="3430870826" sldId="280"/>
        </pc:sldMkLst>
      </pc:sldChg>
      <pc:sldChg chg="new del">
        <pc:chgData name="이하나 윤" userId="f658f17427b35de9" providerId="LiveId" clId="{499E0245-8914-4200-B5B9-B65697F5A3B5}" dt="2025-08-25T16:02:13.751" v="3197" actId="47"/>
        <pc:sldMkLst>
          <pc:docMk/>
          <pc:sldMk cId="2176329645" sldId="281"/>
        </pc:sldMkLst>
      </pc:sldChg>
    </pc:docChg>
  </pc:docChgLst>
  <pc:docChgLst>
    <pc:chgData name="이하나 윤" userId="f658f17427b35de9" providerId="LiveId" clId="{83430688-9A9B-4D5C-995B-B3B56A5D0E22}"/>
    <pc:docChg chg="undo redo custSel addSld modSld sldOrd">
      <pc:chgData name="이하나 윤" userId="f658f17427b35de9" providerId="LiveId" clId="{83430688-9A9B-4D5C-995B-B3B56A5D0E22}" dt="2025-08-10T20:07:02.708" v="11195" actId="14100"/>
      <pc:docMkLst>
        <pc:docMk/>
      </pc:docMkLst>
      <pc:sldChg chg="modSp mod">
        <pc:chgData name="이하나 윤" userId="f658f17427b35de9" providerId="LiveId" clId="{83430688-9A9B-4D5C-995B-B3B56A5D0E22}" dt="2025-08-10T19:54:22.309" v="11121" actId="20577"/>
        <pc:sldMkLst>
          <pc:docMk/>
          <pc:sldMk cId="695329364" sldId="256"/>
        </pc:sldMkLst>
        <pc:spChg chg="mod">
          <ac:chgData name="이하나 윤" userId="f658f17427b35de9" providerId="LiveId" clId="{83430688-9A9B-4D5C-995B-B3B56A5D0E22}" dt="2025-08-10T19:54:22.309" v="11121" actId="20577"/>
          <ac:spMkLst>
            <pc:docMk/>
            <pc:sldMk cId="695329364" sldId="256"/>
            <ac:spMk id="2" creationId="{279A97C8-12D7-ACBE-C5A4-75DBE4566ED8}"/>
          </ac:spMkLst>
        </pc:spChg>
        <pc:spChg chg="mod">
          <ac:chgData name="이하나 윤" userId="f658f17427b35de9" providerId="LiveId" clId="{83430688-9A9B-4D5C-995B-B3B56A5D0E22}" dt="2025-08-10T18:18:42.738" v="68" actId="20577"/>
          <ac:spMkLst>
            <pc:docMk/>
            <pc:sldMk cId="695329364" sldId="256"/>
            <ac:spMk id="4" creationId="{77A1A4CF-75CA-73D9-FBFB-9F192FB89E8E}"/>
          </ac:spMkLst>
        </pc:spChg>
      </pc:sldChg>
      <pc:sldChg chg="modSp mod">
        <pc:chgData name="이하나 윤" userId="f658f17427b35de9" providerId="LiveId" clId="{83430688-9A9B-4D5C-995B-B3B56A5D0E22}" dt="2025-08-10T19:27:22.014" v="9140" actId="20577"/>
        <pc:sldMkLst>
          <pc:docMk/>
          <pc:sldMk cId="1843325994" sldId="257"/>
        </pc:sldMkLst>
        <pc:spChg chg="mod">
          <ac:chgData name="이하나 윤" userId="f658f17427b35de9" providerId="LiveId" clId="{83430688-9A9B-4D5C-995B-B3B56A5D0E22}" dt="2025-08-10T19:27:22.014" v="9140" actId="20577"/>
          <ac:spMkLst>
            <pc:docMk/>
            <pc:sldMk cId="1843325994" sldId="257"/>
            <ac:spMk id="4" creationId="{566C19CA-242E-6D40-AE00-592C2404271D}"/>
          </ac:spMkLst>
        </pc:spChg>
      </pc:sldChg>
      <pc:sldChg chg="modSp mod">
        <pc:chgData name="이하나 윤" userId="f658f17427b35de9" providerId="LiveId" clId="{83430688-9A9B-4D5C-995B-B3B56A5D0E22}" dt="2025-08-10T19:41:58.077" v="10009" actId="20577"/>
        <pc:sldMkLst>
          <pc:docMk/>
          <pc:sldMk cId="565639903" sldId="274"/>
        </pc:sldMkLst>
        <pc:spChg chg="mod">
          <ac:chgData name="이하나 윤" userId="f658f17427b35de9" providerId="LiveId" clId="{83430688-9A9B-4D5C-995B-B3B56A5D0E22}" dt="2025-08-10T19:41:58.077" v="10009" actId="20577"/>
          <ac:spMkLst>
            <pc:docMk/>
            <pc:sldMk cId="565639903" sldId="274"/>
            <ac:spMk id="4" creationId="{DAB9C4D9-F292-869E-807A-EB952E9BD90A}"/>
          </ac:spMkLst>
        </pc:spChg>
      </pc:sldChg>
      <pc:sldChg chg="modSp mod">
        <pc:chgData name="이하나 윤" userId="f658f17427b35de9" providerId="LiveId" clId="{83430688-9A9B-4D5C-995B-B3B56A5D0E22}" dt="2025-08-10T19:50:57.747" v="10826" actId="20577"/>
        <pc:sldMkLst>
          <pc:docMk/>
          <pc:sldMk cId="1147331172" sldId="275"/>
        </pc:sldMkLst>
      </pc:sldChg>
      <pc:sldChg chg="modSp mod">
        <pc:chgData name="이하나 윤" userId="f658f17427b35de9" providerId="LiveId" clId="{83430688-9A9B-4D5C-995B-B3B56A5D0E22}" dt="2025-08-10T19:51:57.198" v="10864" actId="20577"/>
        <pc:sldMkLst>
          <pc:docMk/>
          <pc:sldMk cId="1876407676" sldId="276"/>
        </pc:sldMkLst>
      </pc:sldChg>
      <pc:sldChg chg="addSp delSp modSp mod">
        <pc:chgData name="이하나 윤" userId="f658f17427b35de9" providerId="LiveId" clId="{83430688-9A9B-4D5C-995B-B3B56A5D0E22}" dt="2025-08-10T20:06:17.239" v="11194" actId="1076"/>
        <pc:sldMkLst>
          <pc:docMk/>
          <pc:sldMk cId="1274618336" sldId="277"/>
        </pc:sldMkLst>
      </pc:sldChg>
      <pc:sldChg chg="addSp delSp modSp add mod">
        <pc:chgData name="이하나 윤" userId="f658f17427b35de9" providerId="LiveId" clId="{83430688-9A9B-4D5C-995B-B3B56A5D0E22}" dt="2025-08-10T20:07:02.708" v="11195" actId="14100"/>
        <pc:sldMkLst>
          <pc:docMk/>
          <pc:sldMk cId="2153143939" sldId="278"/>
        </pc:sldMkLst>
      </pc:sldChg>
      <pc:sldChg chg="modSp new mod">
        <pc:chgData name="이하나 윤" userId="f658f17427b35de9" providerId="LiveId" clId="{83430688-9A9B-4D5C-995B-B3B56A5D0E22}" dt="2025-08-10T19:53:48.283" v="11112" actId="20577"/>
        <pc:sldMkLst>
          <pc:docMk/>
          <pc:sldMk cId="1975365145" sldId="279"/>
        </pc:sldMkLst>
      </pc:sldChg>
      <pc:sldChg chg="modSp add mod ord">
        <pc:chgData name="이하나 윤" userId="f658f17427b35de9" providerId="LiveId" clId="{83430688-9A9B-4D5C-995B-B3B56A5D0E22}" dt="2025-08-10T19:52:05.059" v="10866" actId="20577"/>
        <pc:sldMkLst>
          <pc:docMk/>
          <pc:sldMk cId="1557800939" sldId="280"/>
        </pc:sldMkLst>
      </pc:sldChg>
      <pc:sldChg chg="modSp add mod">
        <pc:chgData name="이하나 윤" userId="f658f17427b35de9" providerId="LiveId" clId="{83430688-9A9B-4D5C-995B-B3B56A5D0E22}" dt="2025-08-10T19:53:44.186" v="11111" actId="113"/>
        <pc:sldMkLst>
          <pc:docMk/>
          <pc:sldMk cId="1567172038" sldId="281"/>
        </pc:sldMkLst>
      </pc:sldChg>
    </pc:docChg>
  </pc:docChgLst>
  <pc:docChgLst>
    <pc:chgData name="이하나 윤" userId="f658f17427b35de9" providerId="LiveId" clId="{EE219EC4-0B48-4DAA-B6C8-F5305E865B87}"/>
    <pc:docChg chg="modSld">
      <pc:chgData name="이하나 윤" userId="f658f17427b35de9" providerId="LiveId" clId="{EE219EC4-0B48-4DAA-B6C8-F5305E865B87}" dt="2025-09-03T01:08:29.718" v="58" actId="20577"/>
      <pc:docMkLst>
        <pc:docMk/>
      </pc:docMkLst>
      <pc:sldChg chg="modSp mod">
        <pc:chgData name="이하나 윤" userId="f658f17427b35de9" providerId="LiveId" clId="{EE219EC4-0B48-4DAA-B6C8-F5305E865B87}" dt="2025-09-03T01:08:18.401" v="30" actId="20577"/>
        <pc:sldMkLst>
          <pc:docMk/>
          <pc:sldMk cId="695329364" sldId="256"/>
        </pc:sldMkLst>
        <pc:spChg chg="mod">
          <ac:chgData name="이하나 윤" userId="f658f17427b35de9" providerId="LiveId" clId="{EE219EC4-0B48-4DAA-B6C8-F5305E865B87}" dt="2025-09-03T01:08:18.401" v="30" actId="20577"/>
          <ac:spMkLst>
            <pc:docMk/>
            <pc:sldMk cId="695329364" sldId="256"/>
            <ac:spMk id="4" creationId="{77A1A4CF-75CA-73D9-FBFB-9F192FB89E8E}"/>
          </ac:spMkLst>
        </pc:spChg>
      </pc:sldChg>
      <pc:sldChg chg="modSp mod">
        <pc:chgData name="이하나 윤" userId="f658f17427b35de9" providerId="LiveId" clId="{EE219EC4-0B48-4DAA-B6C8-F5305E865B87}" dt="2025-09-03T01:08:29.718" v="58" actId="20577"/>
        <pc:sldMkLst>
          <pc:docMk/>
          <pc:sldMk cId="565639903" sldId="274"/>
        </pc:sldMkLst>
        <pc:spChg chg="mod">
          <ac:chgData name="이하나 윤" userId="f658f17427b35de9" providerId="LiveId" clId="{EE219EC4-0B48-4DAA-B6C8-F5305E865B87}" dt="2025-09-03T01:08:29.718" v="58" actId="20577"/>
          <ac:spMkLst>
            <pc:docMk/>
            <pc:sldMk cId="565639903" sldId="274"/>
            <ac:spMk id="4" creationId="{DAB9C4D9-F292-869E-807A-EB952E9BD90A}"/>
          </ac:spMkLst>
        </pc:spChg>
      </pc:sldChg>
      <pc:sldChg chg="modSp mod">
        <pc:chgData name="이하나 윤" userId="f658f17427b35de9" providerId="LiveId" clId="{EE219EC4-0B48-4DAA-B6C8-F5305E865B87}" dt="2025-08-31T09:50:20.233" v="24" actId="20577"/>
        <pc:sldMkLst>
          <pc:docMk/>
          <pc:sldMk cId="3952254055" sldId="279"/>
        </pc:sldMkLst>
        <pc:spChg chg="mod">
          <ac:chgData name="이하나 윤" userId="f658f17427b35de9" providerId="LiveId" clId="{EE219EC4-0B48-4DAA-B6C8-F5305E865B87}" dt="2025-08-31T09:50:20.233" v="24" actId="20577"/>
          <ac:spMkLst>
            <pc:docMk/>
            <pc:sldMk cId="3952254055" sldId="279"/>
            <ac:spMk id="4" creationId="{30EA6C2E-91DB-BC0C-D317-7332D6BBD3CC}"/>
          </ac:spMkLst>
        </pc:spChg>
      </pc:sldChg>
    </pc:docChg>
  </pc:docChgLst>
  <pc:docChgLst>
    <pc:chgData name="이하나 윤" userId="f658f17427b35de9" providerId="LiveId" clId="{15B508EC-79F6-47C1-A1AD-B46B6793F740}"/>
    <pc:docChg chg="delSld modSld">
      <pc:chgData name="이하나 윤" userId="f658f17427b35de9" providerId="LiveId" clId="{15B508EC-79F6-47C1-A1AD-B46B6793F740}" dt="2025-08-19T07:24:46.635" v="45" actId="20577"/>
      <pc:docMkLst>
        <pc:docMk/>
      </pc:docMkLst>
      <pc:sldChg chg="modSp mod">
        <pc:chgData name="이하나 윤" userId="f658f17427b35de9" providerId="LiveId" clId="{15B508EC-79F6-47C1-A1AD-B46B6793F740}" dt="2025-08-19T07:24:46.635" v="45" actId="20577"/>
        <pc:sldMkLst>
          <pc:docMk/>
          <pc:sldMk cId="695329364" sldId="256"/>
        </pc:sldMkLst>
        <pc:spChg chg="mod">
          <ac:chgData name="이하나 윤" userId="f658f17427b35de9" providerId="LiveId" clId="{15B508EC-79F6-47C1-A1AD-B46B6793F740}" dt="2025-08-19T07:24:46.635" v="45" actId="20577"/>
          <ac:spMkLst>
            <pc:docMk/>
            <pc:sldMk cId="695329364" sldId="256"/>
            <ac:spMk id="2" creationId="{279A97C8-12D7-ACBE-C5A4-75DBE4566ED8}"/>
          </ac:spMkLst>
        </pc:spChg>
        <pc:spChg chg="mod">
          <ac:chgData name="이하나 윤" userId="f658f17427b35de9" providerId="LiveId" clId="{15B508EC-79F6-47C1-A1AD-B46B6793F740}" dt="2025-08-19T07:24:02.456" v="5" actId="20577"/>
          <ac:spMkLst>
            <pc:docMk/>
            <pc:sldMk cId="695329364" sldId="256"/>
            <ac:spMk id="4" creationId="{77A1A4CF-75CA-73D9-FBFB-9F192FB89E8E}"/>
          </ac:spMkLst>
        </pc:spChg>
      </pc:sldChg>
      <pc:sldChg chg="modSp mod">
        <pc:chgData name="이하나 윤" userId="f658f17427b35de9" providerId="LiveId" clId="{15B508EC-79F6-47C1-A1AD-B46B6793F740}" dt="2025-08-19T07:23:57.399" v="3" actId="20577"/>
        <pc:sldMkLst>
          <pc:docMk/>
          <pc:sldMk cId="1843325994" sldId="257"/>
        </pc:sldMkLst>
        <pc:spChg chg="mod">
          <ac:chgData name="이하나 윤" userId="f658f17427b35de9" providerId="LiveId" clId="{15B508EC-79F6-47C1-A1AD-B46B6793F740}" dt="2025-08-19T07:23:57.399" v="3" actId="20577"/>
          <ac:spMkLst>
            <pc:docMk/>
            <pc:sldMk cId="1843325994" sldId="257"/>
            <ac:spMk id="4" creationId="{566C19CA-242E-6D40-AE00-592C2404271D}"/>
          </ac:spMkLst>
        </pc:spChg>
      </pc:sldChg>
      <pc:sldChg chg="modSp mod">
        <pc:chgData name="이하나 윤" userId="f658f17427b35de9" providerId="LiveId" clId="{15B508EC-79F6-47C1-A1AD-B46B6793F740}" dt="2025-08-19T07:23:50.172" v="1" actId="20577"/>
        <pc:sldMkLst>
          <pc:docMk/>
          <pc:sldMk cId="565639903" sldId="274"/>
        </pc:sldMkLst>
        <pc:spChg chg="mod">
          <ac:chgData name="이하나 윤" userId="f658f17427b35de9" providerId="LiveId" clId="{15B508EC-79F6-47C1-A1AD-B46B6793F740}" dt="2025-08-19T07:23:50.172" v="1" actId="20577"/>
          <ac:spMkLst>
            <pc:docMk/>
            <pc:sldMk cId="565639903" sldId="274"/>
            <ac:spMk id="4" creationId="{DAB9C4D9-F292-869E-807A-EB952E9BD90A}"/>
          </ac:spMkLst>
        </pc:spChg>
      </pc:sldChg>
      <pc:sldChg chg="del">
        <pc:chgData name="이하나 윤" userId="f658f17427b35de9" providerId="LiveId" clId="{15B508EC-79F6-47C1-A1AD-B46B6793F740}" dt="2025-08-19T07:23:45.709" v="0" actId="47"/>
        <pc:sldMkLst>
          <pc:docMk/>
          <pc:sldMk cId="1147331172" sldId="275"/>
        </pc:sldMkLst>
      </pc:sldChg>
      <pc:sldChg chg="del">
        <pc:chgData name="이하나 윤" userId="f658f17427b35de9" providerId="LiveId" clId="{15B508EC-79F6-47C1-A1AD-B46B6793F740}" dt="2025-08-19T07:23:45.709" v="0" actId="47"/>
        <pc:sldMkLst>
          <pc:docMk/>
          <pc:sldMk cId="1876407676" sldId="276"/>
        </pc:sldMkLst>
      </pc:sldChg>
      <pc:sldChg chg="del">
        <pc:chgData name="이하나 윤" userId="f658f17427b35de9" providerId="LiveId" clId="{15B508EC-79F6-47C1-A1AD-B46B6793F740}" dt="2025-08-19T07:23:45.709" v="0" actId="47"/>
        <pc:sldMkLst>
          <pc:docMk/>
          <pc:sldMk cId="1274618336" sldId="277"/>
        </pc:sldMkLst>
      </pc:sldChg>
      <pc:sldChg chg="del">
        <pc:chgData name="이하나 윤" userId="f658f17427b35de9" providerId="LiveId" clId="{15B508EC-79F6-47C1-A1AD-B46B6793F740}" dt="2025-08-19T07:23:45.709" v="0" actId="47"/>
        <pc:sldMkLst>
          <pc:docMk/>
          <pc:sldMk cId="2153143939" sldId="278"/>
        </pc:sldMkLst>
      </pc:sldChg>
      <pc:sldChg chg="del">
        <pc:chgData name="이하나 윤" userId="f658f17427b35de9" providerId="LiveId" clId="{15B508EC-79F6-47C1-A1AD-B46B6793F740}" dt="2025-08-19T07:23:45.709" v="0" actId="47"/>
        <pc:sldMkLst>
          <pc:docMk/>
          <pc:sldMk cId="1975365145" sldId="279"/>
        </pc:sldMkLst>
      </pc:sldChg>
      <pc:sldChg chg="del">
        <pc:chgData name="이하나 윤" userId="f658f17427b35de9" providerId="LiveId" clId="{15B508EC-79F6-47C1-A1AD-B46B6793F740}" dt="2025-08-19T07:23:45.709" v="0" actId="47"/>
        <pc:sldMkLst>
          <pc:docMk/>
          <pc:sldMk cId="1557800939" sldId="280"/>
        </pc:sldMkLst>
      </pc:sldChg>
      <pc:sldChg chg="del">
        <pc:chgData name="이하나 윤" userId="f658f17427b35de9" providerId="LiveId" clId="{15B508EC-79F6-47C1-A1AD-B46B6793F740}" dt="2025-08-19T07:23:45.709" v="0" actId="47"/>
        <pc:sldMkLst>
          <pc:docMk/>
          <pc:sldMk cId="1567172038" sldId="28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2C3083C-98BF-1B2E-E667-79BF834E4A4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9B0DE5-21E2-1ED5-9F31-7EE9F610DA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DBB8C-8191-4AEC-B0E4-021A6DCC5E88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6504FD-4BA5-371F-3F45-AEF1898A8B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F4DC69-B8F7-98B9-883D-09A928A1AB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929C7-007B-4BE5-913E-66190B768B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9208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39F74-74AF-4C37-AE84-1000E0D0E51D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76A66-B71B-41D7-B3D7-EDD47844D1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04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76A66-B71B-41D7-B3D7-EDD47844D17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847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9805B-3243-420F-9D91-64369926A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A1A2F3-38E0-86D1-0493-9BBD9B1D2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DA6EFD-C8A7-566F-C008-FC9A35D8D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F74CB-B97E-448A-8613-336F71D317F5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2E3719-8A28-4C06-D97F-6D873CD60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45DE1-4EAF-9431-2E0F-B4311FA4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40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11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리썰컴퍼니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41AF731-17E1-3491-EC42-464CC4F16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280538"/>
            <a:ext cx="1600200" cy="2349500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80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2269D61-CCA6-84A9-E13B-2BDCDE2A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865126"/>
          </a:xfrm>
        </p:spPr>
        <p:txBody>
          <a:bodyPr>
            <a:spAutoFit/>
          </a:bodyPr>
          <a:lstStyle>
            <a:lvl1pPr latinLnBrk="0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E2E69-31FD-9579-E784-1B384FA1C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70AEA8-F185-96CE-172F-1B32CAF6A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DB65B-E6AE-4B39-8D08-8DC3DC9B3DE6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194137-D9FF-980C-09B6-60968DA7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94A664-0E93-2892-4E70-09FD9731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 descr="텍스트, 폰트, 포스터, 레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A34F2A-35E2-4E1B-697A-B1C32940D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3860" y="90098"/>
            <a:ext cx="1169240" cy="46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616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24215-264C-0DE7-9176-24E56AF49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B638D-B913-55CE-7AD8-86C001DB3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CAB01-B8C7-E404-B2B0-8030C966F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E6DAD-F59F-4DF2-B36E-B1403061A098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8F78A9-B0F7-0ED6-85CB-FE7616309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92EFFB-69F4-F9A5-F912-AE25F58F7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91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D9D69-F4AF-5E7D-BD7A-CEE292D5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5F142-7298-D4B4-A4D4-AE0D92664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C0526D-8D44-8B70-D8C1-33C3E1869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CCB5D2-673E-BA1F-0633-AFEEF83E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7A435-D09E-4012-8A5A-CB367CE86DE7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0F8D1C-6C50-CFCC-81ED-A1A14A65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1556F-CE74-4F81-FC81-9A4188702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635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5DBC0-513C-1291-9726-C61D29863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707C39-57EB-CE46-5E74-C507D8233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108DA8-D030-11E2-C7E6-EA0D2FF34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86BD26-DD3A-0522-3C19-85B70DC39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5329FDF-6B3F-3E6E-F9F6-4D951ED672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90E0ED-2948-1F44-674A-C0D67CB31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E4FE5-8155-4A7B-B9F1-1277B556A678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54BD67F-5E5F-97A4-129E-09DFECE9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3FB509-AC27-E337-61AF-865AA941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251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8D15BD-7109-F1B2-5B82-BDC7B1DE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0BCA4D-AE47-2AB1-DC43-0198FFDF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DFFB1-F462-49A1-A952-F86898531EFC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81BD34-DB61-16AF-4C60-75B58A63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073A52-9916-DF33-5D43-625C85A5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6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7990B1-934E-0818-5BB4-C9332257C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07744-A7EE-42A9-B4BD-A75049B592B9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4FE8FB-35F5-A9B7-3025-A858D4647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F1F464-49AA-5D23-3D63-E4DF3487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797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1ED093-E138-5C68-135D-9346C05B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EC7EFB-287E-2016-E307-E1FE657AC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0EBFF1-BE37-EE1F-52ED-1403C1EE3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452F5-D2A2-3F00-FD8F-C67AF154A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58597-5F16-46FB-9810-19206F29ADC7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16C177-CB54-FF1F-08C4-DE2E2C136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57C2DB-B177-95DE-6A15-3E6E7BA1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65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DC1BF-296C-3C72-1705-8F7F995F2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ACEE6A-81C0-B208-6F5A-6487F1B5AD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3B04B3-5A33-3FC8-FDC5-FBE62BE0D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683508-541B-F446-BF0A-F02116C46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3F2E-880D-4AB2-BE87-1DABB4D9D36B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6BE896-D2B2-B228-C3AD-7BC072875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992ABD-C76C-0E40-797F-DD050212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506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0F7804-FF5A-1C69-F67D-CCFA30E5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FBEE35-6DB0-4079-FED0-FAD8B309D6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4AFA39-8BF9-C06A-1E61-2A812DE1E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5792B-2F2C-46B3-9536-A6BE584A3133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0291C6-1918-F6FF-3C11-FB24B930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222B7-70AB-F646-4A55-BD70569FA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132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659138-AC77-FE11-8384-C1D1602569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70AA7D-83AB-0028-0E3B-CC81A3E41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98E97-FEB6-81E8-0614-665B39E0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9B1C4-1FB0-4ED1-88EC-81D9419D81DC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6733B4-AC5D-DDE3-71C0-5845385D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8EB504-5ADC-CFEA-304B-EE3ECDBD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77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722C1DE-B654-F938-73DE-EB30A13B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20398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F70F4E-6DFA-6E48-3E22-23D18F16F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2300" y="119158"/>
            <a:ext cx="10109200" cy="6167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795354-2844-4A88-AE79-5042394B39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817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163AAC-BAFF-4F5F-9CEA-0445F100C3E2}" type="datetime1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188E1B-6524-6389-A3D9-96093C11B3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652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2C0AC6-A1B6-0011-2005-E97B103F9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8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26FEB-661D-4181-84CB-C53DCFE193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86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9A97C8-12D7-ACBE-C5A4-75DBE4566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2475" y="1122363"/>
            <a:ext cx="10687050" cy="2387600"/>
          </a:xfrm>
        </p:spPr>
        <p:txBody>
          <a:bodyPr anchor="ctr"/>
          <a:lstStyle/>
          <a:p>
            <a:r>
              <a:rPr lang="ko-KR" altLang="en-US">
                <a:ea typeface="맑은 고딕"/>
              </a:rPr>
              <a:t>플레이어 전투 기획</a:t>
            </a:r>
            <a:endParaRPr lang="ko-KR" altLang="en-US" dirty="0">
              <a:ea typeface="맑은 고딕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DB0B14-7B93-035D-6893-C7A5FA5E3A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1A4CF-75CA-73D9-FBFB-9F192FB89E8E}"/>
              </a:ext>
            </a:extLst>
          </p:cNvPr>
          <p:cNvSpPr txBox="1"/>
          <p:nvPr/>
        </p:nvSpPr>
        <p:spPr>
          <a:xfrm>
            <a:off x="0" y="12700"/>
            <a:ext cx="189230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dirty="0">
                <a:ea typeface="맑은 고딕"/>
              </a:rPr>
              <a:t>2025.08.31</a:t>
            </a:r>
          </a:p>
        </p:txBody>
      </p:sp>
    </p:spTree>
    <p:extLst>
      <p:ext uri="{BB962C8B-B14F-4D97-AF65-F5344CB8AC3E}">
        <p14:creationId xmlns:p14="http://schemas.microsoft.com/office/powerpoint/2010/main" val="695329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4E9680F-0036-4B10-157E-DB8CB670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6C19CA-242E-6D40-AE00-592C24042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numCol="2" rtlCol="0" anchor="t">
            <a:noAutofit/>
          </a:bodyPr>
          <a:lstStyle/>
          <a:p>
            <a:r>
              <a:rPr lang="ko-KR" altLang="en-US" dirty="0"/>
              <a:t>개요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전투 흐름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전투 중 플레이어 행동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아이템</a:t>
            </a:r>
            <a:r>
              <a:rPr lang="en-US" altLang="ko-KR" dirty="0"/>
              <a:t>: </a:t>
            </a:r>
            <a:r>
              <a:rPr lang="ko-KR" altLang="en-US" dirty="0"/>
              <a:t>무기 및 도구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sz="1800" dirty="0">
                <a:hlinkClick r:id="rId2" action="ppaction://hlinksldjump"/>
              </a:rPr>
              <a:t>로그</a:t>
            </a:r>
            <a:endParaRPr lang="en-US" altLang="ko-KR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D7CA9C-DDE6-954F-C932-1ADEE87C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25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D6707F8-96EE-98DD-E598-2867EFBC37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54689"/>
            <a:ext cx="1600200" cy="23495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72804A7-251B-53B4-95C1-C155FA707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DFA5C3-3C94-6726-B7DF-20AF4A51F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게임이 목표하는 전투의 방향성</a:t>
            </a:r>
            <a:r>
              <a:rPr lang="en-US" altLang="ko-KR" b="1" dirty="0"/>
              <a:t>:</a:t>
            </a:r>
          </a:p>
          <a:p>
            <a:r>
              <a:rPr lang="ko-KR" altLang="en-US" dirty="0"/>
              <a:t>플레이어에게 적극적인 전투를 강제하지 않는다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싸우기 위해 플레이어가 몬스터를 찾는 구조가 아니라</a:t>
            </a:r>
            <a:r>
              <a:rPr lang="en-US" altLang="ko-KR" dirty="0"/>
              <a:t>, </a:t>
            </a:r>
            <a:r>
              <a:rPr lang="ko-KR" altLang="en-US" dirty="0"/>
              <a:t>마주쳤을 때 상황에 맞게 도망</a:t>
            </a:r>
            <a:r>
              <a:rPr lang="en-US" altLang="ko-KR" dirty="0"/>
              <a:t>/</a:t>
            </a:r>
            <a:r>
              <a:rPr lang="ko-KR" altLang="en-US" dirty="0"/>
              <a:t>회피</a:t>
            </a:r>
            <a:r>
              <a:rPr lang="en-US" altLang="ko-KR" dirty="0"/>
              <a:t>/</a:t>
            </a:r>
            <a:r>
              <a:rPr lang="ko-KR" altLang="en-US" dirty="0"/>
              <a:t>전투 중 선택할 수 있도록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플레이어 경험 목표</a:t>
            </a:r>
            <a:r>
              <a:rPr lang="en-US" altLang="ko-KR" b="1" dirty="0"/>
              <a:t>:</a:t>
            </a:r>
          </a:p>
          <a:p>
            <a:r>
              <a:rPr lang="ko-KR" altLang="en-US" dirty="0" err="1"/>
              <a:t>뉴비일</a:t>
            </a:r>
            <a:r>
              <a:rPr lang="ko-KR" altLang="en-US" dirty="0"/>
              <a:t> 때는 </a:t>
            </a:r>
            <a:r>
              <a:rPr lang="ko-KR" altLang="en-US" dirty="0" err="1"/>
              <a:t>몬스터들이</a:t>
            </a:r>
            <a:r>
              <a:rPr lang="ko-KR" altLang="en-US" dirty="0"/>
              <a:t> 위협적이게 느껴질 수 있지만</a:t>
            </a:r>
            <a:r>
              <a:rPr lang="en-US" altLang="ko-KR" dirty="0"/>
              <a:t>, </a:t>
            </a:r>
            <a:r>
              <a:rPr lang="ko-KR" altLang="en-US" dirty="0"/>
              <a:t>게임을 진행하며 각 몬스터의 패턴과 파훼법을 학습하면 극복할 수 있게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난이도 조절</a:t>
            </a:r>
            <a:r>
              <a:rPr lang="en-US" altLang="ko-KR" b="1" dirty="0"/>
              <a:t>:</a:t>
            </a:r>
          </a:p>
          <a:p>
            <a:r>
              <a:rPr lang="ko-KR" altLang="en-US" dirty="0"/>
              <a:t>아주 강력한 몬스터는 초반 스테이지에는 </a:t>
            </a:r>
            <a:r>
              <a:rPr lang="ko-KR" altLang="en-US" dirty="0" err="1"/>
              <a:t>스폰되지</a:t>
            </a:r>
            <a:r>
              <a:rPr lang="ko-KR" altLang="en-US" dirty="0"/>
              <a:t> 않는다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무적</a:t>
            </a:r>
            <a:r>
              <a:rPr lang="en-US" altLang="ko-KR" dirty="0"/>
              <a:t>/</a:t>
            </a:r>
            <a:r>
              <a:rPr lang="ko-KR" altLang="en-US" dirty="0"/>
              <a:t>강력한 몬스터는 낮은 </a:t>
            </a:r>
            <a:r>
              <a:rPr lang="ko-KR" altLang="en-US" dirty="0" err="1"/>
              <a:t>스폰</a:t>
            </a:r>
            <a:r>
              <a:rPr lang="ko-KR" altLang="en-US" dirty="0"/>
              <a:t> 확률을 갖거나 확실한 회피 방법 및 파훼법을 갖는다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전투 방식</a:t>
            </a:r>
            <a:r>
              <a:rPr lang="en-US" altLang="ko-KR" b="1" dirty="0"/>
              <a:t>: </a:t>
            </a:r>
          </a:p>
          <a:p>
            <a:r>
              <a:rPr lang="ko-KR" altLang="en-US" dirty="0"/>
              <a:t>전투 중 공격은 근거리</a:t>
            </a:r>
            <a:r>
              <a:rPr lang="en-US" altLang="ko-KR" dirty="0"/>
              <a:t>/</a:t>
            </a:r>
            <a:r>
              <a:rPr lang="ko-KR" altLang="en-US" dirty="0"/>
              <a:t>중거리 위주로 설계한다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CD7EFB-04D7-2B71-1F26-DEDB7A511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441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1683D-3217-BDC0-0D3A-FC07C2472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3B11A6E-C1F5-11CA-6CEE-B2E344F455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097887"/>
            <a:ext cx="1600200" cy="2349500"/>
          </a:xfrm>
        </p:spPr>
        <p:txBody>
          <a:bodyPr/>
          <a:lstStyle/>
          <a:p>
            <a:r>
              <a:rPr lang="ko-KR" altLang="en-US" dirty="0"/>
              <a:t>전투의</a:t>
            </a:r>
            <a:br>
              <a:rPr lang="en-US" altLang="ko-KR" dirty="0"/>
            </a:br>
            <a:r>
              <a:rPr lang="ko-KR" altLang="en-US" dirty="0"/>
              <a:t>시작 조건</a:t>
            </a:r>
            <a:endParaRPr lang="en-US" altLang="ko-KR" dirty="0"/>
          </a:p>
          <a:p>
            <a:r>
              <a:rPr lang="ko-KR" altLang="en-US" dirty="0"/>
              <a:t>전투의</a:t>
            </a:r>
            <a:br>
              <a:rPr lang="en-US" altLang="ko-KR" dirty="0"/>
            </a:br>
            <a:r>
              <a:rPr lang="ko-KR" altLang="en-US" dirty="0"/>
              <a:t>종료 조건</a:t>
            </a:r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9387F72-DD06-0CC2-3AAB-2FC86403A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978729"/>
          </a:xfrm>
        </p:spPr>
        <p:txBody>
          <a:bodyPr/>
          <a:lstStyle/>
          <a:p>
            <a:r>
              <a:rPr lang="ko-KR" altLang="en-US" dirty="0"/>
              <a:t>전투 흐름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3CBC1B-116F-F198-B53D-B19C386D5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플레이어가 전투를 경험하게 되는 시작 조건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플레이어가 몬스터 인식 범위 진입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기타 다른 방식으로 몬스터에게 인식됨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플레이어의 </a:t>
            </a:r>
            <a:r>
              <a:rPr lang="ko-KR" altLang="en-US" dirty="0" err="1"/>
              <a:t>선공격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플레이어의 전투 종료 조건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1. </a:t>
            </a:r>
            <a:r>
              <a:rPr lang="ko-KR" altLang="en-US" dirty="0"/>
              <a:t>플레이어 사망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2. </a:t>
            </a:r>
            <a:r>
              <a:rPr lang="ko-KR" altLang="en-US" dirty="0"/>
              <a:t>몬스터 처치</a:t>
            </a:r>
            <a:endParaRPr lang="en-US" altLang="ko-KR" dirty="0"/>
          </a:p>
          <a:p>
            <a:pPr>
              <a:buFontTx/>
              <a:buChar char="-"/>
            </a:pPr>
            <a:r>
              <a:rPr lang="en-US" altLang="ko-KR" dirty="0"/>
              <a:t>3. </a:t>
            </a:r>
            <a:r>
              <a:rPr lang="ko-KR" altLang="en-US" dirty="0"/>
              <a:t>몬스터에게서 벗어남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EE5D03-1D89-6300-6775-B66C3B4A4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509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7BCD583-8089-CEC1-FB02-678266A20A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541086"/>
            <a:ext cx="1600200" cy="2349500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F5E40D2-3CF9-1D06-231F-B2A2E1E24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892300" cy="1421928"/>
          </a:xfrm>
        </p:spPr>
        <p:txBody>
          <a:bodyPr/>
          <a:lstStyle/>
          <a:p>
            <a:r>
              <a:rPr lang="ko-KR" altLang="en-US" dirty="0"/>
              <a:t>전투 중</a:t>
            </a:r>
            <a:br>
              <a:rPr lang="en-US" altLang="ko-KR" dirty="0"/>
            </a:br>
            <a:r>
              <a:rPr lang="ko-KR" altLang="en-US" dirty="0"/>
              <a:t>플레이어</a:t>
            </a:r>
            <a:br>
              <a:rPr lang="en-US" altLang="ko-KR" dirty="0"/>
            </a:br>
            <a:r>
              <a:rPr lang="ko-KR" altLang="en-US" dirty="0"/>
              <a:t>행동</a:t>
            </a:r>
            <a:r>
              <a:rPr lang="en-US" altLang="ko-KR" sz="1400" dirty="0"/>
              <a:t>(Action)</a:t>
            </a:r>
            <a:endParaRPr lang="ko-KR" altLang="en-US" sz="14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8D935D-D88D-6CED-D32D-54D77B0FF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플레이어가 전투 중 취할 수 있는 행동</a:t>
            </a:r>
            <a:endParaRPr lang="en-US" altLang="ko-KR" dirty="0"/>
          </a:p>
          <a:p>
            <a:r>
              <a:rPr lang="ko-KR" altLang="en-US" dirty="0"/>
              <a:t>도망</a:t>
            </a:r>
            <a:r>
              <a:rPr lang="en-US" altLang="ko-KR" dirty="0"/>
              <a:t>/</a:t>
            </a:r>
            <a:r>
              <a:rPr lang="ko-KR" altLang="en-US" dirty="0"/>
              <a:t>회피</a:t>
            </a:r>
            <a:r>
              <a:rPr lang="en-US" altLang="ko-KR" dirty="0"/>
              <a:t>/</a:t>
            </a:r>
            <a:r>
              <a:rPr lang="ko-KR" altLang="en-US" dirty="0"/>
              <a:t>전투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도망</a:t>
            </a:r>
            <a:r>
              <a:rPr lang="en-US" altLang="ko-KR" dirty="0"/>
              <a:t>: </a:t>
            </a:r>
            <a:r>
              <a:rPr lang="ko-KR" altLang="en-US" dirty="0"/>
              <a:t>플레이어와 몬스터가 서로를 인식한 경우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회피</a:t>
            </a:r>
            <a:r>
              <a:rPr lang="en-US" altLang="ko-KR" dirty="0"/>
              <a:t>: </a:t>
            </a:r>
            <a:r>
              <a:rPr lang="ko-KR" altLang="en-US" dirty="0"/>
              <a:t>플레이어만 몬스터를 인식한 경우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전투</a:t>
            </a:r>
            <a:r>
              <a:rPr lang="en-US" altLang="ko-KR" dirty="0"/>
              <a:t>: </a:t>
            </a:r>
            <a:r>
              <a:rPr lang="ko-KR" altLang="en-US" dirty="0"/>
              <a:t>플레이어와 몬스터가 서로를 인식한 경우 </a:t>
            </a:r>
            <a:r>
              <a:rPr lang="en-US" altLang="ko-KR" dirty="0"/>
              <a:t>+ </a:t>
            </a:r>
            <a:r>
              <a:rPr lang="ko-KR" altLang="en-US" dirty="0"/>
              <a:t>플레이어가 공격 가능한 무기 및 아이템을 소지한 경우</a:t>
            </a:r>
            <a:r>
              <a:rPr lang="en-US" altLang="ko-KR" dirty="0"/>
              <a:t>.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B17313-9BB4-6994-0521-CC5C543B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335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7085770-D664-4806-76F2-94828110A0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541086"/>
            <a:ext cx="1600200" cy="23495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4D07C7F-C92F-A4F2-1AEC-AEB92E957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1421928"/>
          </a:xfrm>
        </p:spPr>
        <p:txBody>
          <a:bodyPr/>
          <a:lstStyle/>
          <a:p>
            <a:r>
              <a:rPr lang="ko-KR" altLang="en-US" dirty="0"/>
              <a:t>아이템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무기 및 도구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EA6C2E-91DB-BC0C-D317-7332D6BBD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플레이어가 전투에 사용할 수 있는 아이템</a:t>
            </a:r>
            <a:r>
              <a:rPr lang="en-US" altLang="ko-KR" dirty="0"/>
              <a:t>(</a:t>
            </a:r>
            <a:r>
              <a:rPr lang="ko-KR" altLang="en-US" dirty="0"/>
              <a:t>무기 및 도구</a:t>
            </a:r>
            <a:r>
              <a:rPr lang="en-US" altLang="ko-KR"/>
              <a:t>)</a:t>
            </a:r>
            <a:r>
              <a:rPr lang="ko-KR" altLang="en-US"/>
              <a:t>을 </a:t>
            </a:r>
            <a:r>
              <a:rPr lang="ko-KR" altLang="en-US" dirty="0"/>
              <a:t>설명함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아이템 별 설명</a:t>
            </a:r>
            <a:endParaRPr lang="en-US" altLang="ko-KR" dirty="0"/>
          </a:p>
          <a:p>
            <a:r>
              <a:rPr lang="ko-KR" altLang="en-US" dirty="0"/>
              <a:t>아이템 별 </a:t>
            </a:r>
            <a:r>
              <a:rPr lang="ko-KR" altLang="en-US" dirty="0" err="1"/>
              <a:t>스탯</a:t>
            </a:r>
            <a:endParaRPr lang="en-US" altLang="ko-KR" dirty="0"/>
          </a:p>
          <a:p>
            <a:r>
              <a:rPr lang="ko-KR" altLang="en-US" dirty="0"/>
              <a:t>아이템 별 부가효과</a:t>
            </a:r>
            <a:endParaRPr lang="en-US" altLang="ko-KR" dirty="0"/>
          </a:p>
          <a:p>
            <a:r>
              <a:rPr lang="ko-KR" altLang="en-US" dirty="0"/>
              <a:t>아이템 사용 시 소모되는 </a:t>
            </a:r>
            <a:r>
              <a:rPr lang="ko-KR" altLang="en-US" dirty="0" err="1"/>
              <a:t>스탯</a:t>
            </a:r>
            <a:r>
              <a:rPr lang="ko-KR" altLang="en-US" dirty="0"/>
              <a:t> 종류 및 양</a:t>
            </a:r>
            <a:endParaRPr lang="en-US" altLang="ko-KR" dirty="0"/>
          </a:p>
          <a:p>
            <a:r>
              <a:rPr lang="ko-KR" altLang="en-US" dirty="0"/>
              <a:t>아이템 별 공격 판정 범위</a:t>
            </a:r>
            <a:r>
              <a:rPr lang="en-US" altLang="ko-KR" dirty="0"/>
              <a:t>(</a:t>
            </a:r>
            <a:r>
              <a:rPr lang="ko-KR" altLang="en-US" dirty="0"/>
              <a:t>히트박스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6DC253-A94B-8E6B-7843-CEC52716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254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C5BB49B-2D1D-250E-3A4C-2C3DC12D27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54689"/>
            <a:ext cx="1600200" cy="2349500"/>
          </a:xfrm>
        </p:spPr>
        <p:txBody>
          <a:bodyPr/>
          <a:lstStyle/>
          <a:p>
            <a:r>
              <a:rPr lang="ko-KR" altLang="en-US" dirty="0">
                <a:hlinkClick r:id="rId3" action="ppaction://hlinksldjump"/>
              </a:rPr>
              <a:t>목차 바로가기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5F1A650-1373-4783-066B-84BC96D8B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158"/>
            <a:ext cx="1600200" cy="535531"/>
          </a:xfrm>
        </p:spPr>
        <p:txBody>
          <a:bodyPr>
            <a:spAutoFit/>
          </a:bodyPr>
          <a:lstStyle/>
          <a:p>
            <a:r>
              <a:rPr lang="ko-KR" altLang="en-US" dirty="0"/>
              <a:t>로그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B9C4D9-F292-869E-807A-EB952E9BD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dirty="0"/>
              <a:t>08.19: ppt</a:t>
            </a:r>
            <a:r>
              <a:rPr lang="ko-KR" altLang="en-US" dirty="0"/>
              <a:t> 생성</a:t>
            </a:r>
            <a:endParaRPr lang="en-US" altLang="ko-KR" dirty="0"/>
          </a:p>
          <a:p>
            <a:r>
              <a:rPr lang="en-US" altLang="ko-KR" dirty="0"/>
              <a:t>08.25, 08.26: ‘</a:t>
            </a:r>
            <a:r>
              <a:rPr lang="ko-KR" altLang="en-US" dirty="0"/>
              <a:t>개요</a:t>
            </a:r>
            <a:r>
              <a:rPr lang="en-US" altLang="ko-KR" dirty="0"/>
              <a:t>, </a:t>
            </a:r>
            <a:r>
              <a:rPr lang="ko-KR" altLang="en-US" dirty="0"/>
              <a:t>전투 흐름</a:t>
            </a:r>
            <a:r>
              <a:rPr lang="en-US" altLang="ko-KR" dirty="0"/>
              <a:t>, </a:t>
            </a:r>
            <a:r>
              <a:rPr lang="ko-KR" altLang="en-US" dirty="0"/>
              <a:t>전투 중 플레이어 행동</a:t>
            </a:r>
            <a:r>
              <a:rPr lang="en-US" altLang="ko-KR" dirty="0"/>
              <a:t>, </a:t>
            </a:r>
            <a:r>
              <a:rPr lang="ko-KR" altLang="en-US" dirty="0"/>
              <a:t>아이템</a:t>
            </a:r>
            <a:r>
              <a:rPr lang="en-US" altLang="ko-KR" dirty="0"/>
              <a:t>: </a:t>
            </a:r>
            <a:r>
              <a:rPr lang="ko-KR" altLang="en-US" dirty="0"/>
              <a:t>무기 및 도구</a:t>
            </a:r>
            <a:r>
              <a:rPr lang="en-US" altLang="ko-KR" dirty="0"/>
              <a:t>’ </a:t>
            </a:r>
            <a:r>
              <a:rPr lang="ko-KR" altLang="en-US" dirty="0"/>
              <a:t>페이지 생성 및 작성</a:t>
            </a:r>
            <a:endParaRPr lang="en-US" altLang="ko-KR" dirty="0"/>
          </a:p>
          <a:p>
            <a:r>
              <a:rPr lang="en-US" altLang="ko-KR" dirty="0"/>
              <a:t>08.31: </a:t>
            </a:r>
            <a:r>
              <a:rPr lang="ko-KR" altLang="en-US" dirty="0"/>
              <a:t>내용 추가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18BCAD-8F6C-0F20-E5B7-486A2F82C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26FEB-661D-4181-84CB-C53DCFE1931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639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4049</TotalTime>
  <Words>299</Words>
  <Application>Microsoft Office PowerPoint</Application>
  <PresentationFormat>와이드스크린</PresentationFormat>
  <Paragraphs>65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플레이어 전투 기획</vt:lpstr>
      <vt:lpstr>목차</vt:lpstr>
      <vt:lpstr>개요</vt:lpstr>
      <vt:lpstr>전투 흐름</vt:lpstr>
      <vt:lpstr>전투 중 플레이어 행동(Action)</vt:lpstr>
      <vt:lpstr>아이템: 무기 및 도구</vt:lpstr>
      <vt:lpstr>로그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이하나 윤</dc:creator>
  <cp:lastModifiedBy>이하나 윤</cp:lastModifiedBy>
  <cp:revision>39</cp:revision>
  <dcterms:created xsi:type="dcterms:W3CDTF">2025-07-11T11:24:26Z</dcterms:created>
  <dcterms:modified xsi:type="dcterms:W3CDTF">2025-09-03T01:08:36Z</dcterms:modified>
</cp:coreProperties>
</file>