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78" r:id="rId4"/>
    <p:sldId id="279" r:id="rId5"/>
    <p:sldId id="281" r:id="rId6"/>
    <p:sldId id="274" r:id="rId7"/>
    <p:sldId id="270" r:id="rId8"/>
    <p:sldId id="271" r:id="rId9"/>
    <p:sldId id="272" r:id="rId10"/>
    <p:sldId id="273" r:id="rId11"/>
    <p:sldId id="275" r:id="rId12"/>
    <p:sldId id="276" r:id="rId13"/>
    <p:sldId id="282" r:id="rId14"/>
    <p:sldId id="28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9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A5BB6-C405-422F-86C9-EC1E9DBC1CAC}" v="2" dt="2025-10-14T10:39:28.309"/>
    <p1510:client id="{5ED82AE8-1855-470E-AB87-A730C9BDDC0B}" v="20" dt="2025-10-14T16:39:40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9838EAF-D27B-40BD-973C-B669816E3ACD}"/>
    <pc:docChg chg="undo custSel addSld modSld">
      <pc:chgData name="이하나 윤" userId="f658f17427b35de9" providerId="LiveId" clId="{E9838EAF-D27B-40BD-973C-B669816E3ACD}" dt="2025-10-14T10:55:04.303" v="588" actId="20577"/>
      <pc:docMkLst>
        <pc:docMk/>
      </pc:docMkLst>
      <pc:sldChg chg="modSp mod">
        <pc:chgData name="이하나 윤" userId="f658f17427b35de9" providerId="LiveId" clId="{E9838EAF-D27B-40BD-973C-B669816E3ACD}" dt="2025-10-14T10:41:16.086" v="330" actId="6549"/>
        <pc:sldMkLst>
          <pc:docMk/>
          <pc:sldMk cId="3841897026" sldId="256"/>
        </pc:sldMkLst>
        <pc:spChg chg="mod">
          <ac:chgData name="이하나 윤" userId="f658f17427b35de9" providerId="LiveId" clId="{E9838EAF-D27B-40BD-973C-B669816E3ACD}" dt="2025-10-14T10:41:16.086" v="330" actId="6549"/>
          <ac:spMkLst>
            <pc:docMk/>
            <pc:sldMk cId="3841897026" sldId="256"/>
            <ac:spMk id="2" creationId="{619A4364-32AA-320A-BA36-0538D127522A}"/>
          </ac:spMkLst>
        </pc:spChg>
      </pc:sldChg>
      <pc:sldChg chg="modSp mod">
        <pc:chgData name="이하나 윤" userId="f658f17427b35de9" providerId="LiveId" clId="{E9838EAF-D27B-40BD-973C-B669816E3ACD}" dt="2025-10-14T10:45:49.272" v="375" actId="20577"/>
        <pc:sldMkLst>
          <pc:docMk/>
          <pc:sldMk cId="977392636" sldId="268"/>
        </pc:sldMkLst>
        <pc:spChg chg="mod">
          <ac:chgData name="이하나 윤" userId="f658f17427b35de9" providerId="LiveId" clId="{E9838EAF-D27B-40BD-973C-B669816E3ACD}" dt="2025-10-14T10:45:49.272" v="375" actId="20577"/>
          <ac:spMkLst>
            <pc:docMk/>
            <pc:sldMk cId="977392636" sldId="268"/>
            <ac:spMk id="2" creationId="{4D793873-BA6F-FB7B-2F5D-C5B4DC2F8AF4}"/>
          </ac:spMkLst>
        </pc:spChg>
      </pc:sldChg>
      <pc:sldChg chg="modSp mod">
        <pc:chgData name="이하나 윤" userId="f658f17427b35de9" providerId="LiveId" clId="{E9838EAF-D27B-40BD-973C-B669816E3ACD}" dt="2025-10-14T10:46:39.920" v="434" actId="20577"/>
        <pc:sldMkLst>
          <pc:docMk/>
          <pc:sldMk cId="1064921471" sldId="269"/>
        </pc:sldMkLst>
        <pc:spChg chg="mod">
          <ac:chgData name="이하나 윤" userId="f658f17427b35de9" providerId="LiveId" clId="{E9838EAF-D27B-40BD-973C-B669816E3ACD}" dt="2025-10-14T10:46:39.920" v="434" actId="20577"/>
          <ac:spMkLst>
            <pc:docMk/>
            <pc:sldMk cId="1064921471" sldId="269"/>
            <ac:spMk id="3" creationId="{07DAFD85-FD48-48DE-C5EC-E34392CD0DF1}"/>
          </ac:spMkLst>
        </pc:spChg>
      </pc:sldChg>
      <pc:sldChg chg="modSp mod">
        <pc:chgData name="이하나 윤" userId="f658f17427b35de9" providerId="LiveId" clId="{E9838EAF-D27B-40BD-973C-B669816E3ACD}" dt="2025-10-14T10:39:28.309" v="138"/>
        <pc:sldMkLst>
          <pc:docMk/>
          <pc:sldMk cId="2104875522" sldId="273"/>
        </pc:sldMkLst>
        <pc:spChg chg="mod">
          <ac:chgData name="이하나 윤" userId="f658f17427b35de9" providerId="LiveId" clId="{E9838EAF-D27B-40BD-973C-B669816E3ACD}" dt="2025-10-14T10:39:28.309" v="138"/>
          <ac:spMkLst>
            <pc:docMk/>
            <pc:sldMk cId="2104875522" sldId="273"/>
            <ac:spMk id="3" creationId="{31823067-EAC0-6B05-4743-8A6A3BD42F72}"/>
          </ac:spMkLst>
        </pc:spChg>
      </pc:sldChg>
      <pc:sldChg chg="modSp mod">
        <pc:chgData name="이하나 윤" userId="f658f17427b35de9" providerId="LiveId" clId="{E9838EAF-D27B-40BD-973C-B669816E3ACD}" dt="2025-10-14T10:47:33.557" v="525" actId="20577"/>
        <pc:sldMkLst>
          <pc:docMk/>
          <pc:sldMk cId="1255844840" sldId="274"/>
        </pc:sldMkLst>
        <pc:spChg chg="mod">
          <ac:chgData name="이하나 윤" userId="f658f17427b35de9" providerId="LiveId" clId="{E9838EAF-D27B-40BD-973C-B669816E3ACD}" dt="2025-10-14T10:47:33.557" v="525" actId="20577"/>
          <ac:spMkLst>
            <pc:docMk/>
            <pc:sldMk cId="1255844840" sldId="274"/>
            <ac:spMk id="15" creationId="{2C686277-E420-4025-5B3B-B32233C605E2}"/>
          </ac:spMkLst>
        </pc:spChg>
        <pc:spChg chg="mod">
          <ac:chgData name="이하나 윤" userId="f658f17427b35de9" providerId="LiveId" clId="{E9838EAF-D27B-40BD-973C-B669816E3ACD}" dt="2025-10-14T10:47:09.871" v="506" actId="20577"/>
          <ac:spMkLst>
            <pc:docMk/>
            <pc:sldMk cId="1255844840" sldId="274"/>
            <ac:spMk id="18" creationId="{3C55A31F-DF32-1AC6-337E-2B8177CBA284}"/>
          </ac:spMkLst>
        </pc:spChg>
        <pc:cxnChg chg="mod">
          <ac:chgData name="이하나 윤" userId="f658f17427b35de9" providerId="LiveId" clId="{E9838EAF-D27B-40BD-973C-B669816E3ACD}" dt="2025-10-14T10:47:08.900" v="494" actId="20577"/>
          <ac:cxnSpMkLst>
            <pc:docMk/>
            <pc:sldMk cId="1255844840" sldId="274"/>
            <ac:cxnSpMk id="17" creationId="{3D56A046-DB3B-0DAC-1F91-1BFF917AFCAC}"/>
          </ac:cxnSpMkLst>
        </pc:cxnChg>
      </pc:sldChg>
      <pc:sldChg chg="modSp mod">
        <pc:chgData name="이하나 윤" userId="f658f17427b35de9" providerId="LiveId" clId="{E9838EAF-D27B-40BD-973C-B669816E3ACD}" dt="2025-10-14T10:40:19.925" v="223" actId="27636"/>
        <pc:sldMkLst>
          <pc:docMk/>
          <pc:sldMk cId="2598034254" sldId="277"/>
        </pc:sldMkLst>
        <pc:spChg chg="mod">
          <ac:chgData name="이하나 윤" userId="f658f17427b35de9" providerId="LiveId" clId="{E9838EAF-D27B-40BD-973C-B669816E3ACD}" dt="2025-10-14T10:40:19.925" v="223" actId="27636"/>
          <ac:spMkLst>
            <pc:docMk/>
            <pc:sldMk cId="2598034254" sldId="277"/>
            <ac:spMk id="3" creationId="{713340BC-388B-897E-5696-EEF0441E0910}"/>
          </ac:spMkLst>
        </pc:spChg>
      </pc:sldChg>
      <pc:sldChg chg="modSp new mod">
        <pc:chgData name="이하나 윤" userId="f658f17427b35de9" providerId="LiveId" clId="{E9838EAF-D27B-40BD-973C-B669816E3ACD}" dt="2025-10-14T10:55:04.303" v="588" actId="20577"/>
        <pc:sldMkLst>
          <pc:docMk/>
          <pc:sldMk cId="3908540598" sldId="280"/>
        </pc:sldMkLst>
        <pc:spChg chg="mod">
          <ac:chgData name="이하나 윤" userId="f658f17427b35de9" providerId="LiveId" clId="{E9838EAF-D27B-40BD-973C-B669816E3ACD}" dt="2025-10-14T10:40:33.179" v="230" actId="20577"/>
          <ac:spMkLst>
            <pc:docMk/>
            <pc:sldMk cId="3908540598" sldId="280"/>
            <ac:spMk id="2" creationId="{D9EA366C-3AB1-1EEE-44C2-D49F824F391A}"/>
          </ac:spMkLst>
        </pc:spChg>
        <pc:spChg chg="mod">
          <ac:chgData name="이하나 윤" userId="f658f17427b35de9" providerId="LiveId" clId="{E9838EAF-D27B-40BD-973C-B669816E3ACD}" dt="2025-10-14T10:55:04.303" v="588" actId="20577"/>
          <ac:spMkLst>
            <pc:docMk/>
            <pc:sldMk cId="3908540598" sldId="280"/>
            <ac:spMk id="3" creationId="{C94F90CE-A1B4-452D-1FF8-BACAED72E819}"/>
          </ac:spMkLst>
        </pc:spChg>
      </pc:sldChg>
    </pc:docChg>
  </pc:docChgLst>
  <pc:docChgLst>
    <pc:chgData name="이하나 윤" userId="f658f17427b35de9" providerId="LiveId" clId="{EE219EC4-0B48-4DAA-B6C8-F5305E865B87}"/>
    <pc:docChg chg="undo custSel addSld delSld modSld sldOrd modMainMaster">
      <pc:chgData name="이하나 윤" userId="f658f17427b35de9" providerId="LiveId" clId="{EE219EC4-0B48-4DAA-B6C8-F5305E865B87}" dt="2025-10-14T16:40:28.276" v="3171" actId="47"/>
      <pc:docMkLst>
        <pc:docMk/>
      </pc:docMkLst>
      <pc:sldChg chg="addSp delSp modSp mod">
        <pc:chgData name="이하나 윤" userId="f658f17427b35de9" providerId="LiveId" clId="{EE219EC4-0B48-4DAA-B6C8-F5305E865B87}" dt="2025-10-14T16:37:37.006" v="3081" actId="20577"/>
        <pc:sldMkLst>
          <pc:docMk/>
          <pc:sldMk cId="3841897026" sldId="256"/>
        </pc:sldMkLst>
        <pc:spChg chg="mod">
          <ac:chgData name="이하나 윤" userId="f658f17427b35de9" providerId="LiveId" clId="{EE219EC4-0B48-4DAA-B6C8-F5305E865B87}" dt="2025-10-14T16:33:53.112" v="2984" actId="1076"/>
          <ac:spMkLst>
            <pc:docMk/>
            <pc:sldMk cId="3841897026" sldId="256"/>
            <ac:spMk id="2" creationId="{619A4364-32AA-320A-BA36-0538D127522A}"/>
          </ac:spMkLst>
        </pc:spChg>
        <pc:spChg chg="mod">
          <ac:chgData name="이하나 윤" userId="f658f17427b35de9" providerId="LiveId" clId="{EE219EC4-0B48-4DAA-B6C8-F5305E865B87}" dt="2025-10-14T16:33:53.112" v="2984" actId="1076"/>
          <ac:spMkLst>
            <pc:docMk/>
            <pc:sldMk cId="3841897026" sldId="256"/>
            <ac:spMk id="3" creationId="{B9BE7749-D375-BE27-EF01-98F8BA97657B}"/>
          </ac:spMkLst>
        </pc:spChg>
        <pc:spChg chg="add mod">
          <ac:chgData name="이하나 윤" userId="f658f17427b35de9" providerId="LiveId" clId="{EE219EC4-0B48-4DAA-B6C8-F5305E865B87}" dt="2025-10-14T16:37:37.006" v="3081" actId="20577"/>
          <ac:spMkLst>
            <pc:docMk/>
            <pc:sldMk cId="3841897026" sldId="256"/>
            <ac:spMk id="7" creationId="{4D1D2723-4818-BA12-6B74-60D1CB294797}"/>
          </ac:spMkLst>
        </pc:spChg>
        <pc:graphicFrameChg chg="del">
          <ac:chgData name="이하나 윤" userId="f658f17427b35de9" providerId="LiveId" clId="{EE219EC4-0B48-4DAA-B6C8-F5305E865B87}" dt="2025-10-14T16:28:11.716" v="2869" actId="478"/>
          <ac:graphicFrameMkLst>
            <pc:docMk/>
            <pc:sldMk cId="3841897026" sldId="256"/>
            <ac:graphicFrameMk id="4" creationId="{9699434B-F8BB-14FC-1C78-24BCE19534CB}"/>
          </ac:graphicFrameMkLst>
        </pc:graphicFrameChg>
        <pc:picChg chg="add del mod ord modCrop">
          <ac:chgData name="이하나 윤" userId="f658f17427b35de9" providerId="LiveId" clId="{EE219EC4-0B48-4DAA-B6C8-F5305E865B87}" dt="2025-10-14T16:35:31.230" v="3008" actId="732"/>
          <ac:picMkLst>
            <pc:docMk/>
            <pc:sldMk cId="3841897026" sldId="256"/>
            <ac:picMk id="5" creationId="{EFB70F52-2989-C5C7-B827-2921F8D1470A}"/>
          </ac:picMkLst>
        </pc:picChg>
        <pc:picChg chg="add mod ord modCrop">
          <ac:chgData name="이하나 윤" userId="f658f17427b35de9" providerId="LiveId" clId="{EE219EC4-0B48-4DAA-B6C8-F5305E865B87}" dt="2025-10-14T16:35:24.191" v="3007" actId="171"/>
          <ac:picMkLst>
            <pc:docMk/>
            <pc:sldMk cId="3841897026" sldId="256"/>
            <ac:picMk id="6" creationId="{BC73CB93-5823-E471-AE31-04E1E7E336CC}"/>
          </ac:picMkLst>
        </pc:picChg>
      </pc:sldChg>
      <pc:sldChg chg="del">
        <pc:chgData name="이하나 윤" userId="f658f17427b35de9" providerId="LiveId" clId="{EE219EC4-0B48-4DAA-B6C8-F5305E865B87}" dt="2025-10-13T14:31:03.831" v="1" actId="47"/>
        <pc:sldMkLst>
          <pc:docMk/>
          <pc:sldMk cId="1828827089" sldId="258"/>
        </pc:sldMkLst>
      </pc:sldChg>
      <pc:sldChg chg="del">
        <pc:chgData name="이하나 윤" userId="f658f17427b35de9" providerId="LiveId" clId="{EE219EC4-0B48-4DAA-B6C8-F5305E865B87}" dt="2025-10-13T14:31:02.801" v="0" actId="47"/>
        <pc:sldMkLst>
          <pc:docMk/>
          <pc:sldMk cId="2449581878" sldId="259"/>
        </pc:sldMkLst>
      </pc:sldChg>
      <pc:sldChg chg="del">
        <pc:chgData name="이하나 윤" userId="f658f17427b35de9" providerId="LiveId" clId="{EE219EC4-0B48-4DAA-B6C8-F5305E865B87}" dt="2025-10-13T14:31:05.391" v="2" actId="47"/>
        <pc:sldMkLst>
          <pc:docMk/>
          <pc:sldMk cId="2980061289" sldId="260"/>
        </pc:sldMkLst>
      </pc:sldChg>
      <pc:sldChg chg="del">
        <pc:chgData name="이하나 윤" userId="f658f17427b35de9" providerId="LiveId" clId="{EE219EC4-0B48-4DAA-B6C8-F5305E865B87}" dt="2025-10-13T14:31:05.851" v="3" actId="47"/>
        <pc:sldMkLst>
          <pc:docMk/>
          <pc:sldMk cId="882223621" sldId="261"/>
        </pc:sldMkLst>
      </pc:sldChg>
      <pc:sldChg chg="del">
        <pc:chgData name="이하나 윤" userId="f658f17427b35de9" providerId="LiveId" clId="{EE219EC4-0B48-4DAA-B6C8-F5305E865B87}" dt="2025-10-13T14:31:06.321" v="4" actId="47"/>
        <pc:sldMkLst>
          <pc:docMk/>
          <pc:sldMk cId="4081474527" sldId="262"/>
        </pc:sldMkLst>
      </pc:sldChg>
      <pc:sldChg chg="del">
        <pc:chgData name="이하나 윤" userId="f658f17427b35de9" providerId="LiveId" clId="{EE219EC4-0B48-4DAA-B6C8-F5305E865B87}" dt="2025-10-13T14:31:06.771" v="5" actId="47"/>
        <pc:sldMkLst>
          <pc:docMk/>
          <pc:sldMk cId="3683425805" sldId="263"/>
        </pc:sldMkLst>
      </pc:sldChg>
      <pc:sldChg chg="del">
        <pc:chgData name="이하나 윤" userId="f658f17427b35de9" providerId="LiveId" clId="{EE219EC4-0B48-4DAA-B6C8-F5305E865B87}" dt="2025-10-13T14:31:07.241" v="6" actId="47"/>
        <pc:sldMkLst>
          <pc:docMk/>
          <pc:sldMk cId="1978455008" sldId="265"/>
        </pc:sldMkLst>
      </pc:sldChg>
      <pc:sldChg chg="del">
        <pc:chgData name="이하나 윤" userId="f658f17427b35de9" providerId="LiveId" clId="{EE219EC4-0B48-4DAA-B6C8-F5305E865B87}" dt="2025-10-13T14:31:07.917" v="7" actId="47"/>
        <pc:sldMkLst>
          <pc:docMk/>
          <pc:sldMk cId="3487571822" sldId="266"/>
        </pc:sldMkLst>
      </pc:sldChg>
      <pc:sldChg chg="delSp del mod">
        <pc:chgData name="이하나 윤" userId="f658f17427b35de9" providerId="LiveId" clId="{EE219EC4-0B48-4DAA-B6C8-F5305E865B87}" dt="2025-10-13T14:35:14.195" v="93" actId="47"/>
        <pc:sldMkLst>
          <pc:docMk/>
          <pc:sldMk cId="1394594189" sldId="267"/>
        </pc:sldMkLst>
        <pc:spChg chg="del">
          <ac:chgData name="이하나 윤" userId="f658f17427b35de9" providerId="LiveId" clId="{EE219EC4-0B48-4DAA-B6C8-F5305E865B87}" dt="2025-10-13T14:32:40.171" v="76" actId="478"/>
          <ac:spMkLst>
            <pc:docMk/>
            <pc:sldMk cId="1394594189" sldId="267"/>
            <ac:spMk id="4" creationId="{14F01DF7-EDB5-6048-CD3E-F115912DD433}"/>
          </ac:spMkLst>
        </pc:spChg>
      </pc:sldChg>
      <pc:sldChg chg="modSp mod ord">
        <pc:chgData name="이하나 윤" userId="f658f17427b35de9" providerId="LiveId" clId="{EE219EC4-0B48-4DAA-B6C8-F5305E865B87}" dt="2025-10-14T16:35:44.030" v="3010"/>
        <pc:sldMkLst>
          <pc:docMk/>
          <pc:sldMk cId="1064921471" sldId="269"/>
        </pc:sldMkLst>
        <pc:spChg chg="mod">
          <ac:chgData name="이하나 윤" userId="f658f17427b35de9" providerId="LiveId" clId="{EE219EC4-0B48-4DAA-B6C8-F5305E865B87}" dt="2025-10-13T14:36:03.302" v="142" actId="20577"/>
          <ac:spMkLst>
            <pc:docMk/>
            <pc:sldMk cId="1064921471" sldId="269"/>
            <ac:spMk id="3" creationId="{07DAFD85-FD48-48DE-C5EC-E34392CD0DF1}"/>
          </ac:spMkLst>
        </pc:spChg>
      </pc:sldChg>
      <pc:sldChg chg="modSp add del mod ord">
        <pc:chgData name="이하나 윤" userId="f658f17427b35de9" providerId="LiveId" clId="{EE219EC4-0B48-4DAA-B6C8-F5305E865B87}" dt="2025-10-14T16:38:11.214" v="3165" actId="20577"/>
        <pc:sldMkLst>
          <pc:docMk/>
          <pc:sldMk cId="1600899775" sldId="270"/>
        </pc:sldMkLst>
        <pc:spChg chg="mod">
          <ac:chgData name="이하나 윤" userId="f658f17427b35de9" providerId="LiveId" clId="{EE219EC4-0B48-4DAA-B6C8-F5305E865B87}" dt="2025-10-14T16:38:11.214" v="3165" actId="20577"/>
          <ac:spMkLst>
            <pc:docMk/>
            <pc:sldMk cId="1600899775" sldId="270"/>
            <ac:spMk id="3" creationId="{9AD7A719-2FED-FB60-36C7-6583B5F5AD60}"/>
          </ac:spMkLst>
        </pc:spChg>
      </pc:sldChg>
      <pc:sldChg chg="modSp mod">
        <pc:chgData name="이하나 윤" userId="f658f17427b35de9" providerId="LiveId" clId="{EE219EC4-0B48-4DAA-B6C8-F5305E865B87}" dt="2025-10-13T14:42:08.559" v="895" actId="20577"/>
        <pc:sldMkLst>
          <pc:docMk/>
          <pc:sldMk cId="1612175918" sldId="271"/>
        </pc:sldMkLst>
        <pc:spChg chg="mod">
          <ac:chgData name="이하나 윤" userId="f658f17427b35de9" providerId="LiveId" clId="{EE219EC4-0B48-4DAA-B6C8-F5305E865B87}" dt="2025-10-13T14:41:07.757" v="665" actId="20577"/>
          <ac:spMkLst>
            <pc:docMk/>
            <pc:sldMk cId="1612175918" sldId="271"/>
            <ac:spMk id="2" creationId="{125735C3-7D66-E446-1EFD-6B86904D8694}"/>
          </ac:spMkLst>
        </pc:spChg>
        <pc:spChg chg="mod">
          <ac:chgData name="이하나 윤" userId="f658f17427b35de9" providerId="LiveId" clId="{EE219EC4-0B48-4DAA-B6C8-F5305E865B87}" dt="2025-10-13T14:42:08.559" v="895" actId="20577"/>
          <ac:spMkLst>
            <pc:docMk/>
            <pc:sldMk cId="1612175918" sldId="271"/>
            <ac:spMk id="3" creationId="{77FE5B80-9288-E492-19F5-2D4C2C0B9699}"/>
          </ac:spMkLst>
        </pc:spChg>
      </pc:sldChg>
      <pc:sldChg chg="modSp mod">
        <pc:chgData name="이하나 윤" userId="f658f17427b35de9" providerId="LiveId" clId="{EE219EC4-0B48-4DAA-B6C8-F5305E865B87}" dt="2025-10-13T14:46:49.582" v="1142" actId="20577"/>
        <pc:sldMkLst>
          <pc:docMk/>
          <pc:sldMk cId="741989920" sldId="272"/>
        </pc:sldMkLst>
        <pc:spChg chg="mod">
          <ac:chgData name="이하나 윤" userId="f658f17427b35de9" providerId="LiveId" clId="{EE219EC4-0B48-4DAA-B6C8-F5305E865B87}" dt="2025-10-13T14:46:49.582" v="1142" actId="20577"/>
          <ac:spMkLst>
            <pc:docMk/>
            <pc:sldMk cId="741989920" sldId="272"/>
            <ac:spMk id="3" creationId="{8F3AA84A-B3CE-27B5-E10C-1B665E6A1335}"/>
          </ac:spMkLst>
        </pc:spChg>
      </pc:sldChg>
      <pc:sldChg chg="modSp mod">
        <pc:chgData name="이하나 윤" userId="f658f17427b35de9" providerId="LiveId" clId="{EE219EC4-0B48-4DAA-B6C8-F5305E865B87}" dt="2025-10-13T14:53:11.910" v="1780" actId="20577"/>
        <pc:sldMkLst>
          <pc:docMk/>
          <pc:sldMk cId="2104875522" sldId="273"/>
        </pc:sldMkLst>
        <pc:spChg chg="mod">
          <ac:chgData name="이하나 윤" userId="f658f17427b35de9" providerId="LiveId" clId="{EE219EC4-0B48-4DAA-B6C8-F5305E865B87}" dt="2025-10-13T14:47:06.472" v="1143" actId="20577"/>
          <ac:spMkLst>
            <pc:docMk/>
            <pc:sldMk cId="2104875522" sldId="273"/>
            <ac:spMk id="2" creationId="{9FA60381-4C82-8B02-1CF0-6084E4A6D33D}"/>
          </ac:spMkLst>
        </pc:spChg>
        <pc:spChg chg="mod">
          <ac:chgData name="이하나 윤" userId="f658f17427b35de9" providerId="LiveId" clId="{EE219EC4-0B48-4DAA-B6C8-F5305E865B87}" dt="2025-10-13T14:53:11.910" v="1780" actId="20577"/>
          <ac:spMkLst>
            <pc:docMk/>
            <pc:sldMk cId="2104875522" sldId="273"/>
            <ac:spMk id="3" creationId="{31823067-EAC0-6B05-4743-8A6A3BD42F72}"/>
          </ac:spMkLst>
        </pc:spChg>
      </pc:sldChg>
      <pc:sldChg chg="addSp modSp mod ord">
        <pc:chgData name="이하나 윤" userId="f658f17427b35de9" providerId="LiveId" clId="{EE219EC4-0B48-4DAA-B6C8-F5305E865B87}" dt="2025-10-13T14:52:53.622" v="1764" actId="20577"/>
        <pc:sldMkLst>
          <pc:docMk/>
          <pc:sldMk cId="1255844840" sldId="274"/>
        </pc:sldMkLst>
        <pc:spChg chg="mod">
          <ac:chgData name="이하나 윤" userId="f658f17427b35de9" providerId="LiveId" clId="{EE219EC4-0B48-4DAA-B6C8-F5305E865B87}" dt="2025-10-13T14:47:46.140" v="1162" actId="20577"/>
          <ac:spMkLst>
            <pc:docMk/>
            <pc:sldMk cId="1255844840" sldId="274"/>
            <ac:spMk id="2" creationId="{DE63F933-850B-81C5-73C9-A8EF841128A4}"/>
          </ac:spMkLst>
        </pc:spChg>
        <pc:spChg chg="mod">
          <ac:chgData name="이하나 윤" userId="f658f17427b35de9" providerId="LiveId" clId="{EE219EC4-0B48-4DAA-B6C8-F5305E865B87}" dt="2025-10-13T14:52:53.622" v="1764" actId="20577"/>
          <ac:spMkLst>
            <pc:docMk/>
            <pc:sldMk cId="1255844840" sldId="274"/>
            <ac:spMk id="3" creationId="{047216D0-4CBA-DDA6-89CE-EA6E28BA13E2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6" creationId="{6DA1D388-259E-6280-2344-2864B74DFE6C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7" creationId="{74C4A481-3D81-C02D-7254-41E610ACD529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8" creationId="{CF8D8BEE-918E-595E-EBD0-759B2F4ED9BF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9" creationId="{E162CBFC-9292-6B96-775E-06127275646C}"/>
          </ac:spMkLst>
        </pc:spChg>
        <pc:spChg chg="mod">
          <ac:chgData name="이하나 윤" userId="f658f17427b35de9" providerId="LiveId" clId="{EE219EC4-0B48-4DAA-B6C8-F5305E865B87}" dt="2025-10-13T14:47:36.087" v="1144"/>
          <ac:spMkLst>
            <pc:docMk/>
            <pc:sldMk cId="1255844840" sldId="274"/>
            <ac:spMk id="10" creationId="{B4C8ADBA-F8C1-395E-B123-68C40D6294E6}"/>
          </ac:spMkLst>
        </pc:spChg>
        <pc:spChg chg="mod">
          <ac:chgData name="이하나 윤" userId="f658f17427b35de9" providerId="LiveId" clId="{EE219EC4-0B48-4DAA-B6C8-F5305E865B87}" dt="2025-10-13T14:48:28.253" v="1257" actId="20577"/>
          <ac:spMkLst>
            <pc:docMk/>
            <pc:sldMk cId="1255844840" sldId="274"/>
            <ac:spMk id="15" creationId="{2C686277-E420-4025-5B3B-B32233C605E2}"/>
          </ac:spMkLst>
        </pc:spChg>
        <pc:spChg chg="mod">
          <ac:chgData name="이하나 윤" userId="f658f17427b35de9" providerId="LiveId" clId="{EE219EC4-0B48-4DAA-B6C8-F5305E865B87}" dt="2025-10-13T14:48:05.490" v="1167" actId="20577"/>
          <ac:spMkLst>
            <pc:docMk/>
            <pc:sldMk cId="1255844840" sldId="274"/>
            <ac:spMk id="16" creationId="{2F73754D-2B03-0951-740A-B9AAD6C5187C}"/>
          </ac:spMkLst>
        </pc:spChg>
        <pc:spChg chg="mod">
          <ac:chgData name="이하나 윤" userId="f658f17427b35de9" providerId="LiveId" clId="{EE219EC4-0B48-4DAA-B6C8-F5305E865B87}" dt="2025-10-13T14:49:08.125" v="1400" actId="14100"/>
          <ac:spMkLst>
            <pc:docMk/>
            <pc:sldMk cId="1255844840" sldId="274"/>
            <ac:spMk id="18" creationId="{3C55A31F-DF32-1AC6-337E-2B8177CBA284}"/>
          </ac:spMkLst>
        </pc:spChg>
        <pc:grpChg chg="add mod">
          <ac:chgData name="이하나 윤" userId="f658f17427b35de9" providerId="LiveId" clId="{EE219EC4-0B48-4DAA-B6C8-F5305E865B87}" dt="2025-10-13T14:51:06.450" v="1704" actId="1076"/>
          <ac:grpSpMkLst>
            <pc:docMk/>
            <pc:sldMk cId="1255844840" sldId="274"/>
            <ac:grpSpMk id="5" creationId="{E9E70C64-895D-9EBC-E052-F8BD334CD5F2}"/>
          </ac:grpSpMkLst>
        </pc:grpChg>
        <pc:cxnChg chg="mod">
          <ac:chgData name="이하나 윤" userId="f658f17427b35de9" providerId="LiveId" clId="{EE219EC4-0B48-4DAA-B6C8-F5305E865B87}" dt="2025-10-13T14:49:08.125" v="1400" actId="14100"/>
          <ac:cxnSpMkLst>
            <pc:docMk/>
            <pc:sldMk cId="1255844840" sldId="274"/>
            <ac:cxnSpMk id="17" creationId="{3D56A046-DB3B-0DAC-1F91-1BFF917AFCAC}"/>
          </ac:cxnSpMkLst>
        </pc:cxnChg>
      </pc:sldChg>
      <pc:sldChg chg="modSp mod">
        <pc:chgData name="이하나 윤" userId="f658f17427b35de9" providerId="LiveId" clId="{EE219EC4-0B48-4DAA-B6C8-F5305E865B87}" dt="2025-10-13T14:53:14.954" v="1781" actId="20577"/>
        <pc:sldMkLst>
          <pc:docMk/>
          <pc:sldMk cId="1533834051" sldId="275"/>
        </pc:sldMkLst>
        <pc:spChg chg="mod">
          <ac:chgData name="이하나 윤" userId="f658f17427b35de9" providerId="LiveId" clId="{EE219EC4-0B48-4DAA-B6C8-F5305E865B87}" dt="2025-10-13T14:53:14.954" v="1781" actId="20577"/>
          <ac:spMkLst>
            <pc:docMk/>
            <pc:sldMk cId="1533834051" sldId="275"/>
            <ac:spMk id="3" creationId="{5B8EAA24-AD5A-75A0-0B38-324284C9440B}"/>
          </ac:spMkLst>
        </pc:spChg>
      </pc:sldChg>
      <pc:sldChg chg="modSp mod">
        <pc:chgData name="이하나 윤" userId="f658f17427b35de9" providerId="LiveId" clId="{EE219EC4-0B48-4DAA-B6C8-F5305E865B87}" dt="2025-10-13T14:54:10.090" v="1905" actId="20577"/>
        <pc:sldMkLst>
          <pc:docMk/>
          <pc:sldMk cId="3618552763" sldId="276"/>
        </pc:sldMkLst>
        <pc:spChg chg="mod">
          <ac:chgData name="이하나 윤" userId="f658f17427b35de9" providerId="LiveId" clId="{EE219EC4-0B48-4DAA-B6C8-F5305E865B87}" dt="2025-10-13T14:52:09.420" v="1708" actId="20577"/>
          <ac:spMkLst>
            <pc:docMk/>
            <pc:sldMk cId="3618552763" sldId="276"/>
            <ac:spMk id="2" creationId="{46391267-942F-BA90-6B91-64B9DA49CCCD}"/>
          </ac:spMkLst>
        </pc:spChg>
        <pc:spChg chg="mod">
          <ac:chgData name="이하나 윤" userId="f658f17427b35de9" providerId="LiveId" clId="{EE219EC4-0B48-4DAA-B6C8-F5305E865B87}" dt="2025-10-13T14:54:10.090" v="1905" actId="20577"/>
          <ac:spMkLst>
            <pc:docMk/>
            <pc:sldMk cId="3618552763" sldId="276"/>
            <ac:spMk id="3" creationId="{E6C51F72-9260-D7A9-CEC5-22AC95A95910}"/>
          </ac:spMkLst>
        </pc:spChg>
      </pc:sldChg>
      <pc:sldChg chg="modSp new mod">
        <pc:chgData name="이하나 윤" userId="f658f17427b35de9" providerId="LiveId" clId="{EE219EC4-0B48-4DAA-B6C8-F5305E865B87}" dt="2025-10-14T16:37:45.555" v="3082" actId="20577"/>
        <pc:sldMkLst>
          <pc:docMk/>
          <pc:sldMk cId="2598034254" sldId="277"/>
        </pc:sldMkLst>
        <pc:spChg chg="mod">
          <ac:chgData name="이하나 윤" userId="f658f17427b35de9" providerId="LiveId" clId="{EE219EC4-0B48-4DAA-B6C8-F5305E865B87}" dt="2025-10-13T14:31:18.851" v="15" actId="20577"/>
          <ac:spMkLst>
            <pc:docMk/>
            <pc:sldMk cId="2598034254" sldId="277"/>
            <ac:spMk id="2" creationId="{E39B0C24-B039-6ACE-83A3-6C25D8FBE8A0}"/>
          </ac:spMkLst>
        </pc:spChg>
        <pc:spChg chg="mod">
          <ac:chgData name="이하나 윤" userId="f658f17427b35de9" providerId="LiveId" clId="{EE219EC4-0B48-4DAA-B6C8-F5305E865B87}" dt="2025-10-14T16:37:45.555" v="3082" actId="20577"/>
          <ac:spMkLst>
            <pc:docMk/>
            <pc:sldMk cId="2598034254" sldId="277"/>
            <ac:spMk id="3" creationId="{713340BC-388B-897E-5696-EEF0441E0910}"/>
          </ac:spMkLst>
        </pc:spChg>
      </pc:sldChg>
      <pc:sldChg chg="addSp delSp modSp new del mod">
        <pc:chgData name="이하나 윤" userId="f658f17427b35de9" providerId="LiveId" clId="{EE219EC4-0B48-4DAA-B6C8-F5305E865B87}" dt="2025-10-13T14:39:30.046" v="457" actId="47"/>
        <pc:sldMkLst>
          <pc:docMk/>
          <pc:sldMk cId="321331055" sldId="278"/>
        </pc:sldMkLst>
        <pc:spChg chg="mod">
          <ac:chgData name="이하나 윤" userId="f658f17427b35de9" providerId="LiveId" clId="{EE219EC4-0B48-4DAA-B6C8-F5305E865B87}" dt="2025-10-13T14:36:29.621" v="158" actId="20577"/>
          <ac:spMkLst>
            <pc:docMk/>
            <pc:sldMk cId="321331055" sldId="278"/>
            <ac:spMk id="2" creationId="{F8999479-DBBA-41D0-1968-C34E3A09B362}"/>
          </ac:spMkLst>
        </pc:spChg>
        <pc:spChg chg="del">
          <ac:chgData name="이하나 윤" userId="f658f17427b35de9" providerId="LiveId" clId="{EE219EC4-0B48-4DAA-B6C8-F5305E865B87}" dt="2025-10-13T14:36:48.984" v="159" actId="1032"/>
          <ac:spMkLst>
            <pc:docMk/>
            <pc:sldMk cId="321331055" sldId="278"/>
            <ac:spMk id="3" creationId="{C214DC96-E2A9-4079-E8E0-85D64BA67D20}"/>
          </ac:spMkLst>
        </pc:spChg>
        <pc:graphicFrameChg chg="add mod modGraphic">
          <ac:chgData name="이하나 윤" userId="f658f17427b35de9" providerId="LiveId" clId="{EE219EC4-0B48-4DAA-B6C8-F5305E865B87}" dt="2025-10-13T14:39:14.941" v="453" actId="20577"/>
          <ac:graphicFrameMkLst>
            <pc:docMk/>
            <pc:sldMk cId="321331055" sldId="278"/>
            <ac:graphicFrameMk id="5" creationId="{220100F7-38DB-1A0A-38FB-3B77B1F7ED5C}"/>
          </ac:graphicFrameMkLst>
        </pc:graphicFrameChg>
      </pc:sldChg>
      <pc:sldChg chg="modSp new del mod">
        <pc:chgData name="이하나 윤" userId="f658f17427b35de9" providerId="LiveId" clId="{EE219EC4-0B48-4DAA-B6C8-F5305E865B87}" dt="2025-10-14T16:40:28.276" v="3171" actId="47"/>
        <pc:sldMkLst>
          <pc:docMk/>
          <pc:sldMk cId="700973327" sldId="278"/>
        </pc:sldMkLst>
        <pc:spChg chg="mod">
          <ac:chgData name="이하나 윤" userId="f658f17427b35de9" providerId="LiveId" clId="{EE219EC4-0B48-4DAA-B6C8-F5305E865B87}" dt="2025-10-14T16:40:25.839" v="3170" actId="20577"/>
          <ac:spMkLst>
            <pc:docMk/>
            <pc:sldMk cId="700973327" sldId="278"/>
            <ac:spMk id="3" creationId="{B27AF708-2DAF-55D5-2430-7EACEBDE62A3}"/>
          </ac:spMkLst>
        </pc:spChg>
      </pc:sldChg>
      <pc:sldChg chg="modSp new del mod">
        <pc:chgData name="이하나 윤" userId="f658f17427b35de9" providerId="LiveId" clId="{EE219EC4-0B48-4DAA-B6C8-F5305E865B87}" dt="2025-10-14T16:28:22.109" v="2870" actId="47"/>
        <pc:sldMkLst>
          <pc:docMk/>
          <pc:sldMk cId="3337175714" sldId="278"/>
        </pc:sldMkLst>
        <pc:spChg chg="mod">
          <ac:chgData name="이하나 윤" userId="f658f17427b35de9" providerId="LiveId" clId="{EE219EC4-0B48-4DAA-B6C8-F5305E865B87}" dt="2025-10-13T14:54:31.215" v="1920" actId="20577"/>
          <ac:spMkLst>
            <pc:docMk/>
            <pc:sldMk cId="3337175714" sldId="278"/>
            <ac:spMk id="2" creationId="{9598A47E-CAD9-0CE6-8783-424409799BB7}"/>
          </ac:spMkLst>
        </pc:spChg>
        <pc:spChg chg="mod">
          <ac:chgData name="이하나 윤" userId="f658f17427b35de9" providerId="LiveId" clId="{EE219EC4-0B48-4DAA-B6C8-F5305E865B87}" dt="2025-10-13T14:57:49.630" v="2726" actId="20577"/>
          <ac:spMkLst>
            <pc:docMk/>
            <pc:sldMk cId="3337175714" sldId="278"/>
            <ac:spMk id="3" creationId="{F0A20032-9236-332A-B399-262C9AAB4005}"/>
          </ac:spMkLst>
        </pc:spChg>
      </pc:sldChg>
      <pc:sldChg chg="modSp new del mod">
        <pc:chgData name="이하나 윤" userId="f658f17427b35de9" providerId="LiveId" clId="{EE219EC4-0B48-4DAA-B6C8-F5305E865B87}" dt="2025-10-14T16:28:22.109" v="2870" actId="47"/>
        <pc:sldMkLst>
          <pc:docMk/>
          <pc:sldMk cId="4217590301" sldId="279"/>
        </pc:sldMkLst>
        <pc:spChg chg="mod">
          <ac:chgData name="이하나 윤" userId="f658f17427b35de9" providerId="LiveId" clId="{EE219EC4-0B48-4DAA-B6C8-F5305E865B87}" dt="2025-10-13T14:54:42.913" v="1927" actId="20577"/>
          <ac:spMkLst>
            <pc:docMk/>
            <pc:sldMk cId="4217590301" sldId="279"/>
            <ac:spMk id="2" creationId="{17E0F16F-DA9A-0F27-A32B-4A487C21FDD9}"/>
          </ac:spMkLst>
        </pc:spChg>
        <pc:spChg chg="mod">
          <ac:chgData name="이하나 윤" userId="f658f17427b35de9" providerId="LiveId" clId="{EE219EC4-0B48-4DAA-B6C8-F5305E865B87}" dt="2025-10-13T14:59:04.628" v="2868" actId="20577"/>
          <ac:spMkLst>
            <pc:docMk/>
            <pc:sldMk cId="4217590301" sldId="279"/>
            <ac:spMk id="3" creationId="{8ABFFBAF-D3C1-A59D-EBEC-6EF86035C87B}"/>
          </ac:spMkLst>
        </pc:spChg>
      </pc:sldChg>
      <pc:sldChg chg="del">
        <pc:chgData name="이하나 윤" userId="f658f17427b35de9" providerId="LiveId" clId="{EE219EC4-0B48-4DAA-B6C8-F5305E865B87}" dt="2025-10-14T16:28:22.109" v="2870" actId="47"/>
        <pc:sldMkLst>
          <pc:docMk/>
          <pc:sldMk cId="3908540598" sldId="280"/>
        </pc:sldMkLst>
      </pc:sldChg>
      <pc:sldMasterChg chg="modSp mod">
        <pc:chgData name="이하나 윤" userId="f658f17427b35de9" providerId="LiveId" clId="{EE219EC4-0B48-4DAA-B6C8-F5305E865B87}" dt="2025-10-14T16:39:40.104" v="3166" actId="113"/>
        <pc:sldMasterMkLst>
          <pc:docMk/>
          <pc:sldMasterMk cId="4218693161" sldId="2147483648"/>
        </pc:sldMasterMkLst>
        <pc:spChg chg="mod">
          <ac:chgData name="이하나 윤" userId="f658f17427b35de9" providerId="LiveId" clId="{EE219EC4-0B48-4DAA-B6C8-F5305E865B87}" dt="2025-10-14T16:39:40.104" v="3166" actId="113"/>
          <ac:spMkLst>
            <pc:docMk/>
            <pc:sldMasterMk cId="4218693161" sldId="2147483648"/>
            <ac:spMk id="2" creationId="{7E1A0351-566E-2A02-CEF8-AA7B5B023BEC}"/>
          </ac:spMkLst>
        </pc:spChg>
        <pc:spChg chg="mod">
          <ac:chgData name="이하나 윤" userId="f658f17427b35de9" providerId="LiveId" clId="{EE219EC4-0B48-4DAA-B6C8-F5305E865B87}" dt="2025-10-13T14:34:38.047" v="85" actId="14100"/>
          <ac:spMkLst>
            <pc:docMk/>
            <pc:sldMasterMk cId="4218693161" sldId="2147483648"/>
            <ac:spMk id="3" creationId="{F5547F7D-FC5D-6FFB-7AF0-BCD9CC4B6017}"/>
          </ac:spMkLst>
        </pc:spChg>
        <pc:spChg chg="mod">
          <ac:chgData name="이하나 윤" userId="f658f17427b35de9" providerId="LiveId" clId="{EE219EC4-0B48-4DAA-B6C8-F5305E865B87}" dt="2025-10-13T14:34:16.096" v="83" actId="1036"/>
          <ac:spMkLst>
            <pc:docMk/>
            <pc:sldMasterMk cId="4218693161" sldId="2147483648"/>
            <ac:spMk id="6" creationId="{594C43AD-E09F-16A3-B481-AA11FEEE70FD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D8850-8826-4FCE-AEB7-6CFF3287BE1E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C6963-A812-4876-9F90-C4574D93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31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C6963-A812-4876-9F90-C4574D93AB5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33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4ADE8-6277-B353-62EB-342E6BFB8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2FC8CD-A950-C353-4AB5-CD4DB64AE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D7740C-9718-B567-5BD1-A6FC4DB6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2228-062C-4EDD-A77B-B07B3B8A579C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BB1D1-EC84-B27F-0592-785A138A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716ED-72E3-7126-F428-B540BA9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60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0D195-69F7-6155-FA02-2A413EAD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88E81A-508C-F302-420E-FF33486E2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FBFB4-4F90-944B-4F68-A68043F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D206-0A43-4A81-BD76-9B86C975423A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482D9-90BC-026A-F2D9-0B79D451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3E207-0DC7-5994-21A5-7FEC83D4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9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D158A-4703-EB7E-F8B0-A54D7355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4FD7E-526B-0B80-580C-8D3CC17A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3E67A2-3FAA-0712-B866-56F892BF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3C00E-B4FF-439E-8FAF-C83B045C2F0C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1BE1C-A04B-F3D6-487D-2D8AE00B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A6BE05-2241-2C18-4CE0-EC784657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53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1A46A-5AEB-A6CA-009C-701BA7F5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10DBC1-14E3-5FB8-3ED0-B21CA4372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188" y="898570"/>
            <a:ext cx="5890352" cy="54577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F529BA-54A7-3672-231C-C2AFA6A5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898569"/>
            <a:ext cx="5890352" cy="545777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A5D37-5291-82F3-BD09-0407242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66C5-B4D2-448D-AAF6-9C2DEFE80D1C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1A233-F9D7-28EB-B2A5-8E09445F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58D90-33C6-EC52-17F9-DFB46421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0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06679-8B7B-7716-2B27-8322BF9C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81403-30BF-4D55-6042-EAA052D83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C85092-139B-22AC-7F19-52A8848B1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ED9438-342D-6580-32BD-F4422293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CCEEE0-F55C-C728-3DB3-933B7C8A2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D286E8-520D-F46D-843A-277E4010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C296-44F7-4BE7-B376-480499877D7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41038-2366-30D6-90EE-D83CABFB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9F00EF-619A-C6E2-F4DA-0135A65F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9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2EF4E-3915-5053-F4DC-37722AAA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F36EE-1108-6016-693F-7CA8D149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9BE8-F293-40B6-8D93-83AFB17EE8F6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7972B-07BB-2BC8-38BF-1E19FA96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26596C-3704-0053-78DB-4678CEDE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54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B897E8-C6BD-EE33-7255-0F6727BC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2FD7-D91E-46BF-BF9C-3AD41E51EB4D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FC9ECF-C576-3546-374B-25110091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C0CD0-742D-A7B7-98D8-82E03FB3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9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B63C0-14B6-C7A8-9F19-6C9D5731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3A9CF-3309-8E04-D55F-111AF432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155CE6-9BCA-317D-23C4-DAA531296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FC97AA-A9A0-CE2A-686A-45D0371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C4CE-C275-4099-BBDF-0C56F81D271D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4EF036-0986-1608-1196-BE80CE92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2D9C43-23C1-0BB1-DD70-28D88A07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98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4F63A-19CB-5CAD-EA0D-A6F58734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BFD403-B866-E767-E9E9-93541ABC3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1A8BE-83B9-853B-9FDE-DDC72CBDA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B11362-DB96-6F43-707B-9A303967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71FB-7383-4F1C-A42C-E68CEC12F0D2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236A3-2129-E616-451D-7B32B7F3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B3F2E-2792-2804-A0F9-CDFA2413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8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681C5-2F54-1905-713E-46A4938F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EE74EC-F4CA-2812-30DE-6F01C8D8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454BC6-06E6-7A42-CE1A-78C223DF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85F8-59F3-4A43-89FC-0577DFBCC6D7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7EC02-10E9-B362-2888-2BE42DAD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8E49E-9E52-433C-7ADD-749B4C09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6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44FEF0-C566-2BFA-B8AD-717B8A3A3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E1126-78EF-0CA6-55F9-71E1ECAF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8A4B7-0FD3-D32C-3AD0-9BF5666F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D45-FB6B-48A3-9244-60043185CB8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AA17-28C6-6C3B-F101-13754C6F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56567-298B-497F-CF1E-8FED7A7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51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1A0351-566E-2A02-CEF8-AA7B5B02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81440"/>
            <a:ext cx="11809164" cy="817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47F7D-FC5D-6FFB-7AF0-BCD9CC4B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188" y="953655"/>
            <a:ext cx="11809164" cy="4994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7C0B4-C484-C627-273B-3C02694DF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347F6-7B41-4084-9EC2-A3B9F64C65D7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0FF28-CAE9-69EF-511D-AB72DA689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C43AD-E09F-16A3-B481-AA11FEEE7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7714" y="64224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9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73CB93-5823-E471-AE31-04E1E7E33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0" t="28296" r="11800" b="2667"/>
          <a:stretch>
            <a:fillRect/>
          </a:stretch>
        </p:blipFill>
        <p:spPr>
          <a:xfrm>
            <a:off x="8656319" y="2072006"/>
            <a:ext cx="3444240" cy="4734560"/>
          </a:xfrm>
          <a:prstGeom prst="rect">
            <a:avLst/>
          </a:prstGeom>
        </p:spPr>
      </p:pic>
      <p:pic>
        <p:nvPicPr>
          <p:cNvPr id="5" name="그림 4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B70F52-2989-C5C7-B827-2921F8D14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9333" r="50248" b="42074"/>
          <a:stretch>
            <a:fillRect/>
          </a:stretch>
        </p:blipFill>
        <p:spPr>
          <a:xfrm>
            <a:off x="487682" y="1244125"/>
            <a:ext cx="6096000" cy="43376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19A4364-32AA-320A-BA36-0538D1275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426" y="-945634"/>
            <a:ext cx="10807148" cy="2387600"/>
          </a:xfrm>
        </p:spPr>
        <p:txBody>
          <a:bodyPr>
            <a:normAutofit/>
          </a:bodyPr>
          <a:lstStyle/>
          <a:p>
            <a:r>
              <a:rPr lang="en-US" altLang="ko-KR" sz="6600" dirty="0"/>
              <a:t>SPACE ROBBER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E7749-D375-BE27-EF01-98F8BA97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1" y="1244125"/>
            <a:ext cx="9144000" cy="1655762"/>
          </a:xfrm>
        </p:spPr>
        <p:txBody>
          <a:bodyPr>
            <a:normAutofit/>
          </a:bodyPr>
          <a:lstStyle/>
          <a:p>
            <a:pPr algn="l"/>
            <a:endParaRPr lang="en-US" altLang="ko-KR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D2723-4818-BA12-6B74-60D1CB294797}"/>
              </a:ext>
            </a:extLst>
          </p:cNvPr>
          <p:cNvSpPr txBox="1"/>
          <p:nvPr/>
        </p:nvSpPr>
        <p:spPr>
          <a:xfrm>
            <a:off x="9182101" y="63500"/>
            <a:ext cx="294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25.11.04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89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B0C24-B039-6ACE-83A3-6C25D8FB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40BC-388B-897E-5696-EEF0441E0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ko-KR" altLang="en-US" dirty="0"/>
              <a:t>게임 정보</a:t>
            </a:r>
            <a:endParaRPr lang="en-US" altLang="ko-KR" dirty="0"/>
          </a:p>
          <a:p>
            <a:r>
              <a:rPr lang="ko-KR" altLang="en-US" dirty="0"/>
              <a:t>조작</a:t>
            </a:r>
            <a:r>
              <a:rPr lang="en-US" altLang="ko-KR" dirty="0"/>
              <a:t>_</a:t>
            </a:r>
            <a:r>
              <a:rPr lang="ko-KR" altLang="en-US" dirty="0" err="1"/>
              <a:t>인게임</a:t>
            </a:r>
            <a:endParaRPr lang="en-US" altLang="ko-KR" dirty="0"/>
          </a:p>
          <a:p>
            <a:r>
              <a:rPr lang="ko-KR" altLang="en-US" dirty="0"/>
              <a:t>플레이어 정보</a:t>
            </a:r>
            <a:endParaRPr lang="en-US" altLang="ko-KR" dirty="0"/>
          </a:p>
          <a:p>
            <a:r>
              <a:rPr lang="ko-KR" altLang="en-US" dirty="0"/>
              <a:t>게임 진행</a:t>
            </a:r>
            <a:endParaRPr lang="en-US" altLang="ko-KR" dirty="0"/>
          </a:p>
          <a:p>
            <a:r>
              <a:rPr lang="ko-KR" altLang="en-US" dirty="0"/>
              <a:t>맵 생성 규칙</a:t>
            </a:r>
            <a:endParaRPr lang="en-US" altLang="ko-KR" dirty="0"/>
          </a:p>
          <a:p>
            <a:r>
              <a:rPr lang="ko-KR" altLang="en-US" dirty="0"/>
              <a:t>자원 배치 규칙</a:t>
            </a:r>
            <a:endParaRPr lang="en-US" altLang="ko-KR" dirty="0"/>
          </a:p>
          <a:p>
            <a:r>
              <a:rPr lang="ko-KR" altLang="en-US" dirty="0"/>
              <a:t>파워 레벨 시스템</a:t>
            </a:r>
            <a:r>
              <a:rPr lang="en-US" altLang="ko-KR" dirty="0"/>
              <a:t>_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endParaRPr lang="en-US" altLang="ko-KR" dirty="0"/>
          </a:p>
          <a:p>
            <a:r>
              <a:rPr lang="ko-KR" altLang="en-US" dirty="0"/>
              <a:t>아이템 판매</a:t>
            </a:r>
            <a:r>
              <a:rPr lang="en-US" altLang="ko-KR" dirty="0"/>
              <a:t>/</a:t>
            </a:r>
            <a:r>
              <a:rPr lang="ko-KR" altLang="en-US" dirty="0"/>
              <a:t>구매처</a:t>
            </a:r>
            <a:endParaRPr lang="en-US" altLang="ko-KR" dirty="0"/>
          </a:p>
          <a:p>
            <a:r>
              <a:rPr lang="ko-KR" altLang="en-US" dirty="0"/>
              <a:t>게임 플레이</a:t>
            </a:r>
            <a:r>
              <a:rPr lang="en-US" altLang="ko-KR" dirty="0"/>
              <a:t>_</a:t>
            </a:r>
            <a:r>
              <a:rPr lang="ko-KR" altLang="en-US" dirty="0"/>
              <a:t>자원 수집</a:t>
            </a:r>
            <a:r>
              <a:rPr lang="en-US" altLang="ko-KR" dirty="0"/>
              <a:t>: </a:t>
            </a:r>
            <a:r>
              <a:rPr lang="ko-KR" altLang="en-US" dirty="0"/>
              <a:t>세트 판매</a:t>
            </a:r>
            <a:endParaRPr lang="en-US" altLang="ko-KR" dirty="0"/>
          </a:p>
          <a:p>
            <a:r>
              <a:rPr lang="ko-KR" altLang="en-US" dirty="0"/>
              <a:t>게임 플레이</a:t>
            </a:r>
            <a:r>
              <a:rPr lang="en-US" altLang="ko-KR" dirty="0"/>
              <a:t>_</a:t>
            </a:r>
            <a:r>
              <a:rPr lang="ko-KR" altLang="en-US" dirty="0"/>
              <a:t>자원 수집</a:t>
            </a:r>
            <a:r>
              <a:rPr lang="en-US" altLang="ko-KR" dirty="0"/>
              <a:t>: </a:t>
            </a:r>
            <a:r>
              <a:rPr lang="ko-KR" altLang="en-US" dirty="0"/>
              <a:t>특수 물품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86788-6416-6659-D21A-167F730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3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CC167-21B8-54F1-987F-C99E28C8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&lt;SPACE ROBBER&gt; </a:t>
            </a:r>
            <a:r>
              <a:rPr lang="ko-KR" altLang="en-US" dirty="0"/>
              <a:t>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5D852-DDD1-13EA-17E3-C94EA1D15C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장르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자원 수집</a:t>
            </a:r>
            <a:r>
              <a:rPr lang="en-US" altLang="ko-KR" dirty="0"/>
              <a:t>, </a:t>
            </a:r>
            <a:r>
              <a:rPr lang="ko-KR" altLang="en-US" dirty="0"/>
              <a:t>생존</a:t>
            </a:r>
            <a:r>
              <a:rPr lang="en-US" altLang="ko-KR" dirty="0"/>
              <a:t>, </a:t>
            </a:r>
            <a:r>
              <a:rPr lang="ko-KR" altLang="en-US" dirty="0"/>
              <a:t>협동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1</a:t>
            </a:r>
            <a:r>
              <a:rPr lang="ko-KR" altLang="en-US" dirty="0"/>
              <a:t>인칭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조작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 타임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한 판당 약 </a:t>
            </a:r>
            <a:r>
              <a:rPr lang="en-US" altLang="ko-KR" dirty="0"/>
              <a:t>8~10</a:t>
            </a:r>
            <a:r>
              <a:rPr lang="ko-KR" altLang="en-US" dirty="0"/>
              <a:t>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43CB4-E206-FFC9-05F1-06F0FF8A3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개발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 err="1"/>
              <a:t>언리얼</a:t>
            </a:r>
            <a:r>
              <a:rPr lang="ko-KR" altLang="en-US" dirty="0"/>
              <a:t> 엔진 </a:t>
            </a:r>
            <a:r>
              <a:rPr lang="en-US" altLang="ko-KR" dirty="0"/>
              <a:t>5</a:t>
            </a:r>
          </a:p>
          <a:p>
            <a:endParaRPr lang="en-US" altLang="ko-KR" dirty="0"/>
          </a:p>
          <a:p>
            <a:r>
              <a:rPr lang="ko-KR" altLang="en-US" dirty="0"/>
              <a:t>플랫폼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PC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유사 게임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Lethal Company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BB896-F823-E1BA-E98B-5490AE25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054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177EC-4EC7-5239-E313-532985D8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조작</a:t>
            </a:r>
            <a:r>
              <a:rPr lang="en-US" altLang="ko-KR" dirty="0"/>
              <a:t>_</a:t>
            </a:r>
            <a:r>
              <a:rPr lang="ko-KR" altLang="en-US" dirty="0" err="1"/>
              <a:t>인게임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99D70-62E6-6018-F1E4-69A78D564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953655"/>
            <a:ext cx="11809164" cy="4994707"/>
          </a:xfrm>
        </p:spPr>
        <p:txBody>
          <a:bodyPr/>
          <a:lstStyle/>
          <a:p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DD6CF3-8CD7-FC15-4127-BBD198F7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4894CBB-B961-7A34-D9A2-618686DE8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16540"/>
              </p:ext>
            </p:extLst>
          </p:nvPr>
        </p:nvGraphicFramePr>
        <p:xfrm>
          <a:off x="2830729" y="81440"/>
          <a:ext cx="8908732" cy="799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67">
                  <a:extLst>
                    <a:ext uri="{9D8B030D-6E8A-4147-A177-3AD203B41FA5}">
                      <a16:colId xmlns:a16="http://schemas.microsoft.com/office/drawing/2014/main" val="2213432409"/>
                    </a:ext>
                  </a:extLst>
                </a:gridCol>
                <a:gridCol w="2803525">
                  <a:extLst>
                    <a:ext uri="{9D8B030D-6E8A-4147-A177-3AD203B41FA5}">
                      <a16:colId xmlns:a16="http://schemas.microsoft.com/office/drawing/2014/main" val="776345817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3629389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0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W, A, S, 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[W], [A], [S], [D]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앞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A: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S: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D: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우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걷기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(Move)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1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[W], [A], [S], [D] + [Shift]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방향으로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달리기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(Run)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39341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Ctrl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[Ctrl]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숙이기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DuckDown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9296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[W], [A], [S], [D] + [Ctrl]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방향으로 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숙인 채 걷기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DuckDownMove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14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[Z]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인벤토리 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95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[C]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인벤토리 열린 상태에서 열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37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[V]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인벤토리 열린 상태에서 행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01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[E]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상호작용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99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[G]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들고 있는 아이템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인벤토리에서 선택된 아이템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버리기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1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[T]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마이크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온오프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44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[Space]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점프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(Jump)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329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mouseLeft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mouseLeft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손에 든 아이템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295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mouseRight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41604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mouseWheelUp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mouseWheelUp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퀵슬롯에서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한 칸 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아래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(Up/Down)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 슬롯이 선택됨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 latinLnBrk="0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해당 칸의 아이템 손에 들기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33226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mouseWheelDown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mouseWheelDown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24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30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413C-AF46-EC38-7699-9C736170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51DD6E-6000-C9A3-897A-A0C57B7B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 err="1"/>
              <a:t>스탯</a:t>
            </a:r>
            <a:r>
              <a:rPr lang="ko-KR" altLang="en-US" dirty="0"/>
              <a:t> 넣기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(state.........)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37D255-F094-8FC4-AD27-E1ED2060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5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3F933-850B-81C5-73C9-A8EF8411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진행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7216D0-4CBA-DDA6-89CE-EA6E28BA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행성을 한 번 갈 때마다 하루가 지난다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상인에게 방문할 때는 하루가 지나지 않는다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DD256-F343-0F37-0AD4-BC811E01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9E70C64-895D-9EBC-E052-F8BD334CD5F2}"/>
              </a:ext>
            </a:extLst>
          </p:cNvPr>
          <p:cNvGrpSpPr/>
          <p:nvPr/>
        </p:nvGrpSpPr>
        <p:grpSpPr>
          <a:xfrm>
            <a:off x="3577964" y="3207990"/>
            <a:ext cx="4770126" cy="2069584"/>
            <a:chOff x="692150" y="4325852"/>
            <a:chExt cx="4770126" cy="206958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A1D388-259E-6280-2344-2864B74DFE6C}"/>
                </a:ext>
              </a:extLst>
            </p:cNvPr>
            <p:cNvSpPr/>
            <p:nvPr/>
          </p:nvSpPr>
          <p:spPr>
            <a:xfrm>
              <a:off x="692150" y="4595157"/>
              <a:ext cx="2886075" cy="92746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4C4A481-3D81-C02D-7254-41E610ACD529}"/>
                </a:ext>
              </a:extLst>
            </p:cNvPr>
            <p:cNvSpPr/>
            <p:nvPr/>
          </p:nvSpPr>
          <p:spPr>
            <a:xfrm>
              <a:off x="793750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1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F8D8BEE-918E-595E-EBD0-759B2F4ED9BF}"/>
                </a:ext>
              </a:extLst>
            </p:cNvPr>
            <p:cNvSpPr/>
            <p:nvPr/>
          </p:nvSpPr>
          <p:spPr>
            <a:xfrm>
              <a:off x="1755775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2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162CBFC-9292-6B96-775E-06127275646C}"/>
                </a:ext>
              </a:extLst>
            </p:cNvPr>
            <p:cNvSpPr/>
            <p:nvPr/>
          </p:nvSpPr>
          <p:spPr>
            <a:xfrm>
              <a:off x="2717800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3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4C8ADBA-F8C1-395E-B123-68C40D6294E6}"/>
                </a:ext>
              </a:extLst>
            </p:cNvPr>
            <p:cNvSpPr/>
            <p:nvPr/>
          </p:nvSpPr>
          <p:spPr>
            <a:xfrm>
              <a:off x="3679825" y="4658839"/>
              <a:ext cx="800100" cy="800100"/>
            </a:xfrm>
            <a:prstGeom prst="ellipse">
              <a:avLst/>
            </a:prstGeom>
            <a:solidFill>
              <a:srgbClr val="8B583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마감일</a:t>
              </a: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D3BBE89-1A2C-0DDB-E4BA-4FB37162A7BA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2155825" y="5458939"/>
              <a:ext cx="0" cy="42513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0BDB291F-55A0-EB27-8134-8DF42C1BF0DA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3117850" y="5458939"/>
              <a:ext cx="0" cy="30424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4EADD35-C610-F78A-54BA-8595B19F489E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>
              <a:off x="1193800" y="5458939"/>
              <a:ext cx="0" cy="29360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7708795-0591-90A2-413E-BA15EE2D2E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3479" y="5752542"/>
              <a:ext cx="1944000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686277-E420-4025-5B3B-B32233C605E2}"/>
                </a:ext>
              </a:extLst>
            </p:cNvPr>
            <p:cNvSpPr txBox="1"/>
            <p:nvPr/>
          </p:nvSpPr>
          <p:spPr>
            <a:xfrm>
              <a:off x="1132144" y="5879910"/>
              <a:ext cx="2046670" cy="430887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/>
                <a:t>행성에서 자원을 수집하거나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모은 자원을 판매할 수 있다</a:t>
              </a:r>
              <a:r>
                <a:rPr lang="en-US" altLang="ko-KR" sz="1100" dirty="0"/>
                <a:t>.</a:t>
              </a:r>
              <a:endParaRPr lang="ko-KR" altLang="en-US" sz="11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73754D-2B03-0951-740A-B9AAD6C5187C}"/>
                </a:ext>
              </a:extLst>
            </p:cNvPr>
            <p:cNvSpPr txBox="1"/>
            <p:nvPr/>
          </p:nvSpPr>
          <p:spPr>
            <a:xfrm>
              <a:off x="976630" y="4325852"/>
              <a:ext cx="231711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/>
                <a:t>&lt; 3</a:t>
              </a:r>
              <a:r>
                <a:rPr lang="ko-KR" altLang="en-US" sz="1200" b="1" dirty="0"/>
                <a:t>일 간</a:t>
              </a:r>
              <a:r>
                <a:rPr lang="en-US" altLang="ko-KR" sz="1200" b="1" dirty="0"/>
                <a:t> </a:t>
              </a:r>
              <a:r>
                <a:rPr lang="ko-KR" altLang="en-US" sz="1200" b="1" dirty="0"/>
                <a:t>할당량</a:t>
              </a:r>
              <a:r>
                <a:rPr lang="en-US" altLang="ko-KR" sz="1200" b="1" dirty="0"/>
                <a:t> ???</a:t>
              </a:r>
              <a:r>
                <a:rPr lang="ko-KR" altLang="en-US" sz="1200" b="1" dirty="0"/>
                <a:t>달러 </a:t>
              </a:r>
              <a:r>
                <a:rPr lang="en-US" altLang="ko-KR" sz="1200" b="1" dirty="0"/>
                <a:t>&gt;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D56A046-DB3B-0DAC-1F91-1BFF917AFCAC}"/>
                </a:ext>
              </a:extLst>
            </p:cNvPr>
            <p:cNvCxnSpPr>
              <a:cxnSpLocks/>
              <a:stCxn id="10" idx="4"/>
              <a:endCxn id="18" idx="0"/>
            </p:cNvCxnSpPr>
            <p:nvPr/>
          </p:nvCxnSpPr>
          <p:spPr>
            <a:xfrm>
              <a:off x="4079875" y="5458939"/>
              <a:ext cx="491176" cy="336333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55A31F-DF32-1AC6-337E-2B8177CBA284}"/>
                </a:ext>
              </a:extLst>
            </p:cNvPr>
            <p:cNvSpPr txBox="1"/>
            <p:nvPr/>
          </p:nvSpPr>
          <p:spPr>
            <a:xfrm>
              <a:off x="3679826" y="5795272"/>
              <a:ext cx="1782450" cy="600164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100" dirty="0"/>
                <a:t>할당량을 마련해야 한다</a:t>
              </a:r>
              <a:r>
                <a:rPr lang="en-US" altLang="ko-KR" sz="1100" dirty="0"/>
                <a:t>.</a:t>
              </a:r>
            </a:p>
            <a:p>
              <a:pPr algn="ctr"/>
              <a:r>
                <a:rPr lang="ko-KR" altLang="en-US" sz="1100" dirty="0"/>
                <a:t>마감일에는 행성에는 갈 수 없다</a:t>
              </a:r>
              <a:r>
                <a:rPr lang="en-US" altLang="ko-KR" sz="1100" dirty="0"/>
                <a:t>.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5584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73E6E-A449-DD2B-8901-D789B166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생성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D7A719-2FED-FB60-36C7-6583B5F5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절차적 생성 규칙 </a:t>
            </a:r>
            <a:r>
              <a:rPr lang="en-US" altLang="ko-KR" dirty="0"/>
              <a:t>2</a:t>
            </a:r>
            <a:r>
              <a:rPr lang="ko-KR" altLang="en-US" dirty="0"/>
              <a:t>종 </a:t>
            </a:r>
            <a:r>
              <a:rPr lang="en-US" altLang="ko-KR" dirty="0"/>
              <a:t>(</a:t>
            </a:r>
            <a:r>
              <a:rPr lang="ko-KR" altLang="en-US" dirty="0"/>
              <a:t>공장</a:t>
            </a:r>
            <a:r>
              <a:rPr lang="en-US" altLang="ko-KR" dirty="0"/>
              <a:t>/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방 구조</a:t>
            </a:r>
            <a:r>
              <a:rPr lang="en-US" altLang="ko-KR" dirty="0"/>
              <a:t>, </a:t>
            </a:r>
            <a:r>
              <a:rPr lang="ko-KR" altLang="en-US" dirty="0"/>
              <a:t>연결 가능한 방</a:t>
            </a:r>
            <a:r>
              <a:rPr lang="en-US" altLang="ko-KR" dirty="0"/>
              <a:t>, </a:t>
            </a:r>
            <a:r>
              <a:rPr lang="ko-KR" altLang="en-US" dirty="0"/>
              <a:t>방 내부에 있는 문</a:t>
            </a:r>
            <a:r>
              <a:rPr lang="en-US" altLang="ko-KR" dirty="0"/>
              <a:t> </a:t>
            </a:r>
            <a:r>
              <a:rPr lang="ko-KR" altLang="en-US" dirty="0"/>
              <a:t>개수</a:t>
            </a:r>
            <a:r>
              <a:rPr lang="en-US" altLang="ko-KR" dirty="0"/>
              <a:t>, </a:t>
            </a:r>
            <a:r>
              <a:rPr lang="ko-KR" altLang="en-US" dirty="0"/>
              <a:t>선반 등 특수한 오브젝트 개수 </a:t>
            </a:r>
            <a:r>
              <a:rPr lang="ko-KR" altLang="en-US"/>
              <a:t>등 기재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00899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BA530-2F7B-CE13-976C-74C179E8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735C3-7D66-E446-1EFD-6B86904D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자원 배치 규칙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E5B80-9288-E492-19F5-2D4C2C0B9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맵 종류</a:t>
            </a:r>
            <a:r>
              <a:rPr lang="en-US" altLang="ko-KR" dirty="0"/>
              <a:t>(</a:t>
            </a:r>
            <a:r>
              <a:rPr lang="ko-KR" altLang="en-US" dirty="0"/>
              <a:t>공장</a:t>
            </a:r>
            <a:r>
              <a:rPr lang="en-US" altLang="ko-KR" dirty="0"/>
              <a:t>/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r>
              <a:rPr lang="ko-KR" altLang="en-US" dirty="0"/>
              <a:t>별 자원 배치 규칙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자원</a:t>
            </a:r>
            <a:r>
              <a:rPr lang="en-US" altLang="ko-KR" dirty="0"/>
              <a:t>(</a:t>
            </a:r>
            <a:r>
              <a:rPr lang="ko-KR" altLang="en-US" dirty="0"/>
              <a:t>아이템</a:t>
            </a:r>
            <a:r>
              <a:rPr lang="en-US" altLang="ko-KR" dirty="0"/>
              <a:t>)</a:t>
            </a:r>
            <a:r>
              <a:rPr lang="ko-KR" altLang="en-US" dirty="0"/>
              <a:t>이 배치될 수 있는 위치</a:t>
            </a:r>
            <a:r>
              <a:rPr lang="en-US" altLang="ko-KR" dirty="0"/>
              <a:t>, </a:t>
            </a:r>
            <a:r>
              <a:rPr lang="ko-KR" altLang="en-US" dirty="0"/>
              <a:t>난이도에 따른 차이를 느낄 수 있게끔 작성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076476-714C-9D4A-081F-549F125D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17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FE61-56FB-9FD5-7B08-AC06F639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파워 레벨 시스템</a:t>
            </a:r>
            <a:r>
              <a:rPr lang="en-US" altLang="ko-KR" dirty="0"/>
              <a:t>		_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AA84A-B3CE-27B5-E10C-1B665E6A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953655"/>
            <a:ext cx="11809164" cy="5468797"/>
          </a:xfrm>
        </p:spPr>
        <p:txBody>
          <a:bodyPr>
            <a:noAutofit/>
          </a:bodyPr>
          <a:lstStyle/>
          <a:p>
            <a:r>
              <a:rPr lang="ko-KR" altLang="en-US" dirty="0" err="1"/>
              <a:t>리썰</a:t>
            </a:r>
            <a:r>
              <a:rPr lang="ko-KR" altLang="en-US" dirty="0"/>
              <a:t> 컴퍼니의 </a:t>
            </a:r>
            <a:r>
              <a:rPr lang="en-US" altLang="ko-KR" dirty="0"/>
              <a:t>‘</a:t>
            </a:r>
            <a:r>
              <a:rPr lang="ko-KR" altLang="en-US" dirty="0"/>
              <a:t>파워 레벨 시스템</a:t>
            </a:r>
            <a:r>
              <a:rPr lang="en-US" altLang="ko-KR" dirty="0"/>
              <a:t>’</a:t>
            </a:r>
            <a:r>
              <a:rPr lang="ko-KR" altLang="en-US" dirty="0"/>
              <a:t>을 이용하여</a:t>
            </a:r>
            <a:r>
              <a:rPr lang="en-US" altLang="ko-KR" dirty="0"/>
              <a:t> </a:t>
            </a:r>
            <a:r>
              <a:rPr lang="ko-KR" altLang="en-US" dirty="0"/>
              <a:t>몬스터의 난이도 조절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행성별로 고유한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’</a:t>
            </a:r>
            <a:r>
              <a:rPr lang="ko-KR" altLang="en-US" dirty="0"/>
              <a:t>을 갖는다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몬스터는 종류별로 고유한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을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수치 모두 높을 수록 더 위협적임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행성에 플레이어가 도착해 </a:t>
            </a:r>
            <a:r>
              <a:rPr lang="ko-KR" altLang="en-US" dirty="0" err="1"/>
              <a:t>몬스터들이</a:t>
            </a:r>
            <a:r>
              <a:rPr lang="ko-KR" altLang="en-US" dirty="0"/>
              <a:t> </a:t>
            </a:r>
            <a:r>
              <a:rPr lang="ko-KR" altLang="en-US" dirty="0" err="1"/>
              <a:t>스폰될</a:t>
            </a:r>
            <a:r>
              <a:rPr lang="ko-KR" altLang="en-US" dirty="0"/>
              <a:t> 때</a:t>
            </a:r>
            <a:r>
              <a:rPr lang="en-US" altLang="ko-KR" dirty="0"/>
              <a:t>, </a:t>
            </a:r>
            <a:r>
              <a:rPr lang="ko-KR" altLang="en-US" dirty="0" err="1"/>
              <a:t>몬스터들은</a:t>
            </a:r>
            <a:r>
              <a:rPr lang="ko-KR" altLang="en-US" dirty="0"/>
              <a:t> 행성의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‘</a:t>
            </a:r>
            <a:r>
              <a:rPr lang="ko-KR" altLang="en-US" dirty="0"/>
              <a:t>에 맞춰 생성된다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Ex.</a:t>
            </a:r>
            <a:r>
              <a:rPr lang="ko-KR" altLang="en-US" dirty="0"/>
              <a:t> 가장 쉬운 행성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총 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20</a:t>
            </a:r>
            <a:r>
              <a:rPr lang="ko-KR" altLang="en-US" dirty="0"/>
              <a:t>이라고 가정한다</a:t>
            </a:r>
            <a:r>
              <a:rPr lang="en-US" altLang="ko-KR" dirty="0"/>
              <a:t>. </a:t>
            </a:r>
            <a:r>
              <a:rPr lang="ko-KR" altLang="en-US" dirty="0"/>
              <a:t>몬스터</a:t>
            </a:r>
            <a:r>
              <a:rPr lang="en-US" altLang="ko-KR" dirty="0"/>
              <a:t> a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2,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파워 레벨</a:t>
            </a:r>
            <a:r>
              <a:rPr lang="en-US" altLang="ko-KR" dirty="0"/>
              <a:t>‘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이라고 가정한다</a:t>
            </a:r>
            <a:r>
              <a:rPr lang="en-US" altLang="ko-KR" dirty="0"/>
              <a:t>.</a:t>
            </a:r>
            <a:r>
              <a:rPr lang="ko-KR" altLang="en-US" dirty="0"/>
              <a:t> 행성</a:t>
            </a:r>
            <a:r>
              <a:rPr lang="en-US" altLang="ko-KR" dirty="0"/>
              <a:t>1</a:t>
            </a:r>
            <a:r>
              <a:rPr lang="ko-KR" altLang="en-US" dirty="0"/>
              <a:t>의 총 파워 레벨은 </a:t>
            </a:r>
            <a:r>
              <a:rPr lang="en-US" altLang="ko-KR" dirty="0"/>
              <a:t>20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r>
              <a:rPr lang="ko-KR" altLang="en-US" dirty="0"/>
              <a:t>몬스터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6</a:t>
            </a:r>
            <a:r>
              <a:rPr lang="ko-KR" altLang="en-US" dirty="0"/>
              <a:t>마리</a:t>
            </a:r>
            <a:r>
              <a:rPr lang="en-US" altLang="ko-KR" dirty="0"/>
              <a:t>(12),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/>
              <a:t>마리</a:t>
            </a:r>
            <a:r>
              <a:rPr lang="en-US" altLang="ko-KR" dirty="0"/>
              <a:t>(8)</a:t>
            </a:r>
            <a:r>
              <a:rPr lang="ko-KR" altLang="en-US" dirty="0"/>
              <a:t> </a:t>
            </a:r>
            <a:r>
              <a:rPr lang="ko-KR" altLang="en-US" dirty="0" err="1"/>
              <a:t>스폰된다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행성별로 몬스터의 </a:t>
            </a:r>
            <a:r>
              <a:rPr lang="en-US" altLang="ko-KR" dirty="0"/>
              <a:t>‘</a:t>
            </a:r>
            <a:r>
              <a:rPr lang="ko-KR" altLang="en-US" dirty="0" err="1"/>
              <a:t>스폰</a:t>
            </a:r>
            <a:r>
              <a:rPr lang="ko-KR" altLang="en-US" dirty="0"/>
              <a:t> 확률</a:t>
            </a:r>
            <a:r>
              <a:rPr lang="en-US" altLang="ko-KR" dirty="0"/>
              <a:t>’</a:t>
            </a:r>
            <a:r>
              <a:rPr lang="ko-KR" altLang="en-US" dirty="0"/>
              <a:t>이 다르기 때문에</a:t>
            </a:r>
            <a:r>
              <a:rPr lang="en-US" altLang="ko-KR" dirty="0"/>
              <a:t>, </a:t>
            </a:r>
            <a:r>
              <a:rPr lang="ko-KR" altLang="en-US" dirty="0"/>
              <a:t>총 파워 레벨은 같지만 좀 더 어려운 행성으로 만들고 싶다면</a:t>
            </a:r>
            <a:r>
              <a:rPr lang="en-US" altLang="ko-KR" dirty="0"/>
              <a:t>, </a:t>
            </a:r>
            <a:r>
              <a:rPr lang="ko-KR" altLang="en-US" dirty="0"/>
              <a:t>몬스터 </a:t>
            </a:r>
            <a:r>
              <a:rPr lang="en-US" altLang="ko-KR" dirty="0"/>
              <a:t>b</a:t>
            </a:r>
            <a:r>
              <a:rPr lang="ko-KR" altLang="en-US" dirty="0"/>
              <a:t>의 </a:t>
            </a:r>
            <a:r>
              <a:rPr lang="ko-KR" altLang="en-US" dirty="0" err="1"/>
              <a:t>스폰</a:t>
            </a:r>
            <a:r>
              <a:rPr lang="ko-KR" altLang="en-US" dirty="0"/>
              <a:t> 확률을 높이면 됨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77B7AD-A094-47CB-3668-56483F22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89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60381-4C82-8B02-1CF0-6084E4A6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아이템 판매</a:t>
            </a:r>
            <a:r>
              <a:rPr lang="en-US" altLang="ko-KR" dirty="0"/>
              <a:t>/</a:t>
            </a:r>
            <a:r>
              <a:rPr lang="ko-KR" altLang="en-US" dirty="0"/>
              <a:t>구매처</a:t>
            </a:r>
            <a:r>
              <a:rPr lang="en-US" altLang="ko-KR" dirty="0"/>
              <a:t>: </a:t>
            </a:r>
            <a:r>
              <a:rPr lang="ko-KR" altLang="en-US" dirty="0"/>
              <a:t>장물아비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23067-EAC0-6B05-4743-8A6A3BD4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물건을 판매하여 돈을 획득한다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필요한 장비를 구매할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장물아비에게 방문하여도 하루를 소모하지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111FA-AD5D-E785-21A7-B0B0B588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7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8D413-8838-4BB8-61D1-3785C6F66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자원 수집 플레이</a:t>
            </a:r>
            <a:r>
              <a:rPr lang="en-US" altLang="ko-KR" dirty="0"/>
              <a:t>] </a:t>
            </a:r>
            <a:r>
              <a:rPr lang="ko-KR" altLang="en-US" dirty="0"/>
              <a:t>세트 판매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EAA24-AD5A-75A0-0B38-324284C9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/>
              <a:t>엄마 인형 </a:t>
            </a:r>
            <a:r>
              <a:rPr lang="en-US" altLang="ko-KR" dirty="0"/>
              <a:t>+ </a:t>
            </a:r>
            <a:r>
              <a:rPr lang="ko-KR" altLang="en-US" dirty="0"/>
              <a:t>아빠 인형 </a:t>
            </a:r>
            <a:r>
              <a:rPr lang="en-US" altLang="ko-KR" dirty="0"/>
              <a:t>+ </a:t>
            </a:r>
            <a:r>
              <a:rPr lang="ko-KR" altLang="en-US" dirty="0"/>
              <a:t>인형의 집 아이템을 모두 획득한 뒤</a:t>
            </a:r>
            <a:r>
              <a:rPr lang="en-US" altLang="ko-KR" dirty="0"/>
              <a:t> </a:t>
            </a:r>
            <a:r>
              <a:rPr lang="ko-KR" altLang="en-US" dirty="0"/>
              <a:t>한 번에 판매하면</a:t>
            </a:r>
            <a:r>
              <a:rPr lang="en-US" altLang="ko-KR" dirty="0"/>
              <a:t>, </a:t>
            </a:r>
            <a:r>
              <a:rPr lang="ko-KR" altLang="en-US" dirty="0"/>
              <a:t>각 아이템들을 따로 판매하는 것보다 비싼 값을 받을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모은 자원을 바로 파는 것이 아니라 전략적으로 세트 아이템 획득을 노릴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87BFA9-7CAF-88F7-7E2D-76D7D85B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34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26A8-AB10-3388-83B8-CD28B2CC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91267-942F-BA90-6B91-64B9DA49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자원 수집 플레이</a:t>
            </a:r>
            <a:r>
              <a:rPr lang="en-US" altLang="ko-KR" dirty="0"/>
              <a:t>] </a:t>
            </a:r>
            <a:r>
              <a:rPr lang="ko-KR" altLang="en-US" dirty="0"/>
              <a:t>특수 물품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C51F72-9260-D7A9-CEC5-22AC95A95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Ex. </a:t>
            </a:r>
            <a:r>
              <a:rPr lang="ko-KR" altLang="en-US" dirty="0" err="1"/>
              <a:t>맵에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금고</a:t>
            </a:r>
            <a:r>
              <a:rPr lang="en-US" altLang="ko-KR" dirty="0"/>
              <a:t>‘ </a:t>
            </a:r>
            <a:r>
              <a:rPr lang="ko-KR" altLang="en-US" dirty="0"/>
              <a:t>아이템이 있을 때</a:t>
            </a:r>
            <a:r>
              <a:rPr lang="en-US" altLang="ko-KR" dirty="0"/>
              <a:t>, </a:t>
            </a:r>
            <a:r>
              <a:rPr lang="ko-KR" altLang="en-US" dirty="0"/>
              <a:t>플레이어가 </a:t>
            </a:r>
            <a:r>
              <a:rPr lang="en-US" altLang="ko-KR" dirty="0"/>
              <a:t>‘</a:t>
            </a:r>
            <a:r>
              <a:rPr lang="ko-KR" altLang="en-US" dirty="0" err="1"/>
              <a:t>락핏</a:t>
            </a:r>
            <a:r>
              <a:rPr lang="en-US" altLang="ko-KR" dirty="0"/>
              <a:t>’</a:t>
            </a:r>
            <a:r>
              <a:rPr lang="ko-KR" altLang="en-US" dirty="0"/>
              <a:t>을 가지고 있다면</a:t>
            </a:r>
            <a:r>
              <a:rPr lang="en-US" altLang="ko-KR" dirty="0"/>
              <a:t> </a:t>
            </a:r>
            <a:r>
              <a:rPr lang="ko-KR" altLang="en-US" dirty="0"/>
              <a:t>금고를 열어 안의 내용물을 가져갈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예와 같이 다른 아이템을 사용해야만 얻을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획득할 수 있는 아이템은 일반적으로 얻을 수 있는 것보다 대부분</a:t>
            </a:r>
            <a:r>
              <a:rPr lang="en-US" altLang="ko-KR" dirty="0"/>
              <a:t> </a:t>
            </a:r>
            <a:r>
              <a:rPr lang="ko-KR" altLang="en-US" dirty="0"/>
              <a:t>약간 고가이다</a:t>
            </a:r>
            <a:r>
              <a:rPr lang="en-US" altLang="ko-KR" dirty="0"/>
              <a:t>. </a:t>
            </a:r>
            <a:r>
              <a:rPr lang="ko-KR" altLang="en-US" dirty="0"/>
              <a:t>대부분</a:t>
            </a:r>
            <a:r>
              <a:rPr lang="en-US" altLang="ko-KR" dirty="0"/>
              <a:t>...</a:t>
            </a:r>
            <a:r>
              <a:rPr lang="en-US" altLang="ko-KR" dirty="0">
                <a:sym typeface="Wingdings" panose="05000000000000000000" pitchFamily="2" charset="2"/>
              </a:rPr>
              <a:t>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D553A-8ABE-099F-F5E5-D06BC122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552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2B8B5-8CF2-CECF-362A-5AAFDA14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BF895-1E69-6558-7431-E6D12F09B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플레이어 정보 </a:t>
            </a:r>
            <a:r>
              <a:rPr lang="en-US" altLang="ko-KR" sz="1600" dirty="0"/>
              <a:t>– </a:t>
            </a:r>
            <a:r>
              <a:rPr lang="ko-KR" altLang="en-US" sz="1600" dirty="0"/>
              <a:t>관련 </a:t>
            </a:r>
            <a:r>
              <a:rPr lang="ko-KR" altLang="en-US" sz="1600" dirty="0" err="1"/>
              <a:t>스탯</a:t>
            </a:r>
            <a:r>
              <a:rPr lang="en-US" altLang="ko-KR" sz="1600" dirty="0"/>
              <a:t>, state, </a:t>
            </a:r>
            <a:r>
              <a:rPr lang="ko-KR" altLang="en-US" sz="1600" dirty="0"/>
              <a:t>플레이어가 할 수 있는 일</a:t>
            </a:r>
            <a:r>
              <a:rPr lang="en-US" altLang="ko-KR" sz="1600" dirty="0"/>
              <a:t>(</a:t>
            </a:r>
            <a:r>
              <a:rPr lang="ko-KR" altLang="en-US" sz="1600" dirty="0"/>
              <a:t>이게 </a:t>
            </a:r>
            <a:r>
              <a:rPr lang="en-US" altLang="ko-KR" sz="1600" dirty="0"/>
              <a:t>state </a:t>
            </a:r>
            <a:r>
              <a:rPr lang="ko-KR" altLang="en-US" sz="1600" dirty="0"/>
              <a:t>아닌가</a:t>
            </a:r>
            <a:r>
              <a:rPr lang="en-US" altLang="ko-KR" sz="1600" dirty="0"/>
              <a:t>) </a:t>
            </a:r>
            <a:r>
              <a:rPr lang="ko-KR" altLang="en-US" sz="1600" dirty="0"/>
              <a:t>등 포함되어야 함</a:t>
            </a:r>
            <a:br>
              <a:rPr lang="en-US" altLang="ko-KR" sz="1600" dirty="0"/>
            </a:br>
            <a:r>
              <a:rPr lang="ko-KR" altLang="en-US" sz="1600" dirty="0"/>
              <a:t>나중에는 아마 키</a:t>
            </a:r>
            <a:r>
              <a:rPr lang="en-US" altLang="ko-KR" sz="1600" dirty="0"/>
              <a:t>... </a:t>
            </a:r>
            <a:r>
              <a:rPr lang="ko-KR" altLang="en-US" sz="1600" dirty="0"/>
              <a:t>같은 것도 포함</a:t>
            </a:r>
            <a:r>
              <a:rPr lang="en-US" altLang="ko-KR" sz="1600" dirty="0"/>
              <a:t>... </a:t>
            </a:r>
          </a:p>
          <a:p>
            <a:r>
              <a:rPr lang="ko-KR" altLang="en-US" sz="1600" dirty="0"/>
              <a:t>인벤토리 관련 </a:t>
            </a:r>
            <a:r>
              <a:rPr lang="en-US" altLang="ko-KR" sz="1600" dirty="0"/>
              <a:t>– ‘UI’, ‘</a:t>
            </a:r>
            <a:r>
              <a:rPr lang="ko-KR" altLang="en-US" sz="1600" dirty="0"/>
              <a:t>무게 제한</a:t>
            </a:r>
            <a:r>
              <a:rPr lang="en-US" altLang="ko-KR" sz="1600" dirty="0"/>
              <a:t>’ </a:t>
            </a:r>
            <a:r>
              <a:rPr lang="ko-KR" altLang="en-US" sz="1600" dirty="0"/>
              <a:t>내용 포함되어야 함</a:t>
            </a:r>
            <a:r>
              <a:rPr lang="en-US" altLang="ko-KR" sz="1600" dirty="0"/>
              <a:t>. </a:t>
            </a:r>
            <a:r>
              <a:rPr lang="ko-KR" altLang="en-US" sz="1600" dirty="0" err="1"/>
              <a:t>인벤</a:t>
            </a:r>
            <a:r>
              <a:rPr lang="ko-KR" altLang="en-US" sz="1600" dirty="0"/>
              <a:t> 내에서 칸 이동하는 법 포함되어야 함</a:t>
            </a:r>
            <a:endParaRPr lang="en-US" altLang="ko-KR" sz="1600" dirty="0"/>
          </a:p>
          <a:p>
            <a:r>
              <a:rPr lang="ko-KR" altLang="en-US" sz="1600" dirty="0"/>
              <a:t>무게 시스템 </a:t>
            </a:r>
            <a:r>
              <a:rPr lang="en-US" altLang="ko-KR" sz="1600" dirty="0"/>
              <a:t>– </a:t>
            </a:r>
            <a:r>
              <a:rPr lang="ko-KR" altLang="en-US" sz="1600" dirty="0"/>
              <a:t>무게별 </a:t>
            </a:r>
            <a:r>
              <a:rPr lang="ko-KR" altLang="en-US" sz="1600" dirty="0" err="1"/>
              <a:t>디버프</a:t>
            </a:r>
            <a:r>
              <a:rPr lang="en-US" altLang="ko-KR" sz="1600" dirty="0"/>
              <a:t>(?): </a:t>
            </a:r>
            <a:r>
              <a:rPr lang="ko-KR" altLang="en-US" sz="1600" dirty="0"/>
              <a:t>속도 감소 단계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스테미나</a:t>
            </a:r>
            <a:r>
              <a:rPr lang="ko-KR" altLang="en-US" sz="1600" dirty="0"/>
              <a:t> 소모량 증가</a:t>
            </a:r>
            <a:r>
              <a:rPr lang="en-US" altLang="ko-KR" sz="1600" dirty="0"/>
              <a:t>, UI </a:t>
            </a:r>
            <a:r>
              <a:rPr lang="ko-KR" altLang="en-US" sz="1600" dirty="0"/>
              <a:t>변화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gpt</a:t>
            </a:r>
            <a:r>
              <a:rPr lang="ko-KR" altLang="en-US" sz="1600" dirty="0"/>
              <a:t>하고 얘기한 거 참고 </a:t>
            </a:r>
            <a:r>
              <a:rPr lang="en-US" altLang="ko-KR" sz="1600" dirty="0"/>
              <a:t>1104)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F0E008-F228-B00D-173A-7AD8AACA0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679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59E1F-5B9F-53F5-0B08-087623F3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변경 사항 기록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BE8137-DAA7-2A6A-652A-2DAE45086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1104: &lt;SPACE ROBBER&gt; </a:t>
            </a:r>
            <a:r>
              <a:rPr lang="ko-KR" altLang="en-US" sz="1600" dirty="0"/>
              <a:t>플레이 제안서를 이 문서로 바꿈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게임 정보에 내용 추가함</a:t>
            </a:r>
            <a:r>
              <a:rPr lang="en-US" altLang="ko-KR" sz="1600" dirty="0"/>
              <a:t>, (</a:t>
            </a:r>
            <a:r>
              <a:rPr lang="ko-KR" altLang="en-US" sz="1600" dirty="0"/>
              <a:t>플랫폼</a:t>
            </a:r>
            <a:r>
              <a:rPr lang="en-US" altLang="ko-KR" sz="1600" dirty="0"/>
              <a:t>, </a:t>
            </a:r>
            <a:r>
              <a:rPr lang="ko-KR" altLang="en-US" sz="1600" dirty="0"/>
              <a:t>조작</a:t>
            </a:r>
            <a:r>
              <a:rPr lang="en-US" altLang="ko-KR" sz="1600" dirty="0"/>
              <a:t>). </a:t>
            </a:r>
            <a:br>
              <a:rPr lang="en-US" altLang="ko-KR" sz="1600" dirty="0"/>
            </a:br>
            <a:r>
              <a:rPr lang="ko-KR" altLang="en-US" sz="1600" dirty="0"/>
              <a:t>조작키 관련 페이지 넣고 일부 작성</a:t>
            </a:r>
            <a:r>
              <a:rPr lang="en-US" altLang="ko-KR" sz="1600" dirty="0"/>
              <a:t>. </a:t>
            </a:r>
            <a:r>
              <a:rPr lang="ko-KR" altLang="en-US" sz="1600" dirty="0"/>
              <a:t>지금 </a:t>
            </a:r>
            <a:r>
              <a:rPr lang="ko-KR" altLang="en-US" sz="1600" dirty="0" err="1"/>
              <a:t>설정해놓은</a:t>
            </a:r>
            <a:r>
              <a:rPr lang="ko-KR" altLang="en-US" sz="1600" dirty="0"/>
              <a:t> 키는 우선 임시</a:t>
            </a:r>
            <a:r>
              <a:rPr lang="en-US" altLang="ko-KR" sz="1600" dirty="0"/>
              <a:t>...</a:t>
            </a:r>
          </a:p>
          <a:p>
            <a:r>
              <a:rPr lang="en-US" altLang="ko-KR" sz="1600" dirty="0"/>
              <a:t>1105: </a:t>
            </a:r>
            <a:r>
              <a:rPr lang="ko-KR" altLang="en-US" sz="1600" dirty="0"/>
              <a:t>조작키 내용 추가</a:t>
            </a:r>
            <a:r>
              <a:rPr lang="en-US" altLang="ko-KR" sz="1600" dirty="0"/>
              <a:t>, </a:t>
            </a:r>
            <a:r>
              <a:rPr lang="ko-KR" altLang="en-US" sz="1600" dirty="0"/>
              <a:t>사망 시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설정창</a:t>
            </a:r>
            <a:r>
              <a:rPr lang="ko-KR" altLang="en-US" sz="1600" dirty="0"/>
              <a:t> 들어갔을 때 조작키 내용이 없는데</a:t>
            </a:r>
            <a:r>
              <a:rPr lang="en-US" altLang="ko-KR" sz="1600" dirty="0"/>
              <a:t>... </a:t>
            </a:r>
            <a:r>
              <a:rPr lang="ko-KR" altLang="en-US" sz="1600" dirty="0"/>
              <a:t>나중에 추가하기로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조작 중에 </a:t>
            </a:r>
            <a:r>
              <a:rPr lang="en-US" altLang="ko-KR" sz="1600" dirty="0"/>
              <a:t>Scan </a:t>
            </a:r>
            <a:r>
              <a:rPr lang="ko-KR" altLang="en-US" sz="1600" dirty="0"/>
              <a:t>기능 어떻게 </a:t>
            </a:r>
            <a:r>
              <a:rPr lang="ko-KR" altLang="en-US" sz="1600" dirty="0" err="1"/>
              <a:t>할깎</a:t>
            </a:r>
            <a:br>
              <a:rPr lang="en-US" altLang="ko-KR" sz="1600" dirty="0"/>
            </a:br>
            <a:r>
              <a:rPr lang="en-US" altLang="ko-KR" sz="1600" dirty="0"/>
              <a:t>‘</a:t>
            </a:r>
            <a:r>
              <a:rPr lang="ko-KR" altLang="en-US" sz="1600" dirty="0"/>
              <a:t>플레이어 정보</a:t>
            </a:r>
            <a:r>
              <a:rPr lang="en-US" altLang="ko-KR" sz="1600" dirty="0"/>
              <a:t>‘ </a:t>
            </a:r>
            <a:r>
              <a:rPr lang="ko-KR" altLang="en-US" sz="1600" dirty="0"/>
              <a:t>페이지 추가</a:t>
            </a:r>
            <a:r>
              <a:rPr lang="en-US" altLang="ko-KR" sz="1600" dirty="0"/>
              <a:t>, </a:t>
            </a:r>
            <a:r>
              <a:rPr lang="ko-KR" altLang="en-US" sz="1600" dirty="0"/>
              <a:t>내용은 아직 추가 안함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BD146-0A9A-5738-63CD-13215DE9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62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SPACE ROBBER_게임 플레이 아이디어 리스트</Template>
  <TotalTime>222</TotalTime>
  <Words>883</Words>
  <Application>Microsoft Office PowerPoint</Application>
  <PresentationFormat>와이드스크린</PresentationFormat>
  <Paragraphs>158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Wingdings</vt:lpstr>
      <vt:lpstr>Office 테마</vt:lpstr>
      <vt:lpstr>SPACE ROBBER</vt:lpstr>
      <vt:lpstr>목차</vt:lpstr>
      <vt:lpstr>&lt;SPACE ROBBER&gt; 정보</vt:lpstr>
      <vt:lpstr>조작_인게임</vt:lpstr>
      <vt:lpstr>플레이어 정보</vt:lpstr>
      <vt:lpstr>게임 진행</vt:lpstr>
      <vt:lpstr>맵 생성 규칙</vt:lpstr>
      <vt:lpstr>자원 배치 규칙</vt:lpstr>
      <vt:lpstr>파워 레벨 시스템  _몬스터 스폰</vt:lpstr>
      <vt:lpstr>아이템 판매/구매처: 장물아비</vt:lpstr>
      <vt:lpstr>[자원 수집 플레이] 세트 판매</vt:lpstr>
      <vt:lpstr>[자원 수집 플레이] 특수 물품</vt:lpstr>
      <vt:lpstr>추가할 내용</vt:lpstr>
      <vt:lpstr>변경 사항 기록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윤이하나</cp:lastModifiedBy>
  <cp:revision>13</cp:revision>
  <dcterms:created xsi:type="dcterms:W3CDTF">2025-10-13T14:30:26Z</dcterms:created>
  <dcterms:modified xsi:type="dcterms:W3CDTF">2025-11-05T02:31:26Z</dcterms:modified>
</cp:coreProperties>
</file>