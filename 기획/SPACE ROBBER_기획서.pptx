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notesSlides/notesSlide3.xml" ContentType="application/vnd.openxmlformats-officedocument.presentationml.notesSlide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77" r:id="rId3"/>
    <p:sldId id="278" r:id="rId4"/>
    <p:sldId id="279" r:id="rId5"/>
    <p:sldId id="299" r:id="rId6"/>
    <p:sldId id="262" r:id="rId7"/>
    <p:sldId id="274" r:id="rId8"/>
    <p:sldId id="286" r:id="rId9"/>
    <p:sldId id="281" r:id="rId10"/>
    <p:sldId id="296" r:id="rId11"/>
    <p:sldId id="291" r:id="rId12"/>
    <p:sldId id="290" r:id="rId13"/>
    <p:sldId id="292" r:id="rId14"/>
    <p:sldId id="295" r:id="rId15"/>
    <p:sldId id="297" r:id="rId16"/>
    <p:sldId id="270" r:id="rId17"/>
    <p:sldId id="271" r:id="rId18"/>
    <p:sldId id="272" r:id="rId19"/>
    <p:sldId id="273" r:id="rId20"/>
    <p:sldId id="298" r:id="rId21"/>
    <p:sldId id="275" r:id="rId22"/>
    <p:sldId id="276" r:id="rId23"/>
    <p:sldId id="280" r:id="rId24"/>
    <p:sldId id="282" r:id="rId25"/>
    <p:sldId id="285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D1D1D1"/>
    <a:srgbClr val="BFBFBF"/>
    <a:srgbClr val="E99C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A5BB6-C405-422F-86C9-EC1E9DBC1CAC}" v="2" dt="2025-10-14T10:39:28.309"/>
    <p1510:client id="{5ED82AE8-1855-470E-AB87-A730C9BDDC0B}" v="20" dt="2025-10-14T16:39:40.1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8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9838EAF-D27B-40BD-973C-B669816E3ACD}"/>
    <pc:docChg chg="undo custSel addSld modSld">
      <pc:chgData name="이하나 윤" userId="f658f17427b35de9" providerId="LiveId" clId="{E9838EAF-D27B-40BD-973C-B669816E3ACD}" dt="2025-10-14T10:55:04.303" v="588" actId="20577"/>
      <pc:docMkLst>
        <pc:docMk/>
      </pc:docMkLst>
      <pc:sldChg chg="modSp mod">
        <pc:chgData name="이하나 윤" userId="f658f17427b35de9" providerId="LiveId" clId="{E9838EAF-D27B-40BD-973C-B669816E3ACD}" dt="2025-10-14T10:41:16.086" v="330" actId="6549"/>
        <pc:sldMkLst>
          <pc:docMk/>
          <pc:sldMk cId="3841897026" sldId="256"/>
        </pc:sldMkLst>
        <pc:spChg chg="mod">
          <ac:chgData name="이하나 윤" userId="f658f17427b35de9" providerId="LiveId" clId="{E9838EAF-D27B-40BD-973C-B669816E3ACD}" dt="2025-10-14T10:41:16.086" v="330" actId="6549"/>
          <ac:spMkLst>
            <pc:docMk/>
            <pc:sldMk cId="3841897026" sldId="256"/>
            <ac:spMk id="2" creationId="{619A4364-32AA-320A-BA36-0538D127522A}"/>
          </ac:spMkLst>
        </pc:spChg>
      </pc:sldChg>
      <pc:sldChg chg="modSp mod">
        <pc:chgData name="이하나 윤" userId="f658f17427b35de9" providerId="LiveId" clId="{E9838EAF-D27B-40BD-973C-B669816E3ACD}" dt="2025-10-14T10:45:49.272" v="375" actId="20577"/>
        <pc:sldMkLst>
          <pc:docMk/>
          <pc:sldMk cId="977392636" sldId="268"/>
        </pc:sldMkLst>
        <pc:spChg chg="mod">
          <ac:chgData name="이하나 윤" userId="f658f17427b35de9" providerId="LiveId" clId="{E9838EAF-D27B-40BD-973C-B669816E3ACD}" dt="2025-10-14T10:45:49.272" v="375" actId="20577"/>
          <ac:spMkLst>
            <pc:docMk/>
            <pc:sldMk cId="977392636" sldId="268"/>
            <ac:spMk id="2" creationId="{4D793873-BA6F-FB7B-2F5D-C5B4DC2F8AF4}"/>
          </ac:spMkLst>
        </pc:spChg>
      </pc:sldChg>
      <pc:sldChg chg="modSp mod">
        <pc:chgData name="이하나 윤" userId="f658f17427b35de9" providerId="LiveId" clId="{E9838EAF-D27B-40BD-973C-B669816E3ACD}" dt="2025-10-14T10:46:39.920" v="434" actId="20577"/>
        <pc:sldMkLst>
          <pc:docMk/>
          <pc:sldMk cId="1064921471" sldId="269"/>
        </pc:sldMkLst>
        <pc:spChg chg="mod">
          <ac:chgData name="이하나 윤" userId="f658f17427b35de9" providerId="LiveId" clId="{E9838EAF-D27B-40BD-973C-B669816E3ACD}" dt="2025-10-14T10:46:39.920" v="434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mod">
        <pc:chgData name="이하나 윤" userId="f658f17427b35de9" providerId="LiveId" clId="{E9838EAF-D27B-40BD-973C-B669816E3ACD}" dt="2025-10-14T10:39:28.309" v="138"/>
        <pc:sldMkLst>
          <pc:docMk/>
          <pc:sldMk cId="2104875522" sldId="273"/>
        </pc:sldMkLst>
        <pc:spChg chg="mod">
          <ac:chgData name="이하나 윤" userId="f658f17427b35de9" providerId="LiveId" clId="{E9838EAF-D27B-40BD-973C-B669816E3ACD}" dt="2025-10-14T10:39:28.309" v="138"/>
          <ac:spMkLst>
            <pc:docMk/>
            <pc:sldMk cId="2104875522" sldId="273"/>
            <ac:spMk id="3" creationId="{31823067-EAC0-6B05-4743-8A6A3BD42F72}"/>
          </ac:spMkLst>
        </pc:spChg>
      </pc:sldChg>
      <pc:sldChg chg="modSp mod">
        <pc:chgData name="이하나 윤" userId="f658f17427b35de9" providerId="LiveId" clId="{E9838EAF-D27B-40BD-973C-B669816E3ACD}" dt="2025-10-14T10:47:33.557" v="525" actId="20577"/>
        <pc:sldMkLst>
          <pc:docMk/>
          <pc:sldMk cId="1255844840" sldId="274"/>
        </pc:sldMkLst>
        <pc:spChg chg="mod">
          <ac:chgData name="이하나 윤" userId="f658f17427b35de9" providerId="LiveId" clId="{E9838EAF-D27B-40BD-973C-B669816E3ACD}" dt="2025-10-14T10:47:33.557" v="525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9838EAF-D27B-40BD-973C-B669816E3ACD}" dt="2025-10-14T10:47:09.871" v="506" actId="20577"/>
          <ac:spMkLst>
            <pc:docMk/>
            <pc:sldMk cId="1255844840" sldId="274"/>
            <ac:spMk id="18" creationId="{3C55A31F-DF32-1AC6-337E-2B8177CBA284}"/>
          </ac:spMkLst>
        </pc:spChg>
        <pc:cxnChg chg="mod">
          <ac:chgData name="이하나 윤" userId="f658f17427b35de9" providerId="LiveId" clId="{E9838EAF-D27B-40BD-973C-B669816E3ACD}" dt="2025-10-14T10:47:08.900" v="494" actId="20577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9838EAF-D27B-40BD-973C-B669816E3ACD}" dt="2025-10-14T10:40:19.925" v="223" actId="27636"/>
        <pc:sldMkLst>
          <pc:docMk/>
          <pc:sldMk cId="2598034254" sldId="277"/>
        </pc:sldMkLst>
        <pc:spChg chg="mod">
          <ac:chgData name="이하나 윤" userId="f658f17427b35de9" providerId="LiveId" clId="{E9838EAF-D27B-40BD-973C-B669816E3ACD}" dt="2025-10-14T10:40:19.925" v="223" actId="27636"/>
          <ac:spMkLst>
            <pc:docMk/>
            <pc:sldMk cId="2598034254" sldId="277"/>
            <ac:spMk id="3" creationId="{713340BC-388B-897E-5696-EEF0441E0910}"/>
          </ac:spMkLst>
        </pc:spChg>
      </pc:sldChg>
      <pc:sldChg chg="modSp new mod">
        <pc:chgData name="이하나 윤" userId="f658f17427b35de9" providerId="LiveId" clId="{E9838EAF-D27B-40BD-973C-B669816E3ACD}" dt="2025-10-14T10:55:04.303" v="588" actId="20577"/>
        <pc:sldMkLst>
          <pc:docMk/>
          <pc:sldMk cId="3908540598" sldId="280"/>
        </pc:sldMkLst>
        <pc:spChg chg="mod">
          <ac:chgData name="이하나 윤" userId="f658f17427b35de9" providerId="LiveId" clId="{E9838EAF-D27B-40BD-973C-B669816E3ACD}" dt="2025-10-14T10:40:33.179" v="230" actId="20577"/>
          <ac:spMkLst>
            <pc:docMk/>
            <pc:sldMk cId="3908540598" sldId="280"/>
            <ac:spMk id="2" creationId="{D9EA366C-3AB1-1EEE-44C2-D49F824F391A}"/>
          </ac:spMkLst>
        </pc:spChg>
        <pc:spChg chg="mod">
          <ac:chgData name="이하나 윤" userId="f658f17427b35de9" providerId="LiveId" clId="{E9838EAF-D27B-40BD-973C-B669816E3ACD}" dt="2025-10-14T10:55:04.303" v="588" actId="20577"/>
          <ac:spMkLst>
            <pc:docMk/>
            <pc:sldMk cId="3908540598" sldId="280"/>
            <ac:spMk id="3" creationId="{C94F90CE-A1B4-452D-1FF8-BACAED72E819}"/>
          </ac:spMkLst>
        </pc:spChg>
      </pc:sldChg>
    </pc:docChg>
  </pc:docChgLst>
  <pc:docChgLst>
    <pc:chgData name="이하나 윤" userId="f658f17427b35de9" providerId="LiveId" clId="{EE219EC4-0B48-4DAA-B6C8-F5305E865B87}"/>
    <pc:docChg chg="undo custSel addSld delSld modSld sldOrd modMainMaster">
      <pc:chgData name="이하나 윤" userId="f658f17427b35de9" providerId="LiveId" clId="{EE219EC4-0B48-4DAA-B6C8-F5305E865B87}" dt="2025-10-14T16:40:28.276" v="3171" actId="47"/>
      <pc:docMkLst>
        <pc:docMk/>
      </pc:docMkLst>
      <pc:sldChg chg="addSp delSp modSp mod">
        <pc:chgData name="이하나 윤" userId="f658f17427b35de9" providerId="LiveId" clId="{EE219EC4-0B48-4DAA-B6C8-F5305E865B87}" dt="2025-10-14T16:37:37.006" v="3081" actId="20577"/>
        <pc:sldMkLst>
          <pc:docMk/>
          <pc:sldMk cId="3841897026" sldId="256"/>
        </pc:sldMkLst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2" creationId="{619A4364-32AA-320A-BA36-0538D127522A}"/>
          </ac:spMkLst>
        </pc:spChg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3" creationId="{B9BE7749-D375-BE27-EF01-98F8BA97657B}"/>
          </ac:spMkLst>
        </pc:spChg>
        <pc:spChg chg="add mod">
          <ac:chgData name="이하나 윤" userId="f658f17427b35de9" providerId="LiveId" clId="{EE219EC4-0B48-4DAA-B6C8-F5305E865B87}" dt="2025-10-14T16:37:37.006" v="3081" actId="20577"/>
          <ac:spMkLst>
            <pc:docMk/>
            <pc:sldMk cId="3841897026" sldId="256"/>
            <ac:spMk id="7" creationId="{4D1D2723-4818-BA12-6B74-60D1CB294797}"/>
          </ac:spMkLst>
        </pc:spChg>
        <pc:graphicFrameChg chg="del">
          <ac:chgData name="이하나 윤" userId="f658f17427b35de9" providerId="LiveId" clId="{EE219EC4-0B48-4DAA-B6C8-F5305E865B87}" dt="2025-10-14T16:28:11.716" v="2869" actId="478"/>
          <ac:graphicFrameMkLst>
            <pc:docMk/>
            <pc:sldMk cId="3841897026" sldId="256"/>
            <ac:graphicFrameMk id="4" creationId="{9699434B-F8BB-14FC-1C78-24BCE19534CB}"/>
          </ac:graphicFrameMkLst>
        </pc:graphicFrameChg>
        <pc:picChg chg="add del mod ord modCrop">
          <ac:chgData name="이하나 윤" userId="f658f17427b35de9" providerId="LiveId" clId="{EE219EC4-0B48-4DAA-B6C8-F5305E865B87}" dt="2025-10-14T16:35:31.230" v="3008" actId="732"/>
          <ac:picMkLst>
            <pc:docMk/>
            <pc:sldMk cId="3841897026" sldId="256"/>
            <ac:picMk id="5" creationId="{EFB70F52-2989-C5C7-B827-2921F8D1470A}"/>
          </ac:picMkLst>
        </pc:picChg>
        <pc:picChg chg="add mod ord modCrop">
          <ac:chgData name="이하나 윤" userId="f658f17427b35de9" providerId="LiveId" clId="{EE219EC4-0B48-4DAA-B6C8-F5305E865B87}" dt="2025-10-14T16:35:24.191" v="3007" actId="171"/>
          <ac:picMkLst>
            <pc:docMk/>
            <pc:sldMk cId="3841897026" sldId="256"/>
            <ac:picMk id="6" creationId="{BC73CB93-5823-E471-AE31-04E1E7E336CC}"/>
          </ac:picMkLst>
        </pc:picChg>
      </pc:sldChg>
      <pc:sldChg chg="del">
        <pc:chgData name="이하나 윤" userId="f658f17427b35de9" providerId="LiveId" clId="{EE219EC4-0B48-4DAA-B6C8-F5305E865B87}" dt="2025-10-13T14:31:03.831" v="1" actId="47"/>
        <pc:sldMkLst>
          <pc:docMk/>
          <pc:sldMk cId="1828827089" sldId="258"/>
        </pc:sldMkLst>
      </pc:sldChg>
      <pc:sldChg chg="del">
        <pc:chgData name="이하나 윤" userId="f658f17427b35de9" providerId="LiveId" clId="{EE219EC4-0B48-4DAA-B6C8-F5305E865B87}" dt="2025-10-13T14:31:02.801" v="0" actId="47"/>
        <pc:sldMkLst>
          <pc:docMk/>
          <pc:sldMk cId="2449581878" sldId="259"/>
        </pc:sldMkLst>
      </pc:sldChg>
      <pc:sldChg chg="del">
        <pc:chgData name="이하나 윤" userId="f658f17427b35de9" providerId="LiveId" clId="{EE219EC4-0B48-4DAA-B6C8-F5305E865B87}" dt="2025-10-13T14:31:05.391" v="2" actId="47"/>
        <pc:sldMkLst>
          <pc:docMk/>
          <pc:sldMk cId="2980061289" sldId="260"/>
        </pc:sldMkLst>
      </pc:sldChg>
      <pc:sldChg chg="del">
        <pc:chgData name="이하나 윤" userId="f658f17427b35de9" providerId="LiveId" clId="{EE219EC4-0B48-4DAA-B6C8-F5305E865B87}" dt="2025-10-13T14:31:05.851" v="3" actId="47"/>
        <pc:sldMkLst>
          <pc:docMk/>
          <pc:sldMk cId="882223621" sldId="261"/>
        </pc:sldMkLst>
      </pc:sldChg>
      <pc:sldChg chg="del">
        <pc:chgData name="이하나 윤" userId="f658f17427b35de9" providerId="LiveId" clId="{EE219EC4-0B48-4DAA-B6C8-F5305E865B87}" dt="2025-10-13T14:31:06.321" v="4" actId="47"/>
        <pc:sldMkLst>
          <pc:docMk/>
          <pc:sldMk cId="4081474527" sldId="262"/>
        </pc:sldMkLst>
      </pc:sldChg>
      <pc:sldChg chg="del">
        <pc:chgData name="이하나 윤" userId="f658f17427b35de9" providerId="LiveId" clId="{EE219EC4-0B48-4DAA-B6C8-F5305E865B87}" dt="2025-10-13T14:31:06.771" v="5" actId="47"/>
        <pc:sldMkLst>
          <pc:docMk/>
          <pc:sldMk cId="3683425805" sldId="263"/>
        </pc:sldMkLst>
      </pc:sldChg>
      <pc:sldChg chg="del">
        <pc:chgData name="이하나 윤" userId="f658f17427b35de9" providerId="LiveId" clId="{EE219EC4-0B48-4DAA-B6C8-F5305E865B87}" dt="2025-10-13T14:31:07.241" v="6" actId="47"/>
        <pc:sldMkLst>
          <pc:docMk/>
          <pc:sldMk cId="1978455008" sldId="265"/>
        </pc:sldMkLst>
      </pc:sldChg>
      <pc:sldChg chg="del">
        <pc:chgData name="이하나 윤" userId="f658f17427b35de9" providerId="LiveId" clId="{EE219EC4-0B48-4DAA-B6C8-F5305E865B87}" dt="2025-10-13T14:31:07.917" v="7" actId="47"/>
        <pc:sldMkLst>
          <pc:docMk/>
          <pc:sldMk cId="3487571822" sldId="266"/>
        </pc:sldMkLst>
      </pc:sldChg>
      <pc:sldChg chg="delSp del mod">
        <pc:chgData name="이하나 윤" userId="f658f17427b35de9" providerId="LiveId" clId="{EE219EC4-0B48-4DAA-B6C8-F5305E865B87}" dt="2025-10-13T14:35:14.195" v="93" actId="47"/>
        <pc:sldMkLst>
          <pc:docMk/>
          <pc:sldMk cId="1394594189" sldId="267"/>
        </pc:sldMkLst>
        <pc:spChg chg="del">
          <ac:chgData name="이하나 윤" userId="f658f17427b35de9" providerId="LiveId" clId="{EE219EC4-0B48-4DAA-B6C8-F5305E865B87}" dt="2025-10-13T14:32:40.171" v="76" actId="478"/>
          <ac:spMkLst>
            <pc:docMk/>
            <pc:sldMk cId="1394594189" sldId="267"/>
            <ac:spMk id="4" creationId="{14F01DF7-EDB5-6048-CD3E-F115912DD433}"/>
          </ac:spMkLst>
        </pc:spChg>
      </pc:sldChg>
      <pc:sldChg chg="modSp mod ord">
        <pc:chgData name="이하나 윤" userId="f658f17427b35de9" providerId="LiveId" clId="{EE219EC4-0B48-4DAA-B6C8-F5305E865B87}" dt="2025-10-14T16:35:44.030" v="3010"/>
        <pc:sldMkLst>
          <pc:docMk/>
          <pc:sldMk cId="1064921471" sldId="269"/>
        </pc:sldMkLst>
        <pc:spChg chg="mod">
          <ac:chgData name="이하나 윤" userId="f658f17427b35de9" providerId="LiveId" clId="{EE219EC4-0B48-4DAA-B6C8-F5305E865B87}" dt="2025-10-13T14:36:03.302" v="142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add del mod ord">
        <pc:chgData name="이하나 윤" userId="f658f17427b35de9" providerId="LiveId" clId="{EE219EC4-0B48-4DAA-B6C8-F5305E865B87}" dt="2025-10-14T16:38:11.214" v="3165" actId="20577"/>
        <pc:sldMkLst>
          <pc:docMk/>
          <pc:sldMk cId="1600899775" sldId="270"/>
        </pc:sldMkLst>
        <pc:spChg chg="mod">
          <ac:chgData name="이하나 윤" userId="f658f17427b35de9" providerId="LiveId" clId="{EE219EC4-0B48-4DAA-B6C8-F5305E865B87}" dt="2025-10-14T16:38:11.214" v="3165" actId="20577"/>
          <ac:spMkLst>
            <pc:docMk/>
            <pc:sldMk cId="1600899775" sldId="270"/>
            <ac:spMk id="3" creationId="{9AD7A719-2FED-FB60-36C7-6583B5F5AD60}"/>
          </ac:spMkLst>
        </pc:spChg>
      </pc:sldChg>
      <pc:sldChg chg="modSp mod">
        <pc:chgData name="이하나 윤" userId="f658f17427b35de9" providerId="LiveId" clId="{EE219EC4-0B48-4DAA-B6C8-F5305E865B87}" dt="2025-10-13T14:42:08.559" v="895" actId="20577"/>
        <pc:sldMkLst>
          <pc:docMk/>
          <pc:sldMk cId="1612175918" sldId="271"/>
        </pc:sldMkLst>
        <pc:spChg chg="mod">
          <ac:chgData name="이하나 윤" userId="f658f17427b35de9" providerId="LiveId" clId="{EE219EC4-0B48-4DAA-B6C8-F5305E865B87}" dt="2025-10-13T14:41:07.757" v="665" actId="20577"/>
          <ac:spMkLst>
            <pc:docMk/>
            <pc:sldMk cId="1612175918" sldId="271"/>
            <ac:spMk id="2" creationId="{125735C3-7D66-E446-1EFD-6B86904D8694}"/>
          </ac:spMkLst>
        </pc:spChg>
        <pc:spChg chg="mod">
          <ac:chgData name="이하나 윤" userId="f658f17427b35de9" providerId="LiveId" clId="{EE219EC4-0B48-4DAA-B6C8-F5305E865B87}" dt="2025-10-13T14:42:08.559" v="895" actId="20577"/>
          <ac:spMkLst>
            <pc:docMk/>
            <pc:sldMk cId="1612175918" sldId="271"/>
            <ac:spMk id="3" creationId="{77FE5B80-9288-E492-19F5-2D4C2C0B9699}"/>
          </ac:spMkLst>
        </pc:spChg>
      </pc:sldChg>
      <pc:sldChg chg="modSp mod">
        <pc:chgData name="이하나 윤" userId="f658f17427b35de9" providerId="LiveId" clId="{EE219EC4-0B48-4DAA-B6C8-F5305E865B87}" dt="2025-10-13T14:46:49.582" v="1142" actId="20577"/>
        <pc:sldMkLst>
          <pc:docMk/>
          <pc:sldMk cId="741989920" sldId="272"/>
        </pc:sldMkLst>
        <pc:spChg chg="mod">
          <ac:chgData name="이하나 윤" userId="f658f17427b35de9" providerId="LiveId" clId="{EE219EC4-0B48-4DAA-B6C8-F5305E865B87}" dt="2025-10-13T14:46:49.582" v="1142" actId="20577"/>
          <ac:spMkLst>
            <pc:docMk/>
            <pc:sldMk cId="741989920" sldId="272"/>
            <ac:spMk id="3" creationId="{8F3AA84A-B3CE-27B5-E10C-1B665E6A1335}"/>
          </ac:spMkLst>
        </pc:spChg>
      </pc:sldChg>
      <pc:sldChg chg="modSp mod">
        <pc:chgData name="이하나 윤" userId="f658f17427b35de9" providerId="LiveId" clId="{EE219EC4-0B48-4DAA-B6C8-F5305E865B87}" dt="2025-10-13T14:53:11.910" v="1780" actId="20577"/>
        <pc:sldMkLst>
          <pc:docMk/>
          <pc:sldMk cId="2104875522" sldId="273"/>
        </pc:sldMkLst>
        <pc:spChg chg="mod">
          <ac:chgData name="이하나 윤" userId="f658f17427b35de9" providerId="LiveId" clId="{EE219EC4-0B48-4DAA-B6C8-F5305E865B87}" dt="2025-10-13T14:47:06.472" v="1143" actId="20577"/>
          <ac:spMkLst>
            <pc:docMk/>
            <pc:sldMk cId="2104875522" sldId="273"/>
            <ac:spMk id="2" creationId="{9FA60381-4C82-8B02-1CF0-6084E4A6D33D}"/>
          </ac:spMkLst>
        </pc:spChg>
        <pc:spChg chg="mod">
          <ac:chgData name="이하나 윤" userId="f658f17427b35de9" providerId="LiveId" clId="{EE219EC4-0B48-4DAA-B6C8-F5305E865B87}" dt="2025-10-13T14:53:11.910" v="1780" actId="20577"/>
          <ac:spMkLst>
            <pc:docMk/>
            <pc:sldMk cId="2104875522" sldId="273"/>
            <ac:spMk id="3" creationId="{31823067-EAC0-6B05-4743-8A6A3BD42F72}"/>
          </ac:spMkLst>
        </pc:spChg>
      </pc:sldChg>
      <pc:sldChg chg="addSp modSp mod ord">
        <pc:chgData name="이하나 윤" userId="f658f17427b35de9" providerId="LiveId" clId="{EE219EC4-0B48-4DAA-B6C8-F5305E865B87}" dt="2025-10-13T14:52:53.622" v="1764" actId="20577"/>
        <pc:sldMkLst>
          <pc:docMk/>
          <pc:sldMk cId="1255844840" sldId="274"/>
        </pc:sldMkLst>
        <pc:spChg chg="mod">
          <ac:chgData name="이하나 윤" userId="f658f17427b35de9" providerId="LiveId" clId="{EE219EC4-0B48-4DAA-B6C8-F5305E865B87}" dt="2025-10-13T14:47:46.140" v="1162" actId="20577"/>
          <ac:spMkLst>
            <pc:docMk/>
            <pc:sldMk cId="1255844840" sldId="274"/>
            <ac:spMk id="2" creationId="{DE63F933-850B-81C5-73C9-A8EF841128A4}"/>
          </ac:spMkLst>
        </pc:spChg>
        <pc:spChg chg="mod">
          <ac:chgData name="이하나 윤" userId="f658f17427b35de9" providerId="LiveId" clId="{EE219EC4-0B48-4DAA-B6C8-F5305E865B87}" dt="2025-10-13T14:52:53.622" v="1764" actId="20577"/>
          <ac:spMkLst>
            <pc:docMk/>
            <pc:sldMk cId="1255844840" sldId="274"/>
            <ac:spMk id="3" creationId="{047216D0-4CBA-DDA6-89CE-EA6E28BA13E2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6" creationId="{6DA1D388-259E-6280-2344-2864B74DFE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7" creationId="{74C4A481-3D81-C02D-7254-41E610ACD529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8" creationId="{CF8D8BEE-918E-595E-EBD0-759B2F4ED9BF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9" creationId="{E162CBFC-9292-6B96-775E-0612727564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10" creationId="{B4C8ADBA-F8C1-395E-B123-68C40D6294E6}"/>
          </ac:spMkLst>
        </pc:spChg>
        <pc:spChg chg="mod">
          <ac:chgData name="이하나 윤" userId="f658f17427b35de9" providerId="LiveId" clId="{EE219EC4-0B48-4DAA-B6C8-F5305E865B87}" dt="2025-10-13T14:48:28.253" v="1257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E219EC4-0B48-4DAA-B6C8-F5305E865B87}" dt="2025-10-13T14:48:05.490" v="1167" actId="20577"/>
          <ac:spMkLst>
            <pc:docMk/>
            <pc:sldMk cId="1255844840" sldId="274"/>
            <ac:spMk id="16" creationId="{2F73754D-2B03-0951-740A-B9AAD6C5187C}"/>
          </ac:spMkLst>
        </pc:spChg>
        <pc:spChg chg="mod">
          <ac:chgData name="이하나 윤" userId="f658f17427b35de9" providerId="LiveId" clId="{EE219EC4-0B48-4DAA-B6C8-F5305E865B87}" dt="2025-10-13T14:49:08.125" v="1400" actId="14100"/>
          <ac:spMkLst>
            <pc:docMk/>
            <pc:sldMk cId="1255844840" sldId="274"/>
            <ac:spMk id="18" creationId="{3C55A31F-DF32-1AC6-337E-2B8177CBA284}"/>
          </ac:spMkLst>
        </pc:spChg>
        <pc:grpChg chg="add mod">
          <ac:chgData name="이하나 윤" userId="f658f17427b35de9" providerId="LiveId" clId="{EE219EC4-0B48-4DAA-B6C8-F5305E865B87}" dt="2025-10-13T14:51:06.450" v="1704" actId="1076"/>
          <ac:grpSpMkLst>
            <pc:docMk/>
            <pc:sldMk cId="1255844840" sldId="274"/>
            <ac:grpSpMk id="5" creationId="{E9E70C64-895D-9EBC-E052-F8BD334CD5F2}"/>
          </ac:grpSpMkLst>
        </pc:grpChg>
        <pc:cxnChg chg="mod">
          <ac:chgData name="이하나 윤" userId="f658f17427b35de9" providerId="LiveId" clId="{EE219EC4-0B48-4DAA-B6C8-F5305E865B87}" dt="2025-10-13T14:49:08.125" v="1400" actId="14100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E219EC4-0B48-4DAA-B6C8-F5305E865B87}" dt="2025-10-13T14:53:14.954" v="1781" actId="20577"/>
        <pc:sldMkLst>
          <pc:docMk/>
          <pc:sldMk cId="1533834051" sldId="275"/>
        </pc:sldMkLst>
        <pc:spChg chg="mod">
          <ac:chgData name="이하나 윤" userId="f658f17427b35de9" providerId="LiveId" clId="{EE219EC4-0B48-4DAA-B6C8-F5305E865B87}" dt="2025-10-13T14:53:14.954" v="1781" actId="20577"/>
          <ac:spMkLst>
            <pc:docMk/>
            <pc:sldMk cId="1533834051" sldId="275"/>
            <ac:spMk id="3" creationId="{5B8EAA24-AD5A-75A0-0B38-324284C9440B}"/>
          </ac:spMkLst>
        </pc:spChg>
      </pc:sldChg>
      <pc:sldChg chg="modSp mod">
        <pc:chgData name="이하나 윤" userId="f658f17427b35de9" providerId="LiveId" clId="{EE219EC4-0B48-4DAA-B6C8-F5305E865B87}" dt="2025-10-13T14:54:10.090" v="1905" actId="20577"/>
        <pc:sldMkLst>
          <pc:docMk/>
          <pc:sldMk cId="3618552763" sldId="276"/>
        </pc:sldMkLst>
        <pc:spChg chg="mod">
          <ac:chgData name="이하나 윤" userId="f658f17427b35de9" providerId="LiveId" clId="{EE219EC4-0B48-4DAA-B6C8-F5305E865B87}" dt="2025-10-13T14:52:09.420" v="1708" actId="20577"/>
          <ac:spMkLst>
            <pc:docMk/>
            <pc:sldMk cId="3618552763" sldId="276"/>
            <ac:spMk id="2" creationId="{46391267-942F-BA90-6B91-64B9DA49CCCD}"/>
          </ac:spMkLst>
        </pc:spChg>
        <pc:spChg chg="mod">
          <ac:chgData name="이하나 윤" userId="f658f17427b35de9" providerId="LiveId" clId="{EE219EC4-0B48-4DAA-B6C8-F5305E865B87}" dt="2025-10-13T14:54:10.090" v="1905" actId="20577"/>
          <ac:spMkLst>
            <pc:docMk/>
            <pc:sldMk cId="3618552763" sldId="276"/>
            <ac:spMk id="3" creationId="{E6C51F72-9260-D7A9-CEC5-22AC95A95910}"/>
          </ac:spMkLst>
        </pc:spChg>
      </pc:sldChg>
      <pc:sldChg chg="modSp new mod">
        <pc:chgData name="이하나 윤" userId="f658f17427b35de9" providerId="LiveId" clId="{EE219EC4-0B48-4DAA-B6C8-F5305E865B87}" dt="2025-10-14T16:37:45.555" v="3082" actId="20577"/>
        <pc:sldMkLst>
          <pc:docMk/>
          <pc:sldMk cId="2598034254" sldId="277"/>
        </pc:sldMkLst>
        <pc:spChg chg="mod">
          <ac:chgData name="이하나 윤" userId="f658f17427b35de9" providerId="LiveId" clId="{EE219EC4-0B48-4DAA-B6C8-F5305E865B87}" dt="2025-10-13T14:31:18.851" v="15" actId="20577"/>
          <ac:spMkLst>
            <pc:docMk/>
            <pc:sldMk cId="2598034254" sldId="277"/>
            <ac:spMk id="2" creationId="{E39B0C24-B039-6ACE-83A3-6C25D8FBE8A0}"/>
          </ac:spMkLst>
        </pc:spChg>
        <pc:spChg chg="mod">
          <ac:chgData name="이하나 윤" userId="f658f17427b35de9" providerId="LiveId" clId="{EE219EC4-0B48-4DAA-B6C8-F5305E865B87}" dt="2025-10-14T16:37:45.555" v="3082" actId="20577"/>
          <ac:spMkLst>
            <pc:docMk/>
            <pc:sldMk cId="2598034254" sldId="277"/>
            <ac:spMk id="3" creationId="{713340BC-388B-897E-5696-EEF0441E0910}"/>
          </ac:spMkLst>
        </pc:spChg>
      </pc:sldChg>
      <pc:sldChg chg="addSp delSp modSp new del mod">
        <pc:chgData name="이하나 윤" userId="f658f17427b35de9" providerId="LiveId" clId="{EE219EC4-0B48-4DAA-B6C8-F5305E865B87}" dt="2025-10-13T14:39:30.046" v="457" actId="47"/>
        <pc:sldMkLst>
          <pc:docMk/>
          <pc:sldMk cId="321331055" sldId="278"/>
        </pc:sldMkLst>
        <pc:spChg chg="mod">
          <ac:chgData name="이하나 윤" userId="f658f17427b35de9" providerId="LiveId" clId="{EE219EC4-0B48-4DAA-B6C8-F5305E865B87}" dt="2025-10-13T14:36:29.621" v="158" actId="20577"/>
          <ac:spMkLst>
            <pc:docMk/>
            <pc:sldMk cId="321331055" sldId="278"/>
            <ac:spMk id="2" creationId="{F8999479-DBBA-41D0-1968-C34E3A09B362}"/>
          </ac:spMkLst>
        </pc:spChg>
        <pc:spChg chg="del">
          <ac:chgData name="이하나 윤" userId="f658f17427b35de9" providerId="LiveId" clId="{EE219EC4-0B48-4DAA-B6C8-F5305E865B87}" dt="2025-10-13T14:36:48.984" v="159" actId="1032"/>
          <ac:spMkLst>
            <pc:docMk/>
            <pc:sldMk cId="321331055" sldId="278"/>
            <ac:spMk id="3" creationId="{C214DC96-E2A9-4079-E8E0-85D64BA67D20}"/>
          </ac:spMkLst>
        </pc:spChg>
        <pc:graphicFrameChg chg="add mod modGraphic">
          <ac:chgData name="이하나 윤" userId="f658f17427b35de9" providerId="LiveId" clId="{EE219EC4-0B48-4DAA-B6C8-F5305E865B87}" dt="2025-10-13T14:39:14.941" v="453" actId="20577"/>
          <ac:graphicFrameMkLst>
            <pc:docMk/>
            <pc:sldMk cId="321331055" sldId="278"/>
            <ac:graphicFrameMk id="5" creationId="{220100F7-38DB-1A0A-38FB-3B77B1F7ED5C}"/>
          </ac:graphicFrameMkLst>
        </pc:graphicFrameChg>
      </pc:sldChg>
      <pc:sldChg chg="modSp new del mod">
        <pc:chgData name="이하나 윤" userId="f658f17427b35de9" providerId="LiveId" clId="{EE219EC4-0B48-4DAA-B6C8-F5305E865B87}" dt="2025-10-14T16:40:28.276" v="3171" actId="47"/>
        <pc:sldMkLst>
          <pc:docMk/>
          <pc:sldMk cId="700973327" sldId="278"/>
        </pc:sldMkLst>
        <pc:spChg chg="mod">
          <ac:chgData name="이하나 윤" userId="f658f17427b35de9" providerId="LiveId" clId="{EE219EC4-0B48-4DAA-B6C8-F5305E865B87}" dt="2025-10-14T16:40:25.839" v="3170" actId="20577"/>
          <ac:spMkLst>
            <pc:docMk/>
            <pc:sldMk cId="700973327" sldId="278"/>
            <ac:spMk id="3" creationId="{B27AF708-2DAF-55D5-2430-7EACEBDE62A3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3337175714" sldId="278"/>
        </pc:sldMkLst>
        <pc:spChg chg="mod">
          <ac:chgData name="이하나 윤" userId="f658f17427b35de9" providerId="LiveId" clId="{EE219EC4-0B48-4DAA-B6C8-F5305E865B87}" dt="2025-10-13T14:54:31.215" v="1920" actId="20577"/>
          <ac:spMkLst>
            <pc:docMk/>
            <pc:sldMk cId="3337175714" sldId="278"/>
            <ac:spMk id="2" creationId="{9598A47E-CAD9-0CE6-8783-424409799BB7}"/>
          </ac:spMkLst>
        </pc:spChg>
        <pc:spChg chg="mod">
          <ac:chgData name="이하나 윤" userId="f658f17427b35de9" providerId="LiveId" clId="{EE219EC4-0B48-4DAA-B6C8-F5305E865B87}" dt="2025-10-13T14:57:49.630" v="2726" actId="20577"/>
          <ac:spMkLst>
            <pc:docMk/>
            <pc:sldMk cId="3337175714" sldId="278"/>
            <ac:spMk id="3" creationId="{F0A20032-9236-332A-B399-262C9AAB4005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4217590301" sldId="279"/>
        </pc:sldMkLst>
        <pc:spChg chg="mod">
          <ac:chgData name="이하나 윤" userId="f658f17427b35de9" providerId="LiveId" clId="{EE219EC4-0B48-4DAA-B6C8-F5305E865B87}" dt="2025-10-13T14:54:42.913" v="1927" actId="20577"/>
          <ac:spMkLst>
            <pc:docMk/>
            <pc:sldMk cId="4217590301" sldId="279"/>
            <ac:spMk id="2" creationId="{17E0F16F-DA9A-0F27-A32B-4A487C21FDD9}"/>
          </ac:spMkLst>
        </pc:spChg>
        <pc:spChg chg="mod">
          <ac:chgData name="이하나 윤" userId="f658f17427b35de9" providerId="LiveId" clId="{EE219EC4-0B48-4DAA-B6C8-F5305E865B87}" dt="2025-10-13T14:59:04.628" v="2868" actId="20577"/>
          <ac:spMkLst>
            <pc:docMk/>
            <pc:sldMk cId="4217590301" sldId="279"/>
            <ac:spMk id="3" creationId="{8ABFFBAF-D3C1-A59D-EBEC-6EF86035C87B}"/>
          </ac:spMkLst>
        </pc:spChg>
      </pc:sldChg>
      <pc:sldChg chg="del">
        <pc:chgData name="이하나 윤" userId="f658f17427b35de9" providerId="LiveId" clId="{EE219EC4-0B48-4DAA-B6C8-F5305E865B87}" dt="2025-10-14T16:28:22.109" v="2870" actId="47"/>
        <pc:sldMkLst>
          <pc:docMk/>
          <pc:sldMk cId="3908540598" sldId="280"/>
        </pc:sldMkLst>
      </pc:sldChg>
      <pc:sldMasterChg chg="modSp mod">
        <pc:chgData name="이하나 윤" userId="f658f17427b35de9" providerId="LiveId" clId="{EE219EC4-0B48-4DAA-B6C8-F5305E865B87}" dt="2025-10-14T16:39:40.104" v="3166" actId="113"/>
        <pc:sldMasterMkLst>
          <pc:docMk/>
          <pc:sldMasterMk cId="4218693161" sldId="2147483648"/>
        </pc:sldMasterMkLst>
        <pc:spChg chg="mod">
          <ac:chgData name="이하나 윤" userId="f658f17427b35de9" providerId="LiveId" clId="{EE219EC4-0B48-4DAA-B6C8-F5305E865B87}" dt="2025-10-14T16:39:40.104" v="3166" actId="113"/>
          <ac:spMkLst>
            <pc:docMk/>
            <pc:sldMasterMk cId="4218693161" sldId="2147483648"/>
            <ac:spMk id="2" creationId="{7E1A0351-566E-2A02-CEF8-AA7B5B023BEC}"/>
          </ac:spMkLst>
        </pc:spChg>
        <pc:spChg chg="mod">
          <ac:chgData name="이하나 윤" userId="f658f17427b35de9" providerId="LiveId" clId="{EE219EC4-0B48-4DAA-B6C8-F5305E865B87}" dt="2025-10-13T14:34:38.047" v="85" actId="14100"/>
          <ac:spMkLst>
            <pc:docMk/>
            <pc:sldMasterMk cId="4218693161" sldId="2147483648"/>
            <ac:spMk id="3" creationId="{F5547F7D-FC5D-6FFB-7AF0-BCD9CC4B6017}"/>
          </ac:spMkLst>
        </pc:spChg>
        <pc:spChg chg="mod">
          <ac:chgData name="이하나 윤" userId="f658f17427b35de9" providerId="LiveId" clId="{EE219EC4-0B48-4DAA-B6C8-F5305E865B87}" dt="2025-10-13T14:34:16.096" v="83" actId="1036"/>
          <ac:spMkLst>
            <pc:docMk/>
            <pc:sldMasterMk cId="4218693161" sldId="2147483648"/>
            <ac:spMk id="6" creationId="{594C43AD-E09F-16A3-B481-AA11FEEE70FD}"/>
          </ac:spMkLst>
        </pc:sp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39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0 24506,'741'0'0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0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763 1 24575,'0'6'0,"1"-1"0,-1 1 0,1 0 0,1-1 0,-1 1 0,1-1 0,0 1 0,0-1 0,0 1 0,1-1 0,0 0 0,0 0 0,0-1 0,5 6 0,-6-8 0,1-1 0,0 1 0,-1-1 0,1 0 0,0 0 0,-1 0 0,1 0 0,0 0 0,0-1 0,0 1 0,0-1 0,0 0 0,4 0 0,-6 0 0,1 0 0,-1 0 0,1 0 0,-1 0 0,1 0 0,0-1 0,-1 1 0,1-1 0,-1 1 0,0-1 0,1 1 0,-1-1 0,1 0 0,-1 0 0,0 0 0,0 0 0,1 0 0,-1 0 0,0 0 0,0 0 0,0 0 0,0 0 0,0-1 0,0 1 0,0-2 0,0 2 0,-1 0 0,0 0 0,0 0 0,1 1 0,-1-1 0,1 0 0,-1 0 0,1 0 0,-1 1 0,1-1 0,0 0 0,-1 0 0,1 1 0,0-1 0,-1 1 0,1-1 0,1 0 0,-1 1 0,-1 0 0,0-1 0,1 1 0,-1 0 0,1 0 0,-1 0 0,1 0 0,-1 0 0,1 1 0,-1-1 0,1 0 0,-1 0 0,1 0 0,-1 0 0,1 0 0,-1 1 0,1-1 0,-1 0 0,0 0 0,1 1 0,-1-1 0,1 0 0,-1 1 0,2 1 0,-1-1 0,0 1 0,0 0 0,1-1 0,-1 1 0,-1 0 0,1 0 0,0 0 0,0 0 0,-1-1 0,1 1 0,-1 0 0,1 0 0,-1 0 0,0 3 0,0-4 0,-1 0 0,1 0 0,0-1 0,-1 1 0,1 0 0,-1 0 0,1 0 0,-1 0 0,0-1 0,1 1 0,-1 0 0,0-1 0,1 1 0,-1 0 0,0-1 0,0 1 0,0-1 0,1 1 0,-1-1 0,0 1 0,0-1 0,0 0 0,0 1 0,0-1 0,0 0 0,0 0 0,-1 0 0,-30 4 0,29-4 0,-52 2 0,28-2 0,-38 5 0,-44 7 0,-211-6 0,187-8 0,130 2 0,1 0 0,-1 0 0,1-1 0,-1 1 0,1-1 0,-1 0 0,1 0 0,-1 0 0,1 0 0,0 0 0,0 0 0,-1 0 0,1-1 0,0 1 0,0-1 0,-2-2 0,-2-3 0,0 0 0,1 0 0,-7-11 0,11 15 0,0 3 0,0-1 0,1 0 0,-1 0 0,0 0 0,0 1 0,1-1 0,-1 0 0,0 1 0,0-1 0,0 1 0,0-1 0,0 1 0,0-1 0,0 1 0,0 0 0,0-1 0,0 1 0,0 0 0,0 0 0,0 0 0,-2 0 0,3 0 0,0 0 0,0 0 0,-1 0 0,1 0 0,0 0 0,0 0 0,0 0 0,-1 0 0,1 0 0,0 0 0,0 0 0,0 0 0,0 0 0,-1 0 0,1 0 0,0 1 0,0-1 0,0 0 0,0 0 0,0 0 0,-1 0 0,1 0 0,0 0 0,0 1 0,0-1 0,0 0 0,0 0 0,0 0 0,0 0 0,0 1 0,0-1 0,0 0 0,0 0 0,-1 0 0,1 1 0,0-1 0,9 11 0,-4-8 0,-1 0 0,1 0 0,0 0 0,0 0 0,0-1 0,0 0 0,0 0 0,9 2 0,-12-4 0,1 1 0,-1-1 0,1 0 0,-1 0 0,1 0 0,-1 0 0,1-1 0,-1 1 0,1-1 0,-1 1 0,0-1 0,1 0 0,-1 0 0,0 0 0,0 0 0,1 0 0,-1-1 0,0 1 0,0-1 0,0 1 0,2-3 0,-3 3 0,1-1 0,-1 1 0,1 0 0,0 0 0,0 0 0,-1 0 0,1 1 0,0-1 0,0 0 0,0 1 0,0-1 0,0 1 0,0 0 0,0-1 0,0 1 0,0 0 0,3 1 0,40 6 0,-8-1 0,70 0 0,-77-6 0,-13 1 0,30-3 0,-42 1 0,0 0 0,0 0 0,0 0 0,0-1 0,0 1 0,0-1 0,-1-1 0,1 1 0,-1 0 0,6-5 0,-13 9 0,1 0 0,0 0 0,-1 0 0,1 0 0,-1 0 0,0-1 0,1 1 0,-1-1 0,0 0 0,-6 2 0,33-23 0,-15 14 0,-12 8 0,-18 9 0,17-10 0,-19 6 0,19-9 0,12-7 0,0 3 0,-1 1 0,1 0 0,12-5 0,-2 1 0,-34 17 0,-1-1 0,-17 4 0,-9 5 0,40-15 0,-1 1 0,1 0 0,0 1 0,0-1 0,0 0 0,-5 6 0,-17 11 0,14-14 0,0 0 0,0 0 0,0-2 0,-1 1 0,0-1 0,0-1 0,-21 2 0,28-4 0,1 1 0,-1 0 0,1 0 0,0 0 0,0 0 0,-1 1 0,1-1 0,0 1 0,0 0 0,0 1 0,1-1 0,-1 1 0,1-1 0,-1 1 0,1 0 0,-4 5 0,-4 1 0,8-6 0,-1-1 0,0 0 0,0 0 0,0 0 0,0-1 0,0 1 0,0-1 0,0 0 0,-6 1 0,-16 4 0,24-5 0,1-1 0,-1 1 0,0-1 0,0 0 0,1 0 0,-1 0 0,0 0 0,1 0 0,-1-1 0,0 1 0,0 0 0,1-1 0,-1 1 0,0-1 0,1 0 0,-1 1 0,1-1 0,-1 0 0,1 0 0,-1 0 0,1 0 0,0 0 0,-1 0 0,1-1 0,0 1 0,0 0 0,0-1 0,-1-1 0,-6-7 0,1-1 0,-11-23 0,4 9 0,-14-20 0,28 83 0,5-25-1365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1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2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33 1 24575,'0'12'0,"-1"1"0,0-1 0,-1 1 0,0-1 0,-1 0 0,0 0 0,-1 0 0,-10 22 0,11-22 0,9-12 0,12-15 0,-10 4 0,-1 0 0,0-1 0,-1 1 0,0-2 0,4-13 0,-9 26 0,-1-1 0,0 0 0,1 0 0,-1 0 0,1 0 0,-1 0 0,1 1 0,-1-1 0,1 0 0,-1 0 0,1 1 0,0-1 0,0 0 0,-1 1 0,1-1 0,0 1 0,0-1 0,0 1 0,-1-1 0,1 1 0,0 0 0,0-1 0,0 1 0,0 0 0,0 0 0,0 0 0,0 0 0,0 0 0,0 0 0,0 0 0,0 0 0,0 0 0,0 0 0,-1 0 0,1 0 0,0 1 0,0-1 0,0 0 0,0 1 0,1 0 0,0 0 0,0 0 0,1 0 0,-1 0 0,0 1 0,0-1 0,0 1 0,0-1 0,-1 1 0,1 0 0,0 0 0,-1 0 0,1 0 0,-1 0 0,3 4 0,-4-6 0,0 1 0,0-1 0,0 0 0,1 1 0,-1-1 0,0 1 0,0-1 0,0 1 0,0-1 0,0 1 0,0-1 0,0 1 0,0-1 0,0 1 0,0 0 0,0-1 0,0 1 0,0-1 0,0 0 0,0 1 0,-1-1 0,1 1 0,0-1 0,0 1 0,-1-1 0,1 1 0,0-1 0,-1 0 0,1 1 0,0-1 0,-1 1 0,1-1 0,0 0 0,-1 0 0,1 1 0,-1-1 0,1 0 0,-1 0 0,0 1 0,-1-1 0,0 1 0,-1-1 0,1 1 0,0-1 0,-1 0 0,1 0 0,0 0 0,-5-1 0,-15-4 0,19 2 0,8 3 0,28 2 0,-15-1 0,1 1 0,22 5 0,-35-6 0,1 1 0,-1 0 0,0 1 0,0-1 0,-1 1 0,1 1 0,0-1 0,-1 1 0,0 0 0,7 5 0,20 20-1365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3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35 0 24407,'-35'43'0,"189"-43"0,-119-43 0,-189 43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4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5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6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7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8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49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0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1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1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2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3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4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24575,'0'1'0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5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6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7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0 24575,'0'0'-8191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316 1 24575,'-1'0'0,"-4"0"0,-4 0 0,-3 0 0,-3 0 0,-4 0 0,-6 0 0,-3 0 0,-1 0 0,-4 0 0,3 0 0,1 0 0,4 0 0,4 0 0,6 0 0,4 0 0,2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01:26.259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88 0 24575,'-1'1'0,"-2"1"0,-3-1 0,-4 2 0,-1 0 0,-2 1 0,1-1 0,1 0 0,0-1 0,2-1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47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0 24506,'923'0'0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49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950 1 24575,'0'7'0,"2"0"0,-2 0 0,1 1 0,1-2 0,0 1 0,0 0 0,1 0 0,-1-1 0,1 2 0,0-2 0,1 0 0,0 0 0,-1-1 0,7 8 0,-7-11 0,1 0 0,-1 0 0,0-1 0,1 1 0,-1-1 0,0 0 0,1 0 0,-1 1 0,1-2 0,0 1 0,0-1 0,-1 0 0,6 0 0,-8 0 0,2 0 0,-2 0 0,1 0 0,0 0 0,0 0 0,1-1 0,-2 1 0,1-2 0,0 2 0,-1-1 0,1 1 0,0-1 0,0 0 0,-1-1 0,1 1 0,-1 0 0,1 0 0,0-1 0,-1 1 0,0 0 0,0 0 0,1-1 0,-1 0 0,0 1 0,0-3 0,1 3 0,-2-1 0,0 1 0,0 0 0,1 1 0,-1-1 0,1-1 0,-1 1 0,1 0 0,-1 1 0,2-1 0,-1-1 0,-1 1 0,1 1 0,0-1 0,-1 1 0,2-1 0,0-1 0,-1 2 0,-1 0 0,0-1 0,2 1 0,-2 0 0,1 0 0,-1 0 0,1 0 0,-1 0 0,1 1 0,-1-1 0,2 0 0,-2 0 0,1 0 0,-1 0 0,1 0 0,-1 2 0,1-2 0,-1 0 0,0 0 0,2 1 0,-2-1 0,1 0 0,-1 1 0,2 2 0,-1-2 0,1 1 0,-1 1 0,1-2 0,0 2 0,-2-1 0,1 1 0,0-1 0,0 1 0,-1-2 0,2 1 0,-2 1 0,1-1 0,-1 1 0,0 3 0,0-5 0,-1 1 0,1-1 0,0-1 0,-2 1 0,2 0 0,-1 1 0,1-1 0,-1 0 0,0-1 0,1 1 0,-2 1 0,1-2 0,1 1 0,-1 0 0,0-1 0,-1 1 0,1-1 0,1 1 0,-1-1 0,0 2 0,0-2 0,-1 0 0,1 1 0,0-1 0,0 0 0,-1 0 0,0 0 0,-38 5 0,36-5 0,-64 2 0,34-2 0,-47 7 0,-55 8 0,-262-8 0,232-9 0,162 2 0,2 0 0,-2 0 0,2-2 0,-2 2 0,1-1 0,0 0 0,0 0 0,-1-1 0,2 1 0,-1 0 0,1 0 0,-2-1 0,2 0 0,-1 1 0,1-2 0,-3-2 0,-3-4 0,1 1 0,1-1 0,-9-13 0,13 18 0,1 4 0,0-1 0,1-1 0,-1 1 0,-1 0 0,1 1 0,1-1 0,-1-1 0,0 2 0,-1-1 0,1 1 0,0-1 0,0 1 0,-1-1 0,1 1 0,0 0 0,0-2 0,0 2 0,-1 0 0,1 0 0,0 0 0,-3 0 0,4 0 0,0 0 0,0 0 0,-1 0 0,1 0 0,0 0 0,0 0 0,0 0 0,-1 0 0,1 0 0,0 0 0,0 0 0,0 0 0,0 0 0,-2 0 0,2 0 0,0 2 0,0-2 0,0 0 0,0 0 0,0 0 0,-1 0 0,1 0 0,0 0 0,0 1 0,0-1 0,0 0 0,0 0 0,0 0 0,0 0 0,0 1 0,0-1 0,0 0 0,0 0 0,-1 0 0,1 1 0,0-1 0,11 14 0,-5-10 0,-1 0 0,1-1 0,1 1 0,-1 0 0,0-2 0,0 1 0,1-1 0,10 3 0,-14-5 0,0 1 0,0-1 0,0 0 0,0 0 0,1 0 0,-2 0 0,2-1 0,-2 1 0,2-1 0,-1 1 0,-1-1 0,2 0 0,-2-1 0,1 1 0,-1 0 0,2 0 0,-1-2 0,-1 2 0,1-2 0,-1 2 0,3-4 0,-4 4 0,2-2 0,-2 2 0,2 0 0,-1 0 0,0-1 0,0 1 0,0 1 0,1-1 0,-1 0 0,1 1 0,-1-2 0,1 2 0,-1 0 0,1-1 0,-1 1 0,1 0 0,3 1 0,50 8 0,-10-1 0,87-1 0,-95-7 0,-17 1 0,37-3 0,-51 1 0,-1-1 0,0 1 0,0 0 0,1-2 0,-1 2 0,0-1 0,-1-2 0,1 1 0,-1 1 0,8-7 0,-17 12 0,1-1 0,1 1 0,-2-1 0,2 1 0,-2-1 0,0-1 0,2 2 0,-2-2 0,0 0 0,-7 3 0,41-29 0,-19 18 0,-15 9 0,-22 12 0,21-13 0,-23 8 0,23-12 0,15-8 0,0 4 0,-2 0 0,2 1 0,15-6 0,-2 1 0,-43 21 0,-2-2 0,-20 6 0,-11 6 0,49-19 0,-1 2 0,1-1 0,0 2 0,1-2 0,-1 1 0,-6 7 0,-21 13 0,17-16 0,0-1 0,1 0 0,-1-2 0,-1 1 0,0-1 0,0-2 0,-26 3 0,35-5 0,1 1 0,-1 1 0,1-1 0,0 0 0,0 0 0,-2 2 0,2-2 0,0 1 0,0 1 0,0 1 0,2-2 0,-2 2 0,1-2 0,-1 2 0,1 0 0,-4 6 0,-6 1 0,10-7 0,-1-2 0,0 1 0,0-1 0,0 1 0,0-2 0,0 2 0,0-2 0,0 0 0,-7 2 0,-21 4 0,31-6 0,1-1 0,-2 1 0,1-1 0,-1 0 0,2 0 0,-1 0 0,-1 0 0,2 0 0,-2-1 0,1 1 0,-1 0 0,2-1 0,-1 1 0,-1-1 0,2-1 0,-2 2 0,2-1 0,-1 0 0,0 0 0,0 0 0,1-1 0,-1 1 0,0 0 0,1-2 0,-1 2 0,1 0 0,0-2 0,-2 0 0,-7-10 0,2-1 0,-15-28 0,6 11 0,-18-25 0,35 103 0,6-31-1365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0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1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41 1 24575,'0'15'0,"-1"1"0,0-1 0,-2 1 0,1-1 0,-2 0 0,0 0 0,-1 0 0,-12 27 0,13-27 0,11-15 0,16-18 0,-13 4 0,-1 0 0,-1-1 0,0 2 0,-1-4 0,6-15 0,-12 32 0,-1-1 0,0 0 0,1-1 0,-1 1 0,1 0 0,-1 0 0,2 1 0,-2-2 0,1 1 0,-1 0 0,1 1 0,0-1 0,1-1 0,-2 2 0,1-1 0,0 1 0,0-1 0,1 1 0,-2-1 0,1 1 0,0 0 0,0-2 0,1 2 0,-1 0 0,0 0 0,0 0 0,1 0 0,-1 0 0,0 0 0,0 0 0,1 0 0,-1 0 0,0 0 0,-1 0 0,1 0 0,1 2 0,-1-2 0,0 0 0,0 1 0,2 0 0,-1 0 0,1 1 0,1-1 0,-2 0 0,0 2 0,1-2 0,-1 1 0,1 0 0,-2 0 0,2 1 0,-1-1 0,-1 1 0,2-1 0,-2 1 0,4 4 0,-5-7 0,0 1 0,0-1 0,0 0 0,1 1 0,-1-1 0,0 2 0,0-2 0,0 1 0,0-1 0,0 1 0,0-1 0,0 1 0,0-1 0,0 2 0,0-1 0,0-1 0,0 1 0,0-1 0,0 0 0,0 1 0,-1-1 0,1 2 0,0-2 0,0 1 0,-1-1 0,1 1 0,0-1 0,-1 0 0,1 1 0,0-1 0,-2 2 0,2-2 0,0 0 0,-1 0 0,1 1 0,-1-1 0,1 0 0,-1 0 0,-1 1 0,0-1 0,-1 1 0,0-1 0,0 2 0,1-2 0,-2 0 0,2 0 0,-1 0 0,-6-2 0,-18-4 0,23 2 0,10 4 0,35 3 0,-18-2 0,1 2 0,27 5 0,-44-6 0,2 0 0,-2 1 0,1 0 0,-1 0 0,-1 1 0,2 1 0,-1-2 0,0 2 0,-1 0 0,9 6 0,25 26-1365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2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44 0 24407,'-44'54'0,"236"-54"0,-149-54 0,-234 54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3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4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5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6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7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8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59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0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1 24575,'0'0'-8191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1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2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1 24575,'0'0'-8191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3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24575,'0'1'0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4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5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0 0 24575,'0'0'-8191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6"/>
    </inkml:context>
    <inkml:brush xml:id="br0">
      <inkml:brushProperty name="width" value="0.35" units="cm"/>
      <inkml:brushProperty name="height" value="0.35" units="cm"/>
      <inkml:brushProperty name="color" value="#FFC114"/>
    </inkml:brush>
  </inkml:definitions>
  <inkml:trace contextRef="#ctx0" brushRef="#br0">1 0 24575,'0'0'-8191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7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394 1 24575,'-2'0'0,"-4"0"0,-5 0 0,-4 0 0,-4 0 0,-4 0 0,-9 0 0,-2 0 0,-3 0 0,-4 0 0,4 0 0,1 0 0,5 0 0,5 0 0,7 0 0,5 0 0,3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7:59:12.16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109 0 24575,'-1'1'0,"-3"2"0,-3-2 0,-6 3 0,0-1 0,-3 2 0,1-1 0,1 0 0,0-2 0,3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D8850-8826-4FCE-AEB7-6CFF3287BE1E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C6963-A812-4876-9F90-C4574D93A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10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9C6963-A812-4876-9F90-C4574D93AB5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339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9C6963-A812-4876-9F90-C4574D93AB5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371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01D8-D8A6-8337-F3CA-7B780073C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D0FFA8-E7D8-9031-45BC-AB58B1FF9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F15AAB-D14A-6A6F-3248-CADA8831B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5289A-F2BC-F042-E716-6E6579FEB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9C6963-A812-4876-9F90-C4574D93AB5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352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4ADE8-6277-B353-62EB-342E6BFB86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2FC8CD-A950-C353-4AB5-CD4DB64AE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D7740C-9718-B567-5BD1-A6FC4DB65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42228-062C-4EDD-A77B-B07B3B8A579C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8BB1D1-EC84-B27F-0592-785A138A0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0716ED-72E3-7126-F428-B540BA95D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609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0D195-69F7-6155-FA02-2A413EAD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88E81A-508C-F302-420E-FF33486E2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FBFB4-4F90-944B-4F68-A68043FE2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6D206-0A43-4A81-BD76-9B86C975423A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482D9-90BC-026A-F2D9-0B79D451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3E207-0DC7-5994-21A5-7FEC83D40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49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D158A-4703-EB7E-F8B0-A54D73550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94FD7E-526B-0B80-580C-8D3CC17A6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E67A2-3FAA-0712-B866-56F892BF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3C00E-B4FF-439E-8FAF-C83B045C2F0C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31BE1C-A04B-F3D6-487D-2D8AE00B3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A6BE05-2241-2C18-4CE0-EC7846577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53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1A46A-5AEB-A6CA-009C-701BA7F5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10DBC1-14E3-5FB8-3ED0-B21CA4372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188" y="898570"/>
            <a:ext cx="5890352" cy="54577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F529BA-54A7-3672-231C-C2AFA6A5D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898569"/>
            <a:ext cx="5890352" cy="5457779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A5D37-5291-82F3-BD09-04072426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566C5-B4D2-448D-AAF6-9C2DEFE80D1C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B1A233-F9D7-28EB-B2A5-8E09445F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258D90-33C6-EC52-17F9-DFB464215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07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06679-8B7B-7716-2B27-8322BF9C9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481403-30BF-4D55-6042-EAA052D83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C85092-139B-22AC-7F19-52A8848B1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ED9438-342D-6580-32BD-F44222931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CCEEE0-F55C-C728-3DB3-933B7C8A2A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0D286E8-520D-F46D-843A-277E4010C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C296-44F7-4BE7-B376-480499877D73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441038-2366-30D6-90EE-D83CABFB0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9F00EF-619A-C6E2-F4DA-0135A65F6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19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2EF4E-3915-5053-F4DC-37722AAAB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FF36EE-1108-6016-693F-7CA8D1497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9BE8-F293-40B6-8D93-83AFB17EE8F6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87972B-07BB-2BC8-38BF-1E19FA96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26596C-3704-0053-78DB-4678CEDE7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540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1B897E8-C6BD-EE33-7255-0F6727BCE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2FD7-D91E-46BF-BF9C-3AD41E51EB4D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FC9ECF-C576-3546-374B-25110091B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C0CD0-742D-A7B7-98D8-82E03FB3D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96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B63C0-14B6-C7A8-9F19-6C9D57315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43A9CF-3309-8E04-D55F-111AF4322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155CE6-9BCA-317D-23C4-DAA5312966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FC97AA-A9A0-CE2A-686A-45D03711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DC4CE-C275-4099-BBDF-0C56F81D271D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E4EF036-0986-1608-1196-BE80CE92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2D9C43-23C1-0BB1-DD70-28D88A07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985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4F63A-19CB-5CAD-EA0D-A6F587346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8BFD403-B866-E767-E9E9-93541ABC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1A8BE-83B9-853B-9FDE-DDC72CBDA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B11362-DB96-6F43-707B-9A303967A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471FB-7383-4F1C-A42C-E68CEC12F0D2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6236A3-2129-E616-451D-7B32B7F38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EB3F2E-2792-2804-A0F9-CDFA2413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680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681C5-2F54-1905-713E-46A4938FE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E74EC-F4CA-2812-30DE-6F01C8D86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454BC6-06E6-7A42-CE1A-78C223DF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685F8-59F3-4A43-89FC-0577DFBCC6D7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57EC02-10E9-B362-2888-2BE42DAD9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98E49E-9E52-433C-7ADD-749B4C09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566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44FEF0-C566-2BFA-B8AD-717B8A3A3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EE1126-78EF-0CA6-55F9-71E1ECAFA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38A4B7-0FD3-D32C-3AD0-9BF5666F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EAD45-FB6B-48A3-9244-60043185CB83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AA17-28C6-6C3B-F101-13754C6F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D56567-298B-497F-CF1E-8FED7A7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51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084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1A0351-566E-2A02-CEF8-AA7B5B0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188" y="81440"/>
            <a:ext cx="11809164" cy="8171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7F7D-FC5D-6FFB-7AF0-BCD9CC4B6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188" y="953655"/>
            <a:ext cx="11809164" cy="49947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E7C0B4-C484-C627-273B-3C02694DF1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347F6-7B41-4084-9EC2-A3B9F64C65D7}" type="datetime1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C0FF28-CAE9-69EF-511D-AB72DA689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4C43AD-E09F-16A3-B481-AA11FEEE70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7714" y="64224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69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.xml"/><Relationship Id="rId18" Type="http://schemas.openxmlformats.org/officeDocument/2006/relationships/customXml" Target="../ink/ink9.xml"/><Relationship Id="rId26" Type="http://schemas.openxmlformats.org/officeDocument/2006/relationships/image" Target="../media/image18.png"/><Relationship Id="rId3" Type="http://schemas.openxmlformats.org/officeDocument/2006/relationships/image" Target="../media/image7.png"/><Relationship Id="rId21" Type="http://schemas.openxmlformats.org/officeDocument/2006/relationships/customXml" Target="../ink/ink12.xml"/><Relationship Id="rId34" Type="http://schemas.openxmlformats.org/officeDocument/2006/relationships/image" Target="../media/image9.png"/><Relationship Id="rId7" Type="http://schemas.openxmlformats.org/officeDocument/2006/relationships/customXml" Target="../ink/ink2.xml"/><Relationship Id="rId12" Type="http://schemas.openxmlformats.org/officeDocument/2006/relationships/image" Target="../media/image16.png"/><Relationship Id="rId17" Type="http://schemas.openxmlformats.org/officeDocument/2006/relationships/customXml" Target="../ink/ink8.xml"/><Relationship Id="rId25" Type="http://schemas.openxmlformats.org/officeDocument/2006/relationships/customXml" Target="../ink/ink16.xml"/><Relationship Id="rId33" Type="http://schemas.openxmlformats.org/officeDocument/2006/relationships/image" Target="../media/image20.png"/><Relationship Id="rId2" Type="http://schemas.openxmlformats.org/officeDocument/2006/relationships/image" Target="../media/image6.JPG"/><Relationship Id="rId16" Type="http://schemas.openxmlformats.org/officeDocument/2006/relationships/customXml" Target="../ink/ink7.xml"/><Relationship Id="rId20" Type="http://schemas.openxmlformats.org/officeDocument/2006/relationships/customXml" Target="../ink/ink11.xml"/><Relationship Id="rId29" Type="http://schemas.openxmlformats.org/officeDocument/2006/relationships/customXml" Target="../ink/ink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customXml" Target="../ink/ink4.xml"/><Relationship Id="rId24" Type="http://schemas.openxmlformats.org/officeDocument/2006/relationships/customXml" Target="../ink/ink15.xml"/><Relationship Id="rId32" Type="http://schemas.openxmlformats.org/officeDocument/2006/relationships/customXml" Target="../ink/ink21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23" Type="http://schemas.openxmlformats.org/officeDocument/2006/relationships/customXml" Target="../ink/ink14.xml"/><Relationship Id="rId28" Type="http://schemas.openxmlformats.org/officeDocument/2006/relationships/customXml" Target="../ink/ink18.xml"/><Relationship Id="rId10" Type="http://schemas.openxmlformats.org/officeDocument/2006/relationships/image" Target="../media/image15.png"/><Relationship Id="rId19" Type="http://schemas.openxmlformats.org/officeDocument/2006/relationships/customXml" Target="../ink/ink10.xml"/><Relationship Id="rId31" Type="http://schemas.openxmlformats.org/officeDocument/2006/relationships/image" Target="../media/image19.png"/><Relationship Id="rId4" Type="http://schemas.openxmlformats.org/officeDocument/2006/relationships/image" Target="../media/image8.svg"/><Relationship Id="rId9" Type="http://schemas.openxmlformats.org/officeDocument/2006/relationships/customXml" Target="../ink/ink3.xml"/><Relationship Id="rId14" Type="http://schemas.openxmlformats.org/officeDocument/2006/relationships/image" Target="../media/image17.png"/><Relationship Id="rId22" Type="http://schemas.openxmlformats.org/officeDocument/2006/relationships/customXml" Target="../ink/ink13.xml"/><Relationship Id="rId27" Type="http://schemas.openxmlformats.org/officeDocument/2006/relationships/customXml" Target="../ink/ink17.xml"/><Relationship Id="rId30" Type="http://schemas.openxmlformats.org/officeDocument/2006/relationships/customXml" Target="../ink/ink20.xml"/><Relationship Id="rId35" Type="http://schemas.openxmlformats.org/officeDocument/2006/relationships/image" Target="../media/image10.svg"/><Relationship Id="rId8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6.xml"/><Relationship Id="rId18" Type="http://schemas.openxmlformats.org/officeDocument/2006/relationships/customXml" Target="../ink/ink30.xml"/><Relationship Id="rId26" Type="http://schemas.openxmlformats.org/officeDocument/2006/relationships/image" Target="../media/image18.png"/><Relationship Id="rId3" Type="http://schemas.openxmlformats.org/officeDocument/2006/relationships/image" Target="../media/image11.jpg"/><Relationship Id="rId21" Type="http://schemas.openxmlformats.org/officeDocument/2006/relationships/customXml" Target="../ink/ink33.xml"/><Relationship Id="rId34" Type="http://schemas.openxmlformats.org/officeDocument/2006/relationships/image" Target="../media/image9.png"/><Relationship Id="rId7" Type="http://schemas.openxmlformats.org/officeDocument/2006/relationships/customXml" Target="../ink/ink23.xml"/><Relationship Id="rId12" Type="http://schemas.openxmlformats.org/officeDocument/2006/relationships/image" Target="../media/image16.png"/><Relationship Id="rId17" Type="http://schemas.openxmlformats.org/officeDocument/2006/relationships/customXml" Target="../ink/ink29.xml"/><Relationship Id="rId25" Type="http://schemas.openxmlformats.org/officeDocument/2006/relationships/customXml" Target="../ink/ink37.xml"/><Relationship Id="rId3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28.xml"/><Relationship Id="rId20" Type="http://schemas.openxmlformats.org/officeDocument/2006/relationships/customXml" Target="../ink/ink32.xml"/><Relationship Id="rId29" Type="http://schemas.openxmlformats.org/officeDocument/2006/relationships/customXml" Target="../ink/ink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customXml" Target="../ink/ink25.xml"/><Relationship Id="rId24" Type="http://schemas.openxmlformats.org/officeDocument/2006/relationships/customXml" Target="../ink/ink36.xml"/><Relationship Id="rId32" Type="http://schemas.openxmlformats.org/officeDocument/2006/relationships/customXml" Target="../ink/ink42.xml"/><Relationship Id="rId5" Type="http://schemas.openxmlformats.org/officeDocument/2006/relationships/customXml" Target="../ink/ink22.xml"/><Relationship Id="rId15" Type="http://schemas.openxmlformats.org/officeDocument/2006/relationships/customXml" Target="../ink/ink27.xml"/><Relationship Id="rId23" Type="http://schemas.openxmlformats.org/officeDocument/2006/relationships/customXml" Target="../ink/ink35.xml"/><Relationship Id="rId28" Type="http://schemas.openxmlformats.org/officeDocument/2006/relationships/customXml" Target="../ink/ink39.xml"/><Relationship Id="rId10" Type="http://schemas.openxmlformats.org/officeDocument/2006/relationships/image" Target="../media/image15.png"/><Relationship Id="rId19" Type="http://schemas.openxmlformats.org/officeDocument/2006/relationships/customXml" Target="../ink/ink31.xml"/><Relationship Id="rId31" Type="http://schemas.openxmlformats.org/officeDocument/2006/relationships/image" Target="../media/image19.png"/><Relationship Id="rId4" Type="http://schemas.openxmlformats.org/officeDocument/2006/relationships/image" Target="../media/image12.jpg"/><Relationship Id="rId9" Type="http://schemas.openxmlformats.org/officeDocument/2006/relationships/customXml" Target="../ink/ink24.xml"/><Relationship Id="rId14" Type="http://schemas.openxmlformats.org/officeDocument/2006/relationships/image" Target="../media/image17.png"/><Relationship Id="rId22" Type="http://schemas.openxmlformats.org/officeDocument/2006/relationships/customXml" Target="../ink/ink34.xml"/><Relationship Id="rId27" Type="http://schemas.openxmlformats.org/officeDocument/2006/relationships/customXml" Target="../ink/ink38.xml"/><Relationship Id="rId30" Type="http://schemas.openxmlformats.org/officeDocument/2006/relationships/customXml" Target="../ink/ink41.xml"/><Relationship Id="rId35" Type="http://schemas.openxmlformats.org/officeDocument/2006/relationships/image" Target="../media/image10.svg"/><Relationship Id="rId8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C73CB93-5823-E471-AE31-04E1E7E336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90" t="28296" r="11800" b="2667"/>
          <a:stretch>
            <a:fillRect/>
          </a:stretch>
        </p:blipFill>
        <p:spPr>
          <a:xfrm>
            <a:off x="8656319" y="2072006"/>
            <a:ext cx="3444240" cy="4734560"/>
          </a:xfrm>
          <a:prstGeom prst="rect">
            <a:avLst/>
          </a:prstGeom>
        </p:spPr>
      </p:pic>
      <p:pic>
        <p:nvPicPr>
          <p:cNvPr id="5" name="그림 4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B70F52-2989-C5C7-B827-2921F8D14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9333" r="50248" b="42074"/>
          <a:stretch>
            <a:fillRect/>
          </a:stretch>
        </p:blipFill>
        <p:spPr>
          <a:xfrm>
            <a:off x="487682" y="1244125"/>
            <a:ext cx="6096000" cy="43376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9A4364-32AA-320A-BA36-0538D12752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426" y="-945634"/>
            <a:ext cx="10807148" cy="2387600"/>
          </a:xfrm>
        </p:spPr>
        <p:txBody>
          <a:bodyPr>
            <a:normAutofit/>
          </a:bodyPr>
          <a:lstStyle/>
          <a:p>
            <a:r>
              <a:rPr lang="en-US" altLang="ko-KR" sz="6600" dirty="0"/>
              <a:t>SPACE ROBBER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E7749-D375-BE27-EF01-98F8BA976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1" y="1244125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D2723-4818-BA12-6B74-60D1CB294797}"/>
              </a:ext>
            </a:extLst>
          </p:cNvPr>
          <p:cNvSpPr txBox="1"/>
          <p:nvPr/>
        </p:nvSpPr>
        <p:spPr>
          <a:xfrm>
            <a:off x="9182101" y="63500"/>
            <a:ext cx="2946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/>
              <a:t>25.11.11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1897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B0C24-B039-6ACE-83A3-6C25D8FB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3340BC-388B-897E-5696-EEF0441E0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>
            <a:normAutofit/>
          </a:bodyPr>
          <a:lstStyle/>
          <a:p>
            <a:r>
              <a:rPr lang="ko-KR" altLang="en-US" dirty="0"/>
              <a:t>게임 정보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컨트롤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 진행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pPr lvl="1"/>
            <a:r>
              <a:rPr lang="ko-KR" altLang="en-US" dirty="0"/>
              <a:t>상태</a:t>
            </a:r>
            <a:r>
              <a:rPr lang="en-US" altLang="ko-KR" dirty="0"/>
              <a:t>(State)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인벤토리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도구 </a:t>
            </a:r>
            <a:r>
              <a:rPr lang="ko-KR" altLang="en-US" dirty="0" err="1"/>
              <a:t>퀵슬롯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아이템</a:t>
            </a:r>
            <a:endParaRPr lang="en-US" altLang="ko-KR" dirty="0"/>
          </a:p>
          <a:p>
            <a:pPr lvl="1"/>
            <a:r>
              <a:rPr lang="ko-KR" altLang="en-US" dirty="0"/>
              <a:t>자원</a:t>
            </a:r>
            <a:endParaRPr lang="en-US" altLang="ko-KR" dirty="0"/>
          </a:p>
          <a:p>
            <a:pPr lvl="1"/>
            <a:r>
              <a:rPr lang="ko-KR" altLang="en-US" dirty="0"/>
              <a:t>도구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무게 시스템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맵 생성 규칙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자원 배치 규칙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파워 레벨 시스템</a:t>
            </a:r>
            <a:r>
              <a:rPr lang="en-US" altLang="ko-KR" dirty="0"/>
              <a:t>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자원 수집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세트 판매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특수 물품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86788-6416-6659-D21A-167F7302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8034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CC167-21B8-54F1-987F-C99E28C8C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&lt;SPACE ROBBER&gt; </a:t>
            </a:r>
            <a:r>
              <a:rPr lang="ko-KR" altLang="en-US" dirty="0"/>
              <a:t>정보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F5D852-DDD1-13EA-17E3-C94EA1D15C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장르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자원 수집</a:t>
            </a:r>
            <a:r>
              <a:rPr lang="en-US" altLang="ko-KR" dirty="0"/>
              <a:t>, </a:t>
            </a:r>
            <a:r>
              <a:rPr lang="ko-KR" altLang="en-US" dirty="0"/>
              <a:t>생존</a:t>
            </a:r>
            <a:r>
              <a:rPr lang="en-US" altLang="ko-KR" dirty="0"/>
              <a:t>, </a:t>
            </a:r>
            <a:r>
              <a:rPr lang="ko-KR" altLang="en-US" dirty="0"/>
              <a:t>협동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en-US" altLang="ko-KR" b="1" dirty="0"/>
              <a:t>1</a:t>
            </a:r>
            <a:r>
              <a:rPr lang="ko-KR" altLang="en-US" b="1" dirty="0"/>
              <a:t>인칭</a:t>
            </a:r>
            <a:endParaRPr lang="en-US" altLang="ko-KR" b="1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조작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b="1" dirty="0"/>
              <a:t>키보드</a:t>
            </a:r>
            <a:r>
              <a:rPr lang="en-US" altLang="ko-KR" b="1" dirty="0"/>
              <a:t>, </a:t>
            </a:r>
            <a:r>
              <a:rPr lang="ko-KR" altLang="en-US" b="1" dirty="0"/>
              <a:t>마우스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플레이 타임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한 판당 약 </a:t>
            </a:r>
            <a:r>
              <a:rPr lang="en-US" altLang="ko-KR" dirty="0"/>
              <a:t>8~10</a:t>
            </a:r>
            <a:r>
              <a:rPr lang="ko-KR" altLang="en-US" dirty="0"/>
              <a:t>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543CB4-E206-FFC9-05F1-06F0FF8A3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개발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 err="1"/>
              <a:t>언리얼</a:t>
            </a:r>
            <a:r>
              <a:rPr lang="ko-KR" altLang="en-US" dirty="0"/>
              <a:t> 엔진 </a:t>
            </a:r>
            <a:r>
              <a:rPr lang="en-US" altLang="ko-KR" dirty="0"/>
              <a:t>5</a:t>
            </a:r>
          </a:p>
          <a:p>
            <a:endParaRPr lang="en-US" altLang="ko-KR" dirty="0"/>
          </a:p>
          <a:p>
            <a:r>
              <a:rPr lang="ko-KR" altLang="en-US" dirty="0"/>
              <a:t>플랫폼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PC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유사 게임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Lethal Company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7BB896-F823-E1BA-E98B-5490AE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054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77EC-4EC7-5239-E313-532985D8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E99D70-62E6-6018-F1E4-69A78D5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4994707"/>
          </a:xfrm>
        </p:spPr>
        <p:txBody>
          <a:bodyPr/>
          <a:lstStyle/>
          <a:p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 사용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DD6CF3-8CD7-FC15-4127-BBD198F72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0CC7068-6DE4-39B6-F8FA-DA2A5DA073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3375196"/>
              </p:ext>
            </p:extLst>
          </p:nvPr>
        </p:nvGraphicFramePr>
        <p:xfrm>
          <a:off x="4105165" y="306365"/>
          <a:ext cx="7463600" cy="62452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168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1924177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45255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52245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W, A, S, D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[W], [A], [S], [D]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W: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앞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, A: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왼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, S: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뒤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, D: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우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걷기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(Walk)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1121"/>
                  </a:ext>
                </a:extLst>
              </a:tr>
              <a:tr h="52245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Shift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[W], [A], [S], [D] + [Shift]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방향으로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달리기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(Run)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039341"/>
                  </a:ext>
                </a:extLst>
              </a:tr>
              <a:tr h="31347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Space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[Space]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점프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(Jump)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4942450"/>
                  </a:ext>
                </a:extLst>
              </a:tr>
              <a:tr h="313473"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Ctrl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[Ctrl]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웅크리기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DuckDown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99296"/>
                  </a:ext>
                </a:extLst>
              </a:tr>
              <a:tr h="52245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[W], [A], [S], [D] + [Ctrl]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방향으로 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웅크린 채 걷기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DuckDownWalk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149395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Z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[Z]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인벤토리 열기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닫기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95337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[C]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인벤토리 열린 상태에서 옆으로 한 칸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637918"/>
                  </a:ext>
                </a:extLst>
              </a:tr>
              <a:tr h="52245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V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[V]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 들고 있는 도구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/</a:t>
                      </a: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인벤토리에서 선택된 자원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버리기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014760"/>
                  </a:ext>
                </a:extLst>
              </a:tr>
              <a:tr h="52245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[E]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아이템 줍기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상호작용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990798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[T]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마이크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온오프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446778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손에 든 도구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6047699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(Scan)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반경 내 아이템 유무 확인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반경 내 몬스터 정보 확인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33097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 한 칸 위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아래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(Up/Down)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의 슬롯이 선택됨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해당 슬롯의 도구 들기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6421477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166778"/>
                  </a:ext>
                </a:extLst>
              </a:tr>
              <a:tr h="318606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마우스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플레이어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인칭 카메라 각도 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909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130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8B881-0B54-7D79-0652-0C30DA3D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  <a:r>
              <a:rPr lang="en-US" altLang="ko-KR" dirty="0"/>
              <a:t>_</a:t>
            </a:r>
            <a:r>
              <a:rPr lang="ko-KR" altLang="en-US" dirty="0"/>
              <a:t>플레이어 사망 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3592A8-19FA-5543-4E1D-629165675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D3ECC-459A-50AE-0FBA-7BB4CBA0A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91CFC26-D17E-F882-AC79-424C47737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268832"/>
              </p:ext>
            </p:extLst>
          </p:nvPr>
        </p:nvGraphicFramePr>
        <p:xfrm>
          <a:off x="4105165" y="2371150"/>
          <a:ext cx="7463600" cy="14130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168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1924177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45255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살아있는 팀원이 두 명 이상일 때 유효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좌클릭으로 현재 관전 중인 팀원 외 다른 팀원 관전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295288"/>
                  </a:ext>
                </a:extLst>
              </a:tr>
              <a:tr h="318606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], HOLD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함선 강제 출발 투표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416045"/>
                  </a:ext>
                </a:extLst>
              </a:tr>
              <a:tr h="318606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마우스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플레이어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인칭 카메라 각도 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2018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772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B1D133-AB1F-318E-AD23-241D4C86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147F53EE-5E66-3772-32B9-D42BA16D8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6461760" cy="535531"/>
          </a:xfrm>
        </p:spPr>
        <p:txBody>
          <a:bodyPr wrap="square">
            <a:spAutoFit/>
          </a:bodyPr>
          <a:lstStyle/>
          <a:p>
            <a:r>
              <a:rPr lang="ko-KR" altLang="en-US" dirty="0"/>
              <a:t>카메라</a:t>
            </a:r>
            <a:r>
              <a:rPr lang="en-US" altLang="ko-KR" dirty="0"/>
              <a:t>	- </a:t>
            </a:r>
            <a:r>
              <a:rPr lang="ko-KR" altLang="en-US" dirty="0"/>
              <a:t>플레이어 사망 시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9D9739-BE7A-B54C-DA52-5BC246185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z="1800" dirty="0"/>
              <a:t>유저 사망 시</a:t>
            </a:r>
            <a:r>
              <a:rPr lang="en-US" altLang="ko-KR" sz="1800" dirty="0"/>
              <a:t>, </a:t>
            </a:r>
            <a:r>
              <a:rPr lang="ko-KR" altLang="en-US" sz="1800" dirty="0"/>
              <a:t>다른 살아남은 유저가 있을 때</a:t>
            </a:r>
            <a:endParaRPr lang="en-US" altLang="ko-KR" sz="1800" dirty="0"/>
          </a:p>
          <a:p>
            <a:r>
              <a:rPr lang="en-US" altLang="ko-KR" sz="1800" b="1" dirty="0"/>
              <a:t>3</a:t>
            </a:r>
            <a:r>
              <a:rPr lang="ko-KR" altLang="en-US" sz="1800" b="1" dirty="0"/>
              <a:t>인칭</a:t>
            </a:r>
            <a:endParaRPr lang="en-US" altLang="ko-KR" sz="1800" b="1" dirty="0"/>
          </a:p>
          <a:p>
            <a:pPr marL="457200" lvl="1" indent="0">
              <a:buNone/>
            </a:pPr>
            <a:r>
              <a:rPr lang="ko-KR" altLang="en-US" sz="1600" dirty="0"/>
              <a:t>다른 유저를 관전할 수 있다</a:t>
            </a:r>
            <a:r>
              <a:rPr lang="en-US" altLang="ko-KR" sz="1600" dirty="0"/>
              <a:t>.</a:t>
            </a:r>
          </a:p>
          <a:p>
            <a:pPr marL="457200" lvl="1" indent="0">
              <a:buNone/>
            </a:pPr>
            <a:r>
              <a:rPr lang="ko-KR" altLang="en-US" sz="1600" dirty="0"/>
              <a:t>마우스를 움직여 다른 방향을 볼 수 있다</a:t>
            </a:r>
            <a:r>
              <a:rPr lang="en-US" altLang="ko-KR" sz="1600" dirty="0"/>
              <a:t>.</a:t>
            </a:r>
          </a:p>
          <a:p>
            <a:pPr marL="457200" lvl="1" indent="0">
              <a:buNone/>
            </a:pPr>
            <a:endParaRPr lang="en-US" altLang="ko-KR" sz="16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가능한 조작</a:t>
            </a:r>
            <a:endParaRPr lang="en-US" altLang="ko-KR" sz="1800" dirty="0"/>
          </a:p>
          <a:p>
            <a:pPr marL="457200" lvl="1" indent="0">
              <a:buNone/>
            </a:pPr>
            <a:r>
              <a:rPr lang="ko-KR" altLang="en-US" sz="1600" dirty="0" err="1"/>
              <a:t>좌클릭</a:t>
            </a:r>
            <a:r>
              <a:rPr lang="en-US" altLang="ko-KR" sz="1600" dirty="0"/>
              <a:t>(LMB) : </a:t>
            </a:r>
            <a:r>
              <a:rPr lang="ko-KR" altLang="en-US" sz="1600" dirty="0"/>
              <a:t>현재 관전 중인 유저 외의 다른 유저를 볼 수 있다</a:t>
            </a:r>
            <a:r>
              <a:rPr lang="en-US" altLang="ko-KR" sz="1600" dirty="0"/>
              <a:t>. </a:t>
            </a:r>
            <a:r>
              <a:rPr lang="ko-KR" altLang="en-US" sz="1600" dirty="0"/>
              <a:t>생존한 유저가 </a:t>
            </a:r>
            <a:r>
              <a:rPr lang="en-US" altLang="ko-KR" sz="1600" dirty="0"/>
              <a:t>2</a:t>
            </a:r>
            <a:r>
              <a:rPr lang="ko-KR" altLang="en-US" sz="1600" dirty="0"/>
              <a:t>명 이상일 때 유효하다</a:t>
            </a:r>
            <a:r>
              <a:rPr lang="en-US" altLang="ko-KR" sz="1600" dirty="0"/>
              <a:t>.</a:t>
            </a:r>
          </a:p>
          <a:p>
            <a:pPr marL="457200" lvl="1" indent="0">
              <a:buNone/>
            </a:pPr>
            <a:r>
              <a:rPr lang="ko-KR" altLang="en-US" sz="1600" dirty="0" err="1"/>
              <a:t>우클릭</a:t>
            </a:r>
            <a:r>
              <a:rPr lang="en-US" altLang="ko-KR" sz="1600" dirty="0"/>
              <a:t>(RMB) : </a:t>
            </a:r>
            <a:r>
              <a:rPr lang="ko-KR" altLang="en-US" sz="1600" dirty="0"/>
              <a:t>꾹 눌러서</a:t>
            </a:r>
            <a:r>
              <a:rPr lang="en-US" altLang="ko-KR" sz="1600" dirty="0"/>
              <a:t>(Hold</a:t>
            </a:r>
            <a:r>
              <a:rPr lang="ko-KR" altLang="en-US" sz="1600" dirty="0"/>
              <a:t>해서</a:t>
            </a:r>
            <a:r>
              <a:rPr lang="en-US" altLang="ko-KR" sz="1600" dirty="0"/>
              <a:t>) </a:t>
            </a:r>
            <a:r>
              <a:rPr lang="ko-KR" altLang="en-US" sz="1600" dirty="0"/>
              <a:t>함선을 먼저 출발시킬 지에 대해 투표할 수 있다</a:t>
            </a:r>
            <a:r>
              <a:rPr lang="en-US" altLang="ko-KR" sz="1600" dirty="0"/>
              <a:t>. </a:t>
            </a:r>
            <a:r>
              <a:rPr lang="ko-KR" altLang="en-US" sz="1600" dirty="0"/>
              <a:t>생존한 유저가 있을 시에 유효하다</a:t>
            </a:r>
            <a:r>
              <a:rPr lang="en-US" altLang="ko-KR" sz="1600" dirty="0"/>
              <a:t>. (</a:t>
            </a:r>
            <a:r>
              <a:rPr lang="ko-KR" altLang="en-US" sz="1600" dirty="0"/>
              <a:t>모두 죽으면 바로 게임 오버이기 때문에</a:t>
            </a:r>
            <a:r>
              <a:rPr lang="en-US" altLang="ko-KR" sz="1600" dirty="0"/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22F080-61FB-EFFC-ACFB-5CEB3843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FAE4692E-832B-A4D7-09CE-954E85577B61}"/>
              </a:ext>
            </a:extLst>
          </p:cNvPr>
          <p:cNvGrpSpPr/>
          <p:nvPr/>
        </p:nvGrpSpPr>
        <p:grpSpPr>
          <a:xfrm>
            <a:off x="1198880" y="1548013"/>
            <a:ext cx="9183195" cy="3332907"/>
            <a:chOff x="2946400" y="571501"/>
            <a:chExt cx="9183195" cy="3332907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99B31182-754C-E83E-F3AD-502CF8609BFE}"/>
                </a:ext>
              </a:extLst>
            </p:cNvPr>
            <p:cNvGrpSpPr/>
            <p:nvPr/>
          </p:nvGrpSpPr>
          <p:grpSpPr>
            <a:xfrm>
              <a:off x="2946400" y="571501"/>
              <a:ext cx="9165786" cy="3332907"/>
              <a:chOff x="2946400" y="571501"/>
              <a:chExt cx="9165786" cy="3332907"/>
            </a:xfrm>
          </p:grpSpPr>
          <p:pic>
            <p:nvPicPr>
              <p:cNvPr id="15" name="그림 14" descr="만화 영화, 스크린샷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46D3EDB-EC68-494C-60D6-7A6DCA8FB4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46901" y="1204408"/>
                <a:ext cx="4799998" cy="2700000"/>
              </a:xfrm>
              <a:prstGeom prst="rect">
                <a:avLst/>
              </a:prstGeom>
            </p:spPr>
          </p:pic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9533594C-9245-B7F5-E313-F33040BB4F64}"/>
                  </a:ext>
                </a:extLst>
              </p:cNvPr>
              <p:cNvSpPr/>
              <p:nvPr/>
            </p:nvSpPr>
            <p:spPr>
              <a:xfrm>
                <a:off x="7897091" y="1524000"/>
                <a:ext cx="1228436" cy="45958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9" name="그림 18" descr="만화 영화, 스크린샷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D54F83D0-F0F1-D2CA-2E50-545B0475FD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366" t="13738" r="5085" b="71379"/>
              <a:stretch>
                <a:fillRect/>
              </a:stretch>
            </p:blipFill>
            <p:spPr>
              <a:xfrm>
                <a:off x="9495986" y="1754982"/>
                <a:ext cx="2616200" cy="85725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</p:pic>
          <p:cxnSp>
            <p:nvCxnSpPr>
              <p:cNvPr id="22" name="직선 연결선 21">
                <a:extLst>
                  <a:ext uri="{FF2B5EF4-FFF2-40B4-BE49-F238E27FC236}">
                    <a16:creationId xmlns:a16="http://schemas.microsoft.com/office/drawing/2014/main" id="{940154EC-967F-7518-F685-5B31132669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5527" y="1524000"/>
                <a:ext cx="349467" cy="221457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직선 연결선 22">
                <a:extLst>
                  <a:ext uri="{FF2B5EF4-FFF2-40B4-BE49-F238E27FC236}">
                    <a16:creationId xmlns:a16="http://schemas.microsoft.com/office/drawing/2014/main" id="{0B1ED849-8464-37EA-4F91-B2A363D8C1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5527" y="1983581"/>
                <a:ext cx="349467" cy="647777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E388168F-418F-0903-8986-5FF112EB2276}"/>
                  </a:ext>
                </a:extLst>
              </p:cNvPr>
              <p:cNvSpPr/>
              <p:nvPr/>
            </p:nvSpPr>
            <p:spPr>
              <a:xfrm>
                <a:off x="4763511" y="1599648"/>
                <a:ext cx="691139" cy="45958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F9CF5901-2A4E-47A8-DCB4-37AD81E84D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25950" y="1829438"/>
                <a:ext cx="337561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F424CF8-DEEC-8D12-48BA-46B8A7431579}"/>
                  </a:ext>
                </a:extLst>
              </p:cNvPr>
              <p:cNvSpPr txBox="1"/>
              <p:nvPr/>
            </p:nvSpPr>
            <p:spPr>
              <a:xfrm>
                <a:off x="2946400" y="1508366"/>
                <a:ext cx="1472406" cy="600164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100" dirty="0"/>
                  <a:t>사망한 유저 정보</a:t>
                </a:r>
                <a:endParaRPr lang="en-US" altLang="ko-KR" sz="1100" dirty="0"/>
              </a:p>
              <a:p>
                <a:pPr algn="r"/>
                <a:r>
                  <a:rPr lang="en-US" altLang="ko-KR" sz="1100" dirty="0"/>
                  <a:t>(</a:t>
                </a:r>
                <a:r>
                  <a:rPr lang="ko-KR" altLang="en-US" sz="1100" dirty="0"/>
                  <a:t>스팀 프로필</a:t>
                </a:r>
                <a:r>
                  <a:rPr lang="en-US" altLang="ko-KR" sz="1100" dirty="0"/>
                  <a:t>, </a:t>
                </a:r>
                <a:r>
                  <a:rPr lang="ko-KR" altLang="en-US" sz="1100" dirty="0"/>
                  <a:t>닉네임</a:t>
                </a:r>
                <a:r>
                  <a:rPr lang="en-US" altLang="ko-KR" sz="1100" dirty="0"/>
                  <a:t>, </a:t>
                </a:r>
              </a:p>
              <a:p>
                <a:pPr algn="r"/>
                <a:r>
                  <a:rPr lang="ko-KR" altLang="en-US" sz="1100" dirty="0"/>
                  <a:t>마이크 활성화 여부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604A757-8F19-D639-17E0-B73B9EFE5754}"/>
                  </a:ext>
                </a:extLst>
              </p:cNvPr>
              <p:cNvSpPr/>
              <p:nvPr/>
            </p:nvSpPr>
            <p:spPr>
              <a:xfrm>
                <a:off x="6198453" y="1347849"/>
                <a:ext cx="1496893" cy="17599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37" name="직선 연결선 36">
                <a:extLst>
                  <a:ext uri="{FF2B5EF4-FFF2-40B4-BE49-F238E27FC236}">
                    <a16:creationId xmlns:a16="http://schemas.microsoft.com/office/drawing/2014/main" id="{D7EA1B63-0A4E-1159-056A-193AE8FBF9B4}"/>
                  </a:ext>
                </a:extLst>
              </p:cNvPr>
              <p:cNvCxnSpPr>
                <a:cxnSpLocks/>
                <a:stCxn id="36" idx="0"/>
                <a:endCxn id="41" idx="2"/>
              </p:cNvCxnSpPr>
              <p:nvPr/>
            </p:nvCxnSpPr>
            <p:spPr>
              <a:xfrm flipV="1">
                <a:off x="6946900" y="1002388"/>
                <a:ext cx="988442" cy="34546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E36B63F-3EFF-E9BF-50A4-FF9597875728}"/>
                  </a:ext>
                </a:extLst>
              </p:cNvPr>
              <p:cNvSpPr txBox="1"/>
              <p:nvPr/>
            </p:nvSpPr>
            <p:spPr>
              <a:xfrm>
                <a:off x="6855843" y="571501"/>
                <a:ext cx="2158998" cy="430887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관전 중인 유저 닉네임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>
                    <a:solidFill>
                      <a:srgbClr val="FF0000"/>
                    </a:solidFill>
                  </a:rPr>
                  <a:t>( Spectating : 000 )</a:t>
                </a:r>
                <a:endParaRPr lang="ko-KR" altLang="en-US" sz="11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EAF53A4-69F5-6DF9-F1A6-45D7F0547313}"/>
                </a:ext>
              </a:extLst>
            </p:cNvPr>
            <p:cNvSpPr txBox="1"/>
            <p:nvPr/>
          </p:nvSpPr>
          <p:spPr>
            <a:xfrm>
              <a:off x="10052049" y="1745457"/>
              <a:ext cx="2016125" cy="784830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Tell </a:t>
              </a:r>
              <a:r>
                <a:rPr lang="en-US" altLang="ko-KR" sz="900" b="1" dirty="0">
                  <a:solidFill>
                    <a:schemeClr val="bg1"/>
                  </a:solidFill>
                </a:rPr>
                <a:t>autopilot</a:t>
              </a:r>
              <a:r>
                <a:rPr lang="en-US" altLang="ko-KR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ship to leave early</a:t>
              </a:r>
            </a:p>
            <a:p>
              <a:pPr algn="r"/>
              <a:r>
                <a:rPr lang="en-US" altLang="ko-KR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[ RMB ] (Hold)</a:t>
              </a:r>
            </a:p>
            <a:p>
              <a:pPr algn="r"/>
              <a:endParaRPr lang="en-US" altLang="ko-KR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r"/>
              <a:endParaRPr lang="en-US" altLang="ko-KR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r"/>
              <a:r>
                <a:rPr lang="en-US" altLang="ko-KR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(0/1 vote)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A25577A-443C-64C8-4617-B3C61AE6D3B0}"/>
                </a:ext>
              </a:extLst>
            </p:cNvPr>
            <p:cNvSpPr txBox="1"/>
            <p:nvPr/>
          </p:nvSpPr>
          <p:spPr>
            <a:xfrm>
              <a:off x="9474995" y="2631358"/>
              <a:ext cx="2654600" cy="43088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함선을 먼저 출발시킬 것인지에 대한 투표</a:t>
              </a:r>
            </a:p>
          </p:txBody>
        </p:sp>
      </p:grpSp>
      <p:pic>
        <p:nvPicPr>
          <p:cNvPr id="6" name="그림 5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4F4EE1-2C39-7D6A-F7E1-CF1C1831CC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21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63F933-850B-81C5-73C9-A8EF8411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7216D0-4CBA-DDA6-89CE-EA6E28BA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행성을 한 번 갈 때마다 하루가 지난다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상인에게 방문할 때는 하루가 지나지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DD256-F343-0F37-0AD4-BC811E01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9E70C64-895D-9EBC-E052-F8BD334CD5F2}"/>
              </a:ext>
            </a:extLst>
          </p:cNvPr>
          <p:cNvGrpSpPr/>
          <p:nvPr/>
        </p:nvGrpSpPr>
        <p:grpSpPr>
          <a:xfrm>
            <a:off x="3577964" y="2755706"/>
            <a:ext cx="4770126" cy="2069584"/>
            <a:chOff x="692150" y="4325852"/>
            <a:chExt cx="4770126" cy="2069584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DA1D388-259E-6280-2344-2864B74DFE6C}"/>
                </a:ext>
              </a:extLst>
            </p:cNvPr>
            <p:cNvSpPr/>
            <p:nvPr/>
          </p:nvSpPr>
          <p:spPr>
            <a:xfrm>
              <a:off x="692150" y="4595157"/>
              <a:ext cx="2886075" cy="927466"/>
            </a:xfrm>
            <a:prstGeom prst="rect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4C4A481-3D81-C02D-7254-41E610ACD529}"/>
                </a:ext>
              </a:extLst>
            </p:cNvPr>
            <p:cNvSpPr/>
            <p:nvPr/>
          </p:nvSpPr>
          <p:spPr>
            <a:xfrm>
              <a:off x="79375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1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F8D8BEE-918E-595E-EBD0-759B2F4ED9BF}"/>
                </a:ext>
              </a:extLst>
            </p:cNvPr>
            <p:cNvSpPr/>
            <p:nvPr/>
          </p:nvSpPr>
          <p:spPr>
            <a:xfrm>
              <a:off x="175577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2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E162CBFC-9292-6B96-775E-06127275646C}"/>
                </a:ext>
              </a:extLst>
            </p:cNvPr>
            <p:cNvSpPr/>
            <p:nvPr/>
          </p:nvSpPr>
          <p:spPr>
            <a:xfrm>
              <a:off x="271780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3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B4C8ADBA-F8C1-395E-B123-68C40D6294E6}"/>
                </a:ext>
              </a:extLst>
            </p:cNvPr>
            <p:cNvSpPr/>
            <p:nvPr/>
          </p:nvSpPr>
          <p:spPr>
            <a:xfrm>
              <a:off x="367982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마감일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2D3BBE89-1A2C-0DDB-E4BA-4FB37162A7BA}"/>
                </a:ext>
              </a:extLst>
            </p:cNvPr>
            <p:cNvCxnSpPr>
              <a:cxnSpLocks/>
              <a:stCxn id="8" idx="4"/>
            </p:cNvCxnSpPr>
            <p:nvPr/>
          </p:nvCxnSpPr>
          <p:spPr>
            <a:xfrm>
              <a:off x="2155825" y="5458939"/>
              <a:ext cx="0" cy="42513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0BDB291F-55A0-EB27-8134-8DF42C1BF0D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>
              <a:off x="3117850" y="5458939"/>
              <a:ext cx="0" cy="304242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74EADD35-C610-F78A-54BA-8595B19F489E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1193800" y="5458939"/>
              <a:ext cx="0" cy="29360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07708795-0591-90A2-413E-BA15EE2D2E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3479" y="5752542"/>
              <a:ext cx="1944000" cy="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C686277-E420-4025-5B3B-B32233C605E2}"/>
                </a:ext>
              </a:extLst>
            </p:cNvPr>
            <p:cNvSpPr txBox="1"/>
            <p:nvPr/>
          </p:nvSpPr>
          <p:spPr>
            <a:xfrm>
              <a:off x="1132144" y="5879910"/>
              <a:ext cx="2046670" cy="430887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행성에서 자원을 수집하거나</a:t>
              </a:r>
              <a:endParaRPr lang="en-US" altLang="ko-KR" sz="1100" dirty="0"/>
            </a:p>
            <a:p>
              <a:pPr algn="ctr"/>
              <a:r>
                <a:rPr lang="ko-KR" altLang="en-US" sz="1100" dirty="0"/>
                <a:t>모은 자원을 판매할 수 있다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73754D-2B03-0951-740A-B9AAD6C5187C}"/>
                </a:ext>
              </a:extLst>
            </p:cNvPr>
            <p:cNvSpPr txBox="1"/>
            <p:nvPr/>
          </p:nvSpPr>
          <p:spPr>
            <a:xfrm>
              <a:off x="976630" y="4325852"/>
              <a:ext cx="2317114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/>
                <a:t>&lt; 3</a:t>
              </a:r>
              <a:r>
                <a:rPr lang="ko-KR" altLang="en-US" sz="1200" b="1" dirty="0"/>
                <a:t>일 간</a:t>
              </a:r>
              <a:r>
                <a:rPr lang="en-US" altLang="ko-KR" sz="1200" b="1" dirty="0"/>
                <a:t> </a:t>
              </a:r>
              <a:r>
                <a:rPr lang="ko-KR" altLang="en-US" sz="1200" b="1" dirty="0"/>
                <a:t>할당량</a:t>
              </a:r>
              <a:r>
                <a:rPr lang="en-US" altLang="ko-KR" sz="1200" b="1" dirty="0"/>
                <a:t> ???</a:t>
              </a:r>
              <a:r>
                <a:rPr lang="ko-KR" altLang="en-US" sz="1200" b="1" dirty="0"/>
                <a:t>달러 </a:t>
              </a:r>
              <a:r>
                <a:rPr lang="en-US" altLang="ko-KR" sz="1200" b="1" dirty="0"/>
                <a:t>&gt;</a:t>
              </a:r>
            </a:p>
          </p:txBody>
        </p: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3D56A046-DB3B-0DAC-1F91-1BFF917AFCAC}"/>
                </a:ext>
              </a:extLst>
            </p:cNvPr>
            <p:cNvCxnSpPr>
              <a:cxnSpLocks/>
              <a:stCxn id="10" idx="4"/>
              <a:endCxn id="18" idx="0"/>
            </p:cNvCxnSpPr>
            <p:nvPr/>
          </p:nvCxnSpPr>
          <p:spPr>
            <a:xfrm>
              <a:off x="4079875" y="5458939"/>
              <a:ext cx="491176" cy="33633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C55A31F-DF32-1AC6-337E-2B8177CBA284}"/>
                </a:ext>
              </a:extLst>
            </p:cNvPr>
            <p:cNvSpPr txBox="1"/>
            <p:nvPr/>
          </p:nvSpPr>
          <p:spPr>
            <a:xfrm>
              <a:off x="3679826" y="5795272"/>
              <a:ext cx="1782450" cy="600164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할당량을 마련해야 한다</a:t>
              </a:r>
              <a:r>
                <a:rPr lang="en-US" altLang="ko-KR" sz="1100" dirty="0"/>
                <a:t>.</a:t>
              </a:r>
            </a:p>
            <a:p>
              <a:pPr algn="ctr"/>
              <a:r>
                <a:rPr lang="ko-KR" altLang="en-US" sz="1100" dirty="0"/>
                <a:t>마감일에는 행성에는 갈 수 없다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5844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91F70-8BC4-B0D0-D19F-8F8EDEEA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D0D99F-7266-92C3-FFD6-D004AEB79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</a:t>
            </a:r>
            <a:r>
              <a:rPr lang="en-US" altLang="ko-KR" dirty="0"/>
              <a:t>	-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6B8DEA-1EDA-4110-C3B6-EF0477FF5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274702-2844-0732-B077-BA01F8B9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7FFD028-5528-7CBB-B261-3BD223067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715409"/>
              </p:ext>
            </p:extLst>
          </p:nvPr>
        </p:nvGraphicFramePr>
        <p:xfrm>
          <a:off x="1585843" y="1098968"/>
          <a:ext cx="8918828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367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867429">
                  <a:extLst>
                    <a:ext uri="{9D8B030D-6E8A-4147-A177-3AD203B41FA5}">
                      <a16:colId xmlns:a16="http://schemas.microsoft.com/office/drawing/2014/main" val="752755729"/>
                    </a:ext>
                  </a:extLst>
                </a:gridCol>
                <a:gridCol w="867429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386603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≦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 :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플레이어 사망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스태미나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달릴 때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점프할 때 소모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무게에 비례해 소모량이 증가함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나중에 추가 설명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715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이동 속도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달리기 속도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075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최대 인벤토리 무게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(kg)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831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현재 인벤토리 무게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(kg)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플레이어의 현재 인벤토리 무게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49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19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77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1413C-AF46-EC38-7699-9C73617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</a:t>
            </a:r>
            <a:r>
              <a:rPr lang="en-US" altLang="ko-KR" dirty="0"/>
              <a:t>	- </a:t>
            </a:r>
            <a:r>
              <a:rPr lang="ko-KR" altLang="en-US" dirty="0"/>
              <a:t>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51DD6E-6000-C9A3-897A-A0C57B7BE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37D255-F094-8FC4-AD27-E1ED2060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9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E151FBD-2681-A3F8-6670-773D3EBFD1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607420"/>
              </p:ext>
            </p:extLst>
          </p:nvPr>
        </p:nvGraphicFramePr>
        <p:xfrm>
          <a:off x="3010686" y="1040548"/>
          <a:ext cx="614216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016">
                  <a:extLst>
                    <a:ext uri="{9D8B030D-6E8A-4147-A177-3AD203B41FA5}">
                      <a16:colId xmlns:a16="http://schemas.microsoft.com/office/drawing/2014/main" val="540027138"/>
                    </a:ext>
                  </a:extLst>
                </a:gridCol>
                <a:gridCol w="1616392">
                  <a:extLst>
                    <a:ext uri="{9D8B030D-6E8A-4147-A177-3AD203B41FA5}">
                      <a16:colId xmlns:a16="http://schemas.microsoft.com/office/drawing/2014/main" val="1754040923"/>
                    </a:ext>
                  </a:extLst>
                </a:gridCol>
                <a:gridCol w="2182760">
                  <a:extLst>
                    <a:ext uri="{9D8B030D-6E8A-4147-A177-3AD203B41FA5}">
                      <a16:colId xmlns:a16="http://schemas.microsoft.com/office/drawing/2014/main" val="23659548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상태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 (state)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상태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600" b="1" dirty="0" err="1">
                          <a:solidFill>
                            <a:schemeClr val="tx1"/>
                          </a:solidFill>
                        </a:rPr>
                        <a:t>한글명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7304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518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Walk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걷기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94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달리기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초당 스태미나 소모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385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Jump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점프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회당 스태미나 소모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868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DuckDown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웅크리기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886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DuckDownWalk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웅크린 채 걷기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036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Stun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기절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743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Hit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피격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57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Dead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사망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57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Attack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공격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060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상호작용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524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PickUp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아이템 줍기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7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8156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1A2C0-B4E1-5405-29FB-E8FDA664D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아이템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8EE0B6-7773-AEE8-9B15-51E126328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자원</a:t>
            </a:r>
            <a:endParaRPr lang="en-US" altLang="ko-KR" b="1" dirty="0"/>
          </a:p>
          <a:p>
            <a:pPr>
              <a:buFontTx/>
              <a:buChar char="-"/>
            </a:pPr>
            <a:r>
              <a:rPr lang="ko-KR" altLang="en-US" dirty="0" err="1"/>
              <a:t>맵에서</a:t>
            </a:r>
            <a:r>
              <a:rPr lang="ko-KR" altLang="en-US" dirty="0"/>
              <a:t> 수집 가능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판매하여 돈을 벌 수 있는 아이템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 err="1"/>
              <a:t>스탯</a:t>
            </a:r>
            <a:r>
              <a:rPr lang="en-US" altLang="ko-KR" dirty="0"/>
              <a:t>: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가격</a:t>
            </a:r>
            <a:r>
              <a:rPr lang="en-US" altLang="ko-KR" dirty="0"/>
              <a:t>, </a:t>
            </a:r>
            <a:r>
              <a:rPr lang="ko-KR" altLang="en-US" dirty="0"/>
              <a:t>무게</a:t>
            </a: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도구</a:t>
            </a:r>
            <a:endParaRPr lang="en-US" altLang="ko-KR" b="1" dirty="0"/>
          </a:p>
          <a:p>
            <a:pPr>
              <a:buFontTx/>
              <a:buChar char="-"/>
            </a:pPr>
            <a:r>
              <a:rPr lang="ko-KR" altLang="en-US" dirty="0"/>
              <a:t>플레이어가 사용하는 아이템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(ex.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손전등 등</a:t>
            </a:r>
            <a:r>
              <a:rPr lang="en-US" altLang="ko-KR" dirty="0"/>
              <a:t>)</a:t>
            </a:r>
          </a:p>
          <a:p>
            <a:pPr>
              <a:buFontTx/>
              <a:buChar char="-"/>
            </a:pPr>
            <a:r>
              <a:rPr lang="ko-KR" altLang="en-US" dirty="0"/>
              <a:t>상점에서 구매 가능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판매 불가능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ADD0DA-23F1-BA2B-4F61-DB1C23620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10</a:t>
            </a:fld>
            <a:endParaRPr lang="ko-KR" altLang="en-US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E8EEDE3-7FFB-9254-ED88-E97A3FACE2D0}"/>
              </a:ext>
            </a:extLst>
          </p:cNvPr>
          <p:cNvGrpSpPr/>
          <p:nvPr/>
        </p:nvGrpSpPr>
        <p:grpSpPr>
          <a:xfrm>
            <a:off x="5184404" y="1513673"/>
            <a:ext cx="6638141" cy="3830653"/>
            <a:chOff x="5184404" y="953655"/>
            <a:chExt cx="6638141" cy="383065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467780C-335C-DA5F-E5DC-8EEFCC2A3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49007" y="953655"/>
              <a:ext cx="6573538" cy="3697614"/>
            </a:xfrm>
            <a:prstGeom prst="rect">
              <a:avLst/>
            </a:prstGeom>
          </p:spPr>
        </p:pic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499D319-6B29-81B2-FB11-7B4D2228AC96}"/>
                </a:ext>
              </a:extLst>
            </p:cNvPr>
            <p:cNvSpPr/>
            <p:nvPr/>
          </p:nvSpPr>
          <p:spPr>
            <a:xfrm>
              <a:off x="7860579" y="2043103"/>
              <a:ext cx="2003858" cy="127857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AA5CF97-0B90-E9DE-4056-4C5E6E8A5F89}"/>
                </a:ext>
              </a:extLst>
            </p:cNvPr>
            <p:cNvCxnSpPr>
              <a:cxnSpLocks/>
              <a:stCxn id="7" idx="6"/>
              <a:endCxn id="9" idx="1"/>
            </p:cNvCxnSpPr>
            <p:nvPr/>
          </p:nvCxnSpPr>
          <p:spPr>
            <a:xfrm>
              <a:off x="9864437" y="2682389"/>
              <a:ext cx="498764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0950605-FBC2-5E1A-E0E2-D6A6F3447C3B}"/>
                </a:ext>
              </a:extLst>
            </p:cNvPr>
            <p:cNvSpPr txBox="1"/>
            <p:nvPr/>
          </p:nvSpPr>
          <p:spPr>
            <a:xfrm>
              <a:off x="10363201" y="2497723"/>
              <a:ext cx="692226" cy="36933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>
                  <a:solidFill>
                    <a:schemeClr val="bg1"/>
                  </a:solidFill>
                </a:rPr>
                <a:t>자원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5290EBBE-A10E-C5CC-BF28-8A37E44E2020}"/>
                </a:ext>
              </a:extLst>
            </p:cNvPr>
            <p:cNvGrpSpPr/>
            <p:nvPr/>
          </p:nvGrpSpPr>
          <p:grpSpPr>
            <a:xfrm>
              <a:off x="5184404" y="2414872"/>
              <a:ext cx="2617902" cy="2369436"/>
              <a:chOff x="8301408" y="2241756"/>
              <a:chExt cx="2617902" cy="2369436"/>
            </a:xfrm>
          </p:grpSpPr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4FBFDEDD-1206-08A6-C1B6-95720593CC0C}"/>
                  </a:ext>
                </a:extLst>
              </p:cNvPr>
              <p:cNvSpPr/>
              <p:nvPr/>
            </p:nvSpPr>
            <p:spPr>
              <a:xfrm rot="16200000">
                <a:off x="8034306" y="2508858"/>
                <a:ext cx="2369436" cy="1835231"/>
              </a:xfrm>
              <a:prstGeom prst="ellipse">
                <a:avLst/>
              </a:prstGeom>
              <a:noFill/>
              <a:ln w="28575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19AEF7A0-E63D-F7C3-EA0B-CBFFA2D99BF4}"/>
                  </a:ext>
                </a:extLst>
              </p:cNvPr>
              <p:cNvCxnSpPr>
                <a:cxnSpLocks/>
                <a:stCxn id="25" idx="4"/>
                <a:endCxn id="27" idx="2"/>
              </p:cNvCxnSpPr>
              <p:nvPr/>
            </p:nvCxnSpPr>
            <p:spPr>
              <a:xfrm flipV="1">
                <a:off x="10136640" y="2878605"/>
                <a:ext cx="383559" cy="547869"/>
              </a:xfrm>
              <a:prstGeom prst="line">
                <a:avLst/>
              </a:prstGeom>
              <a:ln w="28575"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40A557-CE46-D6EF-9FED-2687499DECB7}"/>
                  </a:ext>
                </a:extLst>
              </p:cNvPr>
              <p:cNvSpPr txBox="1"/>
              <p:nvPr/>
            </p:nvSpPr>
            <p:spPr>
              <a:xfrm>
                <a:off x="10121088" y="2509273"/>
                <a:ext cx="798222" cy="369332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>
                    <a:solidFill>
                      <a:schemeClr val="bg1"/>
                    </a:solidFill>
                  </a:rPr>
                  <a:t>도구</a:t>
                </a:r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20601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78FB6-A5AA-5C17-096E-D7A861266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36949D-ABC3-0AB3-EBB8-EE2CA78E9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5849BA-BA0E-AD44-46B3-1ACDE0C4F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11</a:t>
            </a:fld>
            <a:endParaRPr lang="ko-KR" altLang="en-US"/>
          </a:p>
        </p:txBody>
      </p: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2D385D39-F4DE-A789-3256-373DC26CA09F}"/>
              </a:ext>
            </a:extLst>
          </p:cNvPr>
          <p:cNvGrpSpPr/>
          <p:nvPr/>
        </p:nvGrpSpPr>
        <p:grpSpPr>
          <a:xfrm>
            <a:off x="3215999" y="1809000"/>
            <a:ext cx="5760001" cy="3377314"/>
            <a:chOff x="3215999" y="1809000"/>
            <a:chExt cx="5760001" cy="3377314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9144C557-5DAD-5C15-D64A-5C953D9D00F9}"/>
                </a:ext>
              </a:extLst>
            </p:cNvPr>
            <p:cNvGrpSpPr/>
            <p:nvPr/>
          </p:nvGrpSpPr>
          <p:grpSpPr>
            <a:xfrm>
              <a:off x="3215999" y="1809000"/>
              <a:ext cx="5760001" cy="3240000"/>
              <a:chOff x="3215999" y="1809000"/>
              <a:chExt cx="5760001" cy="3240000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6B1182E0-B6D7-051C-2CB8-BC34BAD7C40B}"/>
                  </a:ext>
                </a:extLst>
              </p:cNvPr>
              <p:cNvSpPr/>
              <p:nvPr/>
            </p:nvSpPr>
            <p:spPr>
              <a:xfrm>
                <a:off x="3216000" y="1809000"/>
                <a:ext cx="5760000" cy="32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bg1">
                      <a:lumMod val="75000"/>
                      <a:shade val="30000"/>
                      <a:satMod val="115000"/>
                    </a:schemeClr>
                  </a:gs>
                  <a:gs pos="50000">
                    <a:schemeClr val="bg1">
                      <a:lumMod val="75000"/>
                      <a:shade val="67500"/>
                      <a:satMod val="115000"/>
                    </a:schemeClr>
                  </a:gs>
                  <a:gs pos="100000">
                    <a:schemeClr val="bg1">
                      <a:lumMod val="75000"/>
                      <a:shade val="100000"/>
                      <a:satMod val="1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3E47DA72-5F78-DC80-B2C3-901B0C63BCEA}"/>
                  </a:ext>
                </a:extLst>
              </p:cNvPr>
              <p:cNvSpPr/>
              <p:nvPr/>
            </p:nvSpPr>
            <p:spPr>
              <a:xfrm>
                <a:off x="4699819" y="1809000"/>
                <a:ext cx="2792362" cy="1848600"/>
              </a:xfrm>
              <a:prstGeom prst="rect">
                <a:avLst/>
              </a:prstGeom>
              <a:solidFill>
                <a:srgbClr val="7B7B7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사다리꼴 6">
                <a:extLst>
                  <a:ext uri="{FF2B5EF4-FFF2-40B4-BE49-F238E27FC236}">
                    <a16:creationId xmlns:a16="http://schemas.microsoft.com/office/drawing/2014/main" id="{A3614797-1173-914B-5A26-374979EA5141}"/>
                  </a:ext>
                </a:extLst>
              </p:cNvPr>
              <p:cNvSpPr/>
              <p:nvPr/>
            </p:nvSpPr>
            <p:spPr>
              <a:xfrm>
                <a:off x="3216000" y="3657600"/>
                <a:ext cx="5760000" cy="1391400"/>
              </a:xfrm>
              <a:prstGeom prst="trapezoid">
                <a:avLst>
                  <a:gd name="adj" fmla="val 105557"/>
                </a:avLst>
              </a:prstGeom>
              <a:gradFill flip="none" rotWithShape="1">
                <a:gsLst>
                  <a:gs pos="0">
                    <a:schemeClr val="bg1">
                      <a:lumMod val="50000"/>
                      <a:shade val="30000"/>
                      <a:satMod val="115000"/>
                    </a:schemeClr>
                  </a:gs>
                  <a:gs pos="50000">
                    <a:schemeClr val="bg1">
                      <a:lumMod val="50000"/>
                      <a:shade val="67500"/>
                      <a:satMod val="115000"/>
                    </a:schemeClr>
                  </a:gs>
                  <a:gs pos="100000">
                    <a:schemeClr val="bg1">
                      <a:lumMod val="50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8" name="그림 7" descr="텍스트, 실내, 벽, 컴퓨터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901F1F95-310A-D2E0-D311-C55897D3D8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48" t="11352" r="76082" b="62702"/>
              <a:stretch>
                <a:fillRect/>
              </a:stretch>
            </p:blipFill>
            <p:spPr>
              <a:xfrm>
                <a:off x="3363596" y="1919975"/>
                <a:ext cx="784807" cy="70232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9CA61D51-1CFF-D9C5-3296-6FDAEC8082B7}"/>
                  </a:ext>
                </a:extLst>
              </p:cNvPr>
              <p:cNvSpPr/>
              <p:nvPr/>
            </p:nvSpPr>
            <p:spPr>
              <a:xfrm>
                <a:off x="3216000" y="1809000"/>
                <a:ext cx="5760000" cy="3240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06051B63-6AF8-0376-5C00-122A6E0BA675}"/>
                  </a:ext>
                </a:extLst>
              </p:cNvPr>
              <p:cNvGrpSpPr/>
              <p:nvPr/>
            </p:nvGrpSpPr>
            <p:grpSpPr>
              <a:xfrm>
                <a:off x="8487096" y="2477940"/>
                <a:ext cx="405643" cy="1902120"/>
                <a:chOff x="8487099" y="2346123"/>
                <a:chExt cx="405643" cy="1902120"/>
              </a:xfrm>
            </p:grpSpPr>
            <p:sp>
              <p:nvSpPr>
                <p:cNvPr id="46" name="직사각형 45">
                  <a:extLst>
                    <a:ext uri="{FF2B5EF4-FFF2-40B4-BE49-F238E27FC236}">
                      <a16:creationId xmlns:a16="http://schemas.microsoft.com/office/drawing/2014/main" id="{FDBE3819-F4A0-9F0A-3767-3EFC892BAFDA}"/>
                    </a:ext>
                  </a:extLst>
                </p:cNvPr>
                <p:cNvSpPr/>
                <p:nvPr/>
              </p:nvSpPr>
              <p:spPr>
                <a:xfrm rot="5400000">
                  <a:off x="8487389" y="234583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  <a:ln w="38100"/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47" name="직사각형 46">
                  <a:extLst>
                    <a:ext uri="{FF2B5EF4-FFF2-40B4-BE49-F238E27FC236}">
                      <a16:creationId xmlns:a16="http://schemas.microsoft.com/office/drawing/2014/main" id="{FF83CF79-5AAE-1007-7989-813E24D29660}"/>
                    </a:ext>
                  </a:extLst>
                </p:cNvPr>
                <p:cNvSpPr/>
                <p:nvPr/>
              </p:nvSpPr>
              <p:spPr>
                <a:xfrm rot="5400000">
                  <a:off x="8487390" y="284485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8" name="직사각형 47">
                  <a:extLst>
                    <a:ext uri="{FF2B5EF4-FFF2-40B4-BE49-F238E27FC236}">
                      <a16:creationId xmlns:a16="http://schemas.microsoft.com/office/drawing/2014/main" id="{80BE1FBE-AE82-16BE-82F7-D7D51AE10756}"/>
                    </a:ext>
                  </a:extLst>
                </p:cNvPr>
                <p:cNvSpPr/>
                <p:nvPr/>
              </p:nvSpPr>
              <p:spPr>
                <a:xfrm rot="5400000">
                  <a:off x="8487390" y="334387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49" name="직사각형 48">
                  <a:extLst>
                    <a:ext uri="{FF2B5EF4-FFF2-40B4-BE49-F238E27FC236}">
                      <a16:creationId xmlns:a16="http://schemas.microsoft.com/office/drawing/2014/main" id="{CFC4BCE6-70E0-F54E-FD0E-F8F19F9D1AFB}"/>
                    </a:ext>
                  </a:extLst>
                </p:cNvPr>
                <p:cNvSpPr/>
                <p:nvPr/>
              </p:nvSpPr>
              <p:spPr>
                <a:xfrm rot="5400000">
                  <a:off x="8487390" y="3842892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50" name="원통형 49">
                  <a:extLst>
                    <a:ext uri="{FF2B5EF4-FFF2-40B4-BE49-F238E27FC236}">
                      <a16:creationId xmlns:a16="http://schemas.microsoft.com/office/drawing/2014/main" id="{96549665-E465-76C8-48D9-8A522B1CF3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87530" flipH="1">
                  <a:off x="8625313" y="2404654"/>
                  <a:ext cx="129213" cy="288000"/>
                </a:xfrm>
                <a:prstGeom prst="can">
                  <a:avLst/>
                </a:prstGeom>
                <a:solidFill>
                  <a:schemeClr val="accent2">
                    <a:lumMod val="75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1CCFC90E-4653-C59D-DEBA-C7255DDD74D5}"/>
                  </a:ext>
                </a:extLst>
              </p:cNvPr>
              <p:cNvSpPr/>
              <p:nvPr/>
            </p:nvSpPr>
            <p:spPr>
              <a:xfrm>
                <a:off x="3215999" y="2733300"/>
                <a:ext cx="468000" cy="467100"/>
              </a:xfrm>
              <a:prstGeom prst="rect">
                <a:avLst/>
              </a:prstGeom>
              <a:solidFill>
                <a:srgbClr val="CCB29C">
                  <a:alpha val="49804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90F4FCC5-0499-F50D-C36A-8146855B4D15}"/>
                  </a:ext>
                </a:extLst>
              </p:cNvPr>
              <p:cNvSpPr/>
              <p:nvPr/>
            </p:nvSpPr>
            <p:spPr>
              <a:xfrm rot="1474258">
                <a:off x="3325310" y="2799112"/>
                <a:ext cx="252060" cy="345078"/>
              </a:xfrm>
              <a:custGeom>
                <a:avLst/>
                <a:gdLst>
                  <a:gd name="connsiteX0" fmla="*/ 79751 w 252060"/>
                  <a:gd name="connsiteY0" fmla="*/ 0 h 345078"/>
                  <a:gd name="connsiteX1" fmla="*/ 122383 w 252060"/>
                  <a:gd name="connsiteY1" fmla="*/ 85264 h 345078"/>
                  <a:gd name="connsiteX2" fmla="*/ 167807 w 252060"/>
                  <a:gd name="connsiteY2" fmla="*/ 16385 h 345078"/>
                  <a:gd name="connsiteX3" fmla="*/ 178389 w 252060"/>
                  <a:gd name="connsiteY3" fmla="*/ 94567 h 345078"/>
                  <a:gd name="connsiteX4" fmla="*/ 250311 w 252060"/>
                  <a:gd name="connsiteY4" fmla="*/ 38901 h 345078"/>
                  <a:gd name="connsiteX5" fmla="*/ 208979 w 252060"/>
                  <a:gd name="connsiteY5" fmla="*/ 124797 h 345078"/>
                  <a:gd name="connsiteX6" fmla="*/ 211221 w 252060"/>
                  <a:gd name="connsiteY6" fmla="*/ 126168 h 345078"/>
                  <a:gd name="connsiteX7" fmla="*/ 240620 w 252060"/>
                  <a:gd name="connsiteY7" fmla="*/ 166654 h 345078"/>
                  <a:gd name="connsiteX8" fmla="*/ 178423 w 252060"/>
                  <a:gd name="connsiteY8" fmla="*/ 333638 h 345078"/>
                  <a:gd name="connsiteX9" fmla="*/ 11440 w 252060"/>
                  <a:gd name="connsiteY9" fmla="*/ 271441 h 345078"/>
                  <a:gd name="connsiteX10" fmla="*/ 73637 w 252060"/>
                  <a:gd name="connsiteY10" fmla="*/ 104457 h 345078"/>
                  <a:gd name="connsiteX11" fmla="*/ 79751 w 252060"/>
                  <a:gd name="connsiteY11" fmla="*/ 103028 h 345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060" h="345078">
                    <a:moveTo>
                      <a:pt x="79751" y="0"/>
                    </a:moveTo>
                    <a:lnTo>
                      <a:pt x="122383" y="85264"/>
                    </a:lnTo>
                    <a:lnTo>
                      <a:pt x="167807" y="16385"/>
                    </a:lnTo>
                    <a:lnTo>
                      <a:pt x="178389" y="94567"/>
                    </a:lnTo>
                    <a:lnTo>
                      <a:pt x="250311" y="38901"/>
                    </a:lnTo>
                    <a:lnTo>
                      <a:pt x="208979" y="124797"/>
                    </a:lnTo>
                    <a:lnTo>
                      <a:pt x="211221" y="126168"/>
                    </a:lnTo>
                    <a:cubicBezTo>
                      <a:pt x="223288" y="137226"/>
                      <a:pt x="233386" y="150833"/>
                      <a:pt x="240620" y="166654"/>
                    </a:cubicBezTo>
                    <a:cubicBezTo>
                      <a:pt x="269556" y="229941"/>
                      <a:pt x="241710" y="304702"/>
                      <a:pt x="178423" y="333638"/>
                    </a:cubicBezTo>
                    <a:cubicBezTo>
                      <a:pt x="115137" y="362574"/>
                      <a:pt x="40376" y="334728"/>
                      <a:pt x="11440" y="271441"/>
                    </a:cubicBezTo>
                    <a:cubicBezTo>
                      <a:pt x="-17496" y="208154"/>
                      <a:pt x="10350" y="133393"/>
                      <a:pt x="73637" y="104457"/>
                    </a:cubicBezTo>
                    <a:lnTo>
                      <a:pt x="79751" y="103028"/>
                    </a:lnTo>
                    <a:close/>
                  </a:path>
                </a:pathLst>
              </a:custGeom>
              <a:solidFill>
                <a:srgbClr val="B69172"/>
              </a:solidFill>
              <a:ln>
                <a:solidFill>
                  <a:srgbClr val="563F2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원호 62">
                <a:extLst>
                  <a:ext uri="{FF2B5EF4-FFF2-40B4-BE49-F238E27FC236}">
                    <a16:creationId xmlns:a16="http://schemas.microsoft.com/office/drawing/2014/main" id="{D404DE8B-67FD-DA89-874D-4FA193CF9E34}"/>
                  </a:ext>
                </a:extLst>
              </p:cNvPr>
              <p:cNvSpPr/>
              <p:nvPr/>
            </p:nvSpPr>
            <p:spPr>
              <a:xfrm rot="10257279">
                <a:off x="3434759" y="2772512"/>
                <a:ext cx="196494" cy="196494"/>
              </a:xfrm>
              <a:prstGeom prst="arc">
                <a:avLst/>
              </a:prstGeom>
              <a:ln>
                <a:solidFill>
                  <a:srgbClr val="563F2C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F98609B0-1A1A-4A24-331A-5A95B91D5536}"/>
                  </a:ext>
                </a:extLst>
              </p:cNvPr>
              <p:cNvSpPr txBox="1"/>
              <p:nvPr/>
            </p:nvSpPr>
            <p:spPr>
              <a:xfrm>
                <a:off x="3232332" y="2836960"/>
                <a:ext cx="43873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>
                    <a:solidFill>
                      <a:srgbClr val="C00000"/>
                    </a:solidFill>
                    <a:effectLst>
                      <a:glow rad="101600">
                        <a:schemeClr val="bg2">
                          <a:lumMod val="90000"/>
                          <a:alpha val="60000"/>
                        </a:schemeClr>
                      </a:glow>
                    </a:effectLst>
                  </a:rPr>
                  <a:t>0kg</a:t>
                </a:r>
                <a:endParaRPr lang="ko-KR" altLang="en-US" sz="1200" dirty="0">
                  <a:solidFill>
                    <a:srgbClr val="C00000"/>
                  </a:solidFill>
                  <a:effectLst>
                    <a:glow rad="101600">
                      <a:schemeClr val="bg2">
                        <a:lumMod val="90000"/>
                        <a:alpha val="60000"/>
                      </a:schemeClr>
                    </a:glow>
                  </a:effectLst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C9870164-805C-6372-0E95-A85DC25112EF}"/>
                </a:ext>
              </a:extLst>
            </p:cNvPr>
            <p:cNvGrpSpPr/>
            <p:nvPr/>
          </p:nvGrpSpPr>
          <p:grpSpPr>
            <a:xfrm>
              <a:off x="7422579" y="3524328"/>
              <a:ext cx="1006884" cy="1661986"/>
              <a:chOff x="7422579" y="3524328"/>
              <a:chExt cx="1006884" cy="1661986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904CFB5D-87AE-C9B2-27E1-443A0829D911}"/>
                  </a:ext>
                </a:extLst>
              </p:cNvPr>
              <p:cNvSpPr/>
              <p:nvPr/>
            </p:nvSpPr>
            <p:spPr>
              <a:xfrm rot="21043907" flipH="1">
                <a:off x="7564603" y="3954270"/>
                <a:ext cx="519952" cy="63707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5B14567A-CD2F-F090-5895-4683553096AF}"/>
                  </a:ext>
                </a:extLst>
              </p:cNvPr>
              <p:cNvGrpSpPr/>
              <p:nvPr/>
            </p:nvGrpSpPr>
            <p:grpSpPr>
              <a:xfrm>
                <a:off x="7422579" y="3524328"/>
                <a:ext cx="914400" cy="914400"/>
                <a:chOff x="9822468" y="717680"/>
                <a:chExt cx="914400" cy="914400"/>
              </a:xfrm>
            </p:grpSpPr>
            <p:sp>
              <p:nvSpPr>
                <p:cNvPr id="139" name="자유형: 도형 138">
                  <a:extLst>
                    <a:ext uri="{FF2B5EF4-FFF2-40B4-BE49-F238E27FC236}">
                      <a16:creationId xmlns:a16="http://schemas.microsoft.com/office/drawing/2014/main" id="{7A271FCD-ACDB-5302-65CE-54C9A251E145}"/>
                    </a:ext>
                  </a:extLst>
                </p:cNvPr>
                <p:cNvSpPr/>
                <p:nvPr/>
              </p:nvSpPr>
              <p:spPr>
                <a:xfrm rot="10800000">
                  <a:off x="10131748" y="817659"/>
                  <a:ext cx="297492" cy="813194"/>
                </a:xfrm>
                <a:custGeom>
                  <a:avLst/>
                  <a:gdLst>
                    <a:gd name="connsiteX0" fmla="*/ 297492 w 297492"/>
                    <a:gd name="connsiteY0" fmla="*/ 813194 h 813194"/>
                    <a:gd name="connsiteX1" fmla="*/ 0 w 297492"/>
                    <a:gd name="connsiteY1" fmla="*/ 813194 h 813194"/>
                    <a:gd name="connsiteX2" fmla="*/ 0 w 297492"/>
                    <a:gd name="connsiteY2" fmla="*/ 667106 h 813194"/>
                    <a:gd name="connsiteX3" fmla="*/ 83186 w 297492"/>
                    <a:gd name="connsiteY3" fmla="*/ 583920 h 813194"/>
                    <a:gd name="connsiteX4" fmla="*/ 83186 w 297492"/>
                    <a:gd name="connsiteY4" fmla="*/ 0 h 813194"/>
                    <a:gd name="connsiteX5" fmla="*/ 224571 w 297492"/>
                    <a:gd name="connsiteY5" fmla="*/ 0 h 813194"/>
                    <a:gd name="connsiteX6" fmla="*/ 224571 w 297492"/>
                    <a:gd name="connsiteY6" fmla="*/ 594185 h 813194"/>
                    <a:gd name="connsiteX7" fmla="*/ 297492 w 297492"/>
                    <a:gd name="connsiteY7" fmla="*/ 667106 h 8131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97492" h="813194">
                      <a:moveTo>
                        <a:pt x="297492" y="813194"/>
                      </a:moveTo>
                      <a:lnTo>
                        <a:pt x="0" y="813194"/>
                      </a:lnTo>
                      <a:lnTo>
                        <a:pt x="0" y="667106"/>
                      </a:lnTo>
                      <a:lnTo>
                        <a:pt x="83186" y="583920"/>
                      </a:lnTo>
                      <a:lnTo>
                        <a:pt x="83186" y="0"/>
                      </a:lnTo>
                      <a:lnTo>
                        <a:pt x="224571" y="0"/>
                      </a:lnTo>
                      <a:lnTo>
                        <a:pt x="224571" y="594185"/>
                      </a:lnTo>
                      <a:lnTo>
                        <a:pt x="297492" y="667106"/>
                      </a:lnTo>
                      <a:close/>
                    </a:path>
                  </a:pathLst>
                </a:custGeom>
                <a:solidFill>
                  <a:srgbClr val="C04F1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132" name="그래픽 131" descr="회중전등 윤곽선">
                  <a:extLst>
                    <a:ext uri="{FF2B5EF4-FFF2-40B4-BE49-F238E27FC236}">
                      <a16:creationId xmlns:a16="http://schemas.microsoft.com/office/drawing/2014/main" id="{14D60B6D-0EEA-5CEA-47A9-FF5A2312D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 rot="18900000">
                  <a:off x="9822468" y="71768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1A6EA481-5443-3309-3DCB-4D202BD99EE7}"/>
                  </a:ext>
                </a:extLst>
              </p:cNvPr>
              <p:cNvGrpSpPr/>
              <p:nvPr/>
            </p:nvGrpSpPr>
            <p:grpSpPr>
              <a:xfrm>
                <a:off x="7536387" y="3930512"/>
                <a:ext cx="581320" cy="595454"/>
                <a:chOff x="6968341" y="3612013"/>
                <a:chExt cx="755935" cy="774314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53B6A23F-9EC3-18D0-8AB5-2F72558E4EEA}"/>
                    </a:ext>
                  </a:extLst>
                </p:cNvPr>
                <p:cNvSpPr/>
                <p:nvPr/>
              </p:nvSpPr>
              <p:spPr>
                <a:xfrm flipH="1">
                  <a:off x="6968341" y="3612013"/>
                  <a:ext cx="505001" cy="77431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0" name="사각형: 둥근 모서리 129">
                  <a:extLst>
                    <a:ext uri="{FF2B5EF4-FFF2-40B4-BE49-F238E27FC236}">
                      <a16:creationId xmlns:a16="http://schemas.microsoft.com/office/drawing/2014/main" id="{F231E5D3-DB62-31C7-4BC4-DDA35F600905}"/>
                    </a:ext>
                  </a:extLst>
                </p:cNvPr>
                <p:cNvSpPr/>
                <p:nvPr/>
              </p:nvSpPr>
              <p:spPr>
                <a:xfrm rot="17911201" flipH="1">
                  <a:off x="7409375" y="3684717"/>
                  <a:ext cx="225974" cy="40382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56" name="자유형: 도형 155">
                <a:extLst>
                  <a:ext uri="{FF2B5EF4-FFF2-40B4-BE49-F238E27FC236}">
                    <a16:creationId xmlns:a16="http://schemas.microsoft.com/office/drawing/2014/main" id="{0FEBEC50-96F4-6D96-CD90-6C89972E3226}"/>
                  </a:ext>
                </a:extLst>
              </p:cNvPr>
              <p:cNvSpPr/>
              <p:nvPr/>
            </p:nvSpPr>
            <p:spPr>
              <a:xfrm rot="20364504" flipH="1">
                <a:off x="7762760" y="4458293"/>
                <a:ext cx="666703" cy="728021"/>
              </a:xfrm>
              <a:custGeom>
                <a:avLst/>
                <a:gdLst>
                  <a:gd name="connsiteX0" fmla="*/ 141748 w 666703"/>
                  <a:gd name="connsiteY0" fmla="*/ 13262 h 728021"/>
                  <a:gd name="connsiteX1" fmla="*/ 38675 w 666703"/>
                  <a:gd name="connsiteY1" fmla="*/ 168763 h 728021"/>
                  <a:gd name="connsiteX2" fmla="*/ 38675 w 666703"/>
                  <a:gd name="connsiteY2" fmla="*/ 324841 h 728021"/>
                  <a:gd name="connsiteX3" fmla="*/ 40517 w 666703"/>
                  <a:gd name="connsiteY3" fmla="*/ 333966 h 728021"/>
                  <a:gd name="connsiteX4" fmla="*/ 35508 w 666703"/>
                  <a:gd name="connsiteY4" fmla="*/ 531304 h 728021"/>
                  <a:gd name="connsiteX5" fmla="*/ 38677 w 666703"/>
                  <a:gd name="connsiteY5" fmla="*/ 531384 h 728021"/>
                  <a:gd name="connsiteX6" fmla="*/ 0 w 666703"/>
                  <a:gd name="connsiteY6" fmla="*/ 728021 h 728021"/>
                  <a:gd name="connsiteX7" fmla="*/ 171097 w 666703"/>
                  <a:gd name="connsiteY7" fmla="*/ 663738 h 728021"/>
                  <a:gd name="connsiteX8" fmla="*/ 168959 w 666703"/>
                  <a:gd name="connsiteY8" fmla="*/ 660730 h 728021"/>
                  <a:gd name="connsiteX9" fmla="*/ 639374 w 666703"/>
                  <a:gd name="connsiteY9" fmla="*/ 483992 h 728021"/>
                  <a:gd name="connsiteX10" fmla="*/ 613925 w 666703"/>
                  <a:gd name="connsiteY10" fmla="*/ 471979 h 728021"/>
                  <a:gd name="connsiteX11" fmla="*/ 664951 w 666703"/>
                  <a:gd name="connsiteY11" fmla="*/ 471946 h 728021"/>
                  <a:gd name="connsiteX12" fmla="*/ 664862 w 666703"/>
                  <a:gd name="connsiteY12" fmla="*/ 333961 h 728021"/>
                  <a:gd name="connsiteX13" fmla="*/ 666703 w 666703"/>
                  <a:gd name="connsiteY13" fmla="*/ 324841 h 728021"/>
                  <a:gd name="connsiteX14" fmla="*/ 666703 w 666703"/>
                  <a:gd name="connsiteY14" fmla="*/ 168763 h 728021"/>
                  <a:gd name="connsiteX15" fmla="*/ 664748 w 666703"/>
                  <a:gd name="connsiteY15" fmla="*/ 159083 h 728021"/>
                  <a:gd name="connsiteX16" fmla="*/ 664740 w 666703"/>
                  <a:gd name="connsiteY16" fmla="*/ 145949 h 728021"/>
                  <a:gd name="connsiteX17" fmla="*/ 662487 w 666703"/>
                  <a:gd name="connsiteY17" fmla="*/ 147884 h 728021"/>
                  <a:gd name="connsiteX18" fmla="*/ 653441 w 666703"/>
                  <a:gd name="connsiteY18" fmla="*/ 103073 h 728021"/>
                  <a:gd name="connsiteX19" fmla="*/ 497940 w 666703"/>
                  <a:gd name="connsiteY19" fmla="*/ 0 h 728021"/>
                  <a:gd name="connsiteX20" fmla="*/ 207438 w 666703"/>
                  <a:gd name="connsiteY20" fmla="*/ 0 h 728021"/>
                  <a:gd name="connsiteX21" fmla="*/ 141748 w 666703"/>
                  <a:gd name="connsiteY21" fmla="*/ 13262 h 72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66703" h="728021">
                    <a:moveTo>
                      <a:pt x="141748" y="13262"/>
                    </a:moveTo>
                    <a:cubicBezTo>
                      <a:pt x="81176" y="38882"/>
                      <a:pt x="38675" y="98859"/>
                      <a:pt x="38675" y="168763"/>
                    </a:cubicBezTo>
                    <a:lnTo>
                      <a:pt x="38675" y="324841"/>
                    </a:lnTo>
                    <a:lnTo>
                      <a:pt x="40517" y="333966"/>
                    </a:lnTo>
                    <a:lnTo>
                      <a:pt x="35508" y="531304"/>
                    </a:lnTo>
                    <a:lnTo>
                      <a:pt x="38677" y="531384"/>
                    </a:lnTo>
                    <a:lnTo>
                      <a:pt x="0" y="728021"/>
                    </a:lnTo>
                    <a:lnTo>
                      <a:pt x="171097" y="663738"/>
                    </a:lnTo>
                    <a:lnTo>
                      <a:pt x="168959" y="660730"/>
                    </a:lnTo>
                    <a:lnTo>
                      <a:pt x="639374" y="483992"/>
                    </a:lnTo>
                    <a:lnTo>
                      <a:pt x="613925" y="471979"/>
                    </a:lnTo>
                    <a:lnTo>
                      <a:pt x="664951" y="471946"/>
                    </a:lnTo>
                    <a:lnTo>
                      <a:pt x="664862" y="333961"/>
                    </a:lnTo>
                    <a:lnTo>
                      <a:pt x="666703" y="324841"/>
                    </a:lnTo>
                    <a:lnTo>
                      <a:pt x="666703" y="168763"/>
                    </a:lnTo>
                    <a:lnTo>
                      <a:pt x="664748" y="159083"/>
                    </a:lnTo>
                    <a:lnTo>
                      <a:pt x="664740" y="145949"/>
                    </a:lnTo>
                    <a:lnTo>
                      <a:pt x="662487" y="147884"/>
                    </a:lnTo>
                    <a:lnTo>
                      <a:pt x="653441" y="103073"/>
                    </a:lnTo>
                    <a:cubicBezTo>
                      <a:pt x="627821" y="42501"/>
                      <a:pt x="567844" y="0"/>
                      <a:pt x="497940" y="0"/>
                    </a:cubicBezTo>
                    <a:lnTo>
                      <a:pt x="207438" y="0"/>
                    </a:lnTo>
                    <a:cubicBezTo>
                      <a:pt x="184137" y="0"/>
                      <a:pt x="161939" y="4723"/>
                      <a:pt x="141748" y="13262"/>
                    </a:cubicBezTo>
                    <a:close/>
                  </a:path>
                </a:pathLst>
              </a:cu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F1167E72-C383-D38F-D03B-DC2996BD7C59}"/>
              </a:ext>
            </a:extLst>
          </p:cNvPr>
          <p:cNvGrpSpPr/>
          <p:nvPr/>
        </p:nvGrpSpPr>
        <p:grpSpPr>
          <a:xfrm>
            <a:off x="673883" y="2503144"/>
            <a:ext cx="3179468" cy="923330"/>
            <a:chOff x="673883" y="2503144"/>
            <a:chExt cx="3179468" cy="923330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A7A21B19-4062-F011-18E9-B2668535C223}"/>
                </a:ext>
              </a:extLst>
            </p:cNvPr>
            <p:cNvSpPr/>
            <p:nvPr/>
          </p:nvSpPr>
          <p:spPr>
            <a:xfrm>
              <a:off x="3046647" y="2563498"/>
              <a:ext cx="806704" cy="80670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766909BE-30FA-C88D-102B-89935E80A19C}"/>
                </a:ext>
              </a:extLst>
            </p:cNvPr>
            <p:cNvCxnSpPr>
              <a:cxnSpLocks/>
              <a:stCxn id="17" idx="2"/>
              <a:endCxn id="21" idx="3"/>
            </p:cNvCxnSpPr>
            <p:nvPr/>
          </p:nvCxnSpPr>
          <p:spPr>
            <a:xfrm flipH="1" flipV="1">
              <a:off x="2451772" y="2964809"/>
              <a:ext cx="594875" cy="204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4B3C530-16BA-6F20-8100-36CABA4D0691}"/>
                </a:ext>
              </a:extLst>
            </p:cNvPr>
            <p:cNvSpPr txBox="1"/>
            <p:nvPr/>
          </p:nvSpPr>
          <p:spPr>
            <a:xfrm>
              <a:off x="673883" y="2503144"/>
              <a:ext cx="1777889" cy="92333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자원 인벤토리</a:t>
              </a:r>
              <a:endParaRPr lang="en-US" altLang="ko-KR" b="1" dirty="0"/>
            </a:p>
            <a:p>
              <a:r>
                <a:rPr lang="en-US" altLang="ko-KR" dirty="0"/>
                <a:t>: </a:t>
              </a:r>
              <a:r>
                <a:rPr lang="ko-KR" altLang="en-US" dirty="0"/>
                <a:t>획득한 자원이 보관된다</a:t>
              </a:r>
              <a:r>
                <a:rPr lang="en-US" altLang="ko-KR" dirty="0"/>
                <a:t>.</a:t>
              </a:r>
              <a:endParaRPr lang="ko-KR" altLang="en-US" dirty="0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60EF790-D1CA-484B-3A65-781075960B78}"/>
              </a:ext>
            </a:extLst>
          </p:cNvPr>
          <p:cNvGrpSpPr/>
          <p:nvPr/>
        </p:nvGrpSpPr>
        <p:grpSpPr>
          <a:xfrm>
            <a:off x="8301409" y="2241756"/>
            <a:ext cx="3507133" cy="2369436"/>
            <a:chOff x="8301409" y="2241756"/>
            <a:chExt cx="3507133" cy="2369436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37B43EF3-CFC1-677C-9B51-7A10A60F33DB}"/>
                </a:ext>
              </a:extLst>
            </p:cNvPr>
            <p:cNvSpPr/>
            <p:nvPr/>
          </p:nvSpPr>
          <p:spPr>
            <a:xfrm rot="16200000">
              <a:off x="7505198" y="3037967"/>
              <a:ext cx="2369436" cy="777014"/>
            </a:xfrm>
            <a:prstGeom prst="ellips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4DE6F499-F533-7902-A218-FB33C028A6F5}"/>
                </a:ext>
              </a:extLst>
            </p:cNvPr>
            <p:cNvCxnSpPr>
              <a:cxnSpLocks/>
              <a:stCxn id="29" idx="4"/>
              <a:endCxn id="33" idx="1"/>
            </p:cNvCxnSpPr>
            <p:nvPr/>
          </p:nvCxnSpPr>
          <p:spPr>
            <a:xfrm>
              <a:off x="9078423" y="3426474"/>
              <a:ext cx="51194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F621AE-B369-4315-B9BD-11B07FC4237F}"/>
                </a:ext>
              </a:extLst>
            </p:cNvPr>
            <p:cNvSpPr txBox="1"/>
            <p:nvPr/>
          </p:nvSpPr>
          <p:spPr>
            <a:xfrm>
              <a:off x="9590368" y="2964809"/>
              <a:ext cx="2218174" cy="923330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도구 </a:t>
              </a:r>
              <a:r>
                <a:rPr lang="ko-KR" altLang="en-US" b="1" dirty="0" err="1"/>
                <a:t>퀵슬롯</a:t>
              </a:r>
              <a:endParaRPr lang="en-US" altLang="ko-KR" b="1" dirty="0"/>
            </a:p>
            <a:p>
              <a:r>
                <a:rPr lang="en-US" altLang="ko-KR" dirty="0"/>
                <a:t>: </a:t>
              </a:r>
              <a:r>
                <a:rPr lang="ko-KR" altLang="en-US" dirty="0"/>
                <a:t>최대 </a:t>
              </a:r>
              <a:r>
                <a:rPr lang="en-US" altLang="ko-KR" dirty="0"/>
                <a:t>4</a:t>
              </a:r>
              <a:r>
                <a:rPr lang="ko-KR" altLang="en-US" dirty="0"/>
                <a:t>개의 도구를 넣을 수 있다</a:t>
              </a:r>
              <a:r>
                <a:rPr lang="en-US" altLang="ko-KR" dirty="0"/>
                <a:t>.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9850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8263E-9B48-35B4-6D54-C7A703CB0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158F2B-ADEA-9353-4018-C373BAF01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F34CDC-6C8B-496B-FB1F-F8ADB134B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12</a:t>
            </a:fld>
            <a:endParaRPr lang="ko-KR" altLang="en-US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9E067A9A-3681-37AC-361B-E47AA057FB9D}"/>
              </a:ext>
            </a:extLst>
          </p:cNvPr>
          <p:cNvGrpSpPr/>
          <p:nvPr/>
        </p:nvGrpSpPr>
        <p:grpSpPr>
          <a:xfrm>
            <a:off x="3215999" y="1809000"/>
            <a:ext cx="5760001" cy="3377314"/>
            <a:chOff x="3215999" y="1809000"/>
            <a:chExt cx="5760001" cy="3377314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56E8C7EC-0F03-4147-1C82-FF67A6C31933}"/>
                </a:ext>
              </a:extLst>
            </p:cNvPr>
            <p:cNvGrpSpPr/>
            <p:nvPr/>
          </p:nvGrpSpPr>
          <p:grpSpPr>
            <a:xfrm>
              <a:off x="3215999" y="1809000"/>
              <a:ext cx="5760001" cy="3377314"/>
              <a:chOff x="3215999" y="1809000"/>
              <a:chExt cx="5760001" cy="3377314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F54889D5-EA6B-E82B-53CF-D367B41DA083}"/>
                  </a:ext>
                </a:extLst>
              </p:cNvPr>
              <p:cNvSpPr/>
              <p:nvPr/>
            </p:nvSpPr>
            <p:spPr>
              <a:xfrm>
                <a:off x="3216000" y="1809000"/>
                <a:ext cx="5760000" cy="32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bg1">
                      <a:lumMod val="75000"/>
                      <a:shade val="30000"/>
                      <a:satMod val="115000"/>
                    </a:schemeClr>
                  </a:gs>
                  <a:gs pos="50000">
                    <a:schemeClr val="bg1">
                      <a:lumMod val="75000"/>
                      <a:shade val="67500"/>
                      <a:satMod val="115000"/>
                    </a:schemeClr>
                  </a:gs>
                  <a:gs pos="100000">
                    <a:schemeClr val="bg1">
                      <a:lumMod val="75000"/>
                      <a:shade val="100000"/>
                      <a:satMod val="1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65AE8263-0BB9-DBBB-8722-727D3AF95DB8}"/>
                  </a:ext>
                </a:extLst>
              </p:cNvPr>
              <p:cNvSpPr/>
              <p:nvPr/>
            </p:nvSpPr>
            <p:spPr>
              <a:xfrm>
                <a:off x="4699819" y="1809000"/>
                <a:ext cx="2792362" cy="1848600"/>
              </a:xfrm>
              <a:prstGeom prst="rect">
                <a:avLst/>
              </a:prstGeom>
              <a:solidFill>
                <a:srgbClr val="7B7B7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사다리꼴 25">
                <a:extLst>
                  <a:ext uri="{FF2B5EF4-FFF2-40B4-BE49-F238E27FC236}">
                    <a16:creationId xmlns:a16="http://schemas.microsoft.com/office/drawing/2014/main" id="{97B2B640-6B6A-23FA-70C1-5ED3791ED578}"/>
                  </a:ext>
                </a:extLst>
              </p:cNvPr>
              <p:cNvSpPr/>
              <p:nvPr/>
            </p:nvSpPr>
            <p:spPr>
              <a:xfrm>
                <a:off x="3216000" y="3657600"/>
                <a:ext cx="5760000" cy="1391400"/>
              </a:xfrm>
              <a:prstGeom prst="trapezoid">
                <a:avLst>
                  <a:gd name="adj" fmla="val 105557"/>
                </a:avLst>
              </a:prstGeom>
              <a:gradFill flip="none" rotWithShape="1">
                <a:gsLst>
                  <a:gs pos="0">
                    <a:schemeClr val="bg1">
                      <a:lumMod val="50000"/>
                      <a:shade val="30000"/>
                      <a:satMod val="115000"/>
                    </a:schemeClr>
                  </a:gs>
                  <a:gs pos="50000">
                    <a:schemeClr val="bg1">
                      <a:lumMod val="50000"/>
                      <a:shade val="67500"/>
                      <a:satMod val="115000"/>
                    </a:schemeClr>
                  </a:gs>
                  <a:gs pos="100000">
                    <a:schemeClr val="bg1">
                      <a:lumMod val="50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7" name="그림 26" descr="텍스트, 실내, 벽, 컴퓨터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BD23D673-BD6C-91FC-0667-3F0AB92C89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48" t="11352" r="76082" b="62702"/>
              <a:stretch>
                <a:fillRect/>
              </a:stretch>
            </p:blipFill>
            <p:spPr>
              <a:xfrm>
                <a:off x="3363596" y="1919975"/>
                <a:ext cx="784807" cy="702321"/>
              </a:xfrm>
              <a:prstGeom prst="rect">
                <a:avLst/>
              </a:prstGeom>
            </p:spPr>
          </p:pic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8F31973-643C-B0E4-880A-CC159FCF173B}"/>
                  </a:ext>
                </a:extLst>
              </p:cNvPr>
              <p:cNvSpPr/>
              <p:nvPr/>
            </p:nvSpPr>
            <p:spPr>
              <a:xfrm>
                <a:off x="3216000" y="1809000"/>
                <a:ext cx="5760000" cy="3240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1D794DF-39C6-D21D-6ABF-1847880992DB}"/>
                  </a:ext>
                </a:extLst>
              </p:cNvPr>
              <p:cNvSpPr/>
              <p:nvPr/>
            </p:nvSpPr>
            <p:spPr>
              <a:xfrm>
                <a:off x="3215999" y="2733300"/>
                <a:ext cx="468000" cy="467100"/>
              </a:xfrm>
              <a:prstGeom prst="rect">
                <a:avLst/>
              </a:prstGeom>
              <a:solidFill>
                <a:srgbClr val="CCB29C">
                  <a:alpha val="49804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883E82F8-C049-01FA-9F8C-CEE42BDF7269}"/>
                  </a:ext>
                </a:extLst>
              </p:cNvPr>
              <p:cNvSpPr/>
              <p:nvPr/>
            </p:nvSpPr>
            <p:spPr>
              <a:xfrm rot="1474258">
                <a:off x="3325310" y="2799112"/>
                <a:ext cx="252060" cy="345078"/>
              </a:xfrm>
              <a:custGeom>
                <a:avLst/>
                <a:gdLst>
                  <a:gd name="connsiteX0" fmla="*/ 79751 w 252060"/>
                  <a:gd name="connsiteY0" fmla="*/ 0 h 345078"/>
                  <a:gd name="connsiteX1" fmla="*/ 122383 w 252060"/>
                  <a:gd name="connsiteY1" fmla="*/ 85264 h 345078"/>
                  <a:gd name="connsiteX2" fmla="*/ 167807 w 252060"/>
                  <a:gd name="connsiteY2" fmla="*/ 16385 h 345078"/>
                  <a:gd name="connsiteX3" fmla="*/ 178389 w 252060"/>
                  <a:gd name="connsiteY3" fmla="*/ 94567 h 345078"/>
                  <a:gd name="connsiteX4" fmla="*/ 250311 w 252060"/>
                  <a:gd name="connsiteY4" fmla="*/ 38901 h 345078"/>
                  <a:gd name="connsiteX5" fmla="*/ 208979 w 252060"/>
                  <a:gd name="connsiteY5" fmla="*/ 124797 h 345078"/>
                  <a:gd name="connsiteX6" fmla="*/ 211221 w 252060"/>
                  <a:gd name="connsiteY6" fmla="*/ 126168 h 345078"/>
                  <a:gd name="connsiteX7" fmla="*/ 240620 w 252060"/>
                  <a:gd name="connsiteY7" fmla="*/ 166654 h 345078"/>
                  <a:gd name="connsiteX8" fmla="*/ 178423 w 252060"/>
                  <a:gd name="connsiteY8" fmla="*/ 333638 h 345078"/>
                  <a:gd name="connsiteX9" fmla="*/ 11440 w 252060"/>
                  <a:gd name="connsiteY9" fmla="*/ 271441 h 345078"/>
                  <a:gd name="connsiteX10" fmla="*/ 73637 w 252060"/>
                  <a:gd name="connsiteY10" fmla="*/ 104457 h 345078"/>
                  <a:gd name="connsiteX11" fmla="*/ 79751 w 252060"/>
                  <a:gd name="connsiteY11" fmla="*/ 103028 h 345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060" h="345078">
                    <a:moveTo>
                      <a:pt x="79751" y="0"/>
                    </a:moveTo>
                    <a:lnTo>
                      <a:pt x="122383" y="85264"/>
                    </a:lnTo>
                    <a:lnTo>
                      <a:pt x="167807" y="16385"/>
                    </a:lnTo>
                    <a:lnTo>
                      <a:pt x="178389" y="94567"/>
                    </a:lnTo>
                    <a:lnTo>
                      <a:pt x="250311" y="38901"/>
                    </a:lnTo>
                    <a:lnTo>
                      <a:pt x="208979" y="124797"/>
                    </a:lnTo>
                    <a:lnTo>
                      <a:pt x="211221" y="126168"/>
                    </a:lnTo>
                    <a:cubicBezTo>
                      <a:pt x="223288" y="137226"/>
                      <a:pt x="233386" y="150833"/>
                      <a:pt x="240620" y="166654"/>
                    </a:cubicBezTo>
                    <a:cubicBezTo>
                      <a:pt x="269556" y="229941"/>
                      <a:pt x="241710" y="304702"/>
                      <a:pt x="178423" y="333638"/>
                    </a:cubicBezTo>
                    <a:cubicBezTo>
                      <a:pt x="115137" y="362574"/>
                      <a:pt x="40376" y="334728"/>
                      <a:pt x="11440" y="271441"/>
                    </a:cubicBezTo>
                    <a:cubicBezTo>
                      <a:pt x="-17496" y="208154"/>
                      <a:pt x="10350" y="133393"/>
                      <a:pt x="73637" y="104457"/>
                    </a:cubicBezTo>
                    <a:lnTo>
                      <a:pt x="79751" y="103028"/>
                    </a:lnTo>
                    <a:close/>
                  </a:path>
                </a:pathLst>
              </a:custGeom>
              <a:solidFill>
                <a:srgbClr val="B69172"/>
              </a:solidFill>
              <a:ln>
                <a:solidFill>
                  <a:srgbClr val="563F2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699027E5-B70A-A070-D6FB-442123AA374A}"/>
                  </a:ext>
                </a:extLst>
              </p:cNvPr>
              <p:cNvGrpSpPr/>
              <p:nvPr/>
            </p:nvGrpSpPr>
            <p:grpSpPr>
              <a:xfrm>
                <a:off x="8487096" y="2477940"/>
                <a:ext cx="405643" cy="1902120"/>
                <a:chOff x="8487099" y="2346123"/>
                <a:chExt cx="405643" cy="1902120"/>
              </a:xfrm>
            </p:grpSpPr>
            <p:sp>
              <p:nvSpPr>
                <p:cNvPr id="75" name="직사각형 74">
                  <a:extLst>
                    <a:ext uri="{FF2B5EF4-FFF2-40B4-BE49-F238E27FC236}">
                      <a16:creationId xmlns:a16="http://schemas.microsoft.com/office/drawing/2014/main" id="{7C223BA3-7180-B06E-BA51-D8B066C64BA2}"/>
                    </a:ext>
                  </a:extLst>
                </p:cNvPr>
                <p:cNvSpPr/>
                <p:nvPr/>
              </p:nvSpPr>
              <p:spPr>
                <a:xfrm rot="5400000">
                  <a:off x="8487389" y="234583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  <a:ln w="38100"/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76" name="직사각형 75">
                  <a:extLst>
                    <a:ext uri="{FF2B5EF4-FFF2-40B4-BE49-F238E27FC236}">
                      <a16:creationId xmlns:a16="http://schemas.microsoft.com/office/drawing/2014/main" id="{7EA7349B-600D-68D6-4C9F-FFB4A928F707}"/>
                    </a:ext>
                  </a:extLst>
                </p:cNvPr>
                <p:cNvSpPr/>
                <p:nvPr/>
              </p:nvSpPr>
              <p:spPr>
                <a:xfrm rot="5400000">
                  <a:off x="8487390" y="284485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754A7858-1989-4A49-1A71-E5915F4B7B5F}"/>
                    </a:ext>
                  </a:extLst>
                </p:cNvPr>
                <p:cNvSpPr/>
                <p:nvPr/>
              </p:nvSpPr>
              <p:spPr>
                <a:xfrm rot="5400000">
                  <a:off x="8487390" y="3343873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78" name="직사각형 77">
                  <a:extLst>
                    <a:ext uri="{FF2B5EF4-FFF2-40B4-BE49-F238E27FC236}">
                      <a16:creationId xmlns:a16="http://schemas.microsoft.com/office/drawing/2014/main" id="{568C04B3-C715-7992-914D-8A6FFC42EE10}"/>
                    </a:ext>
                  </a:extLst>
                </p:cNvPr>
                <p:cNvSpPr/>
                <p:nvPr/>
              </p:nvSpPr>
              <p:spPr>
                <a:xfrm rot="5400000">
                  <a:off x="8487390" y="3842892"/>
                  <a:ext cx="405061" cy="405642"/>
                </a:xfrm>
                <a:prstGeom prst="rect">
                  <a:avLst/>
                </a:prstGeom>
                <a:solidFill>
                  <a:srgbClr val="D1D1D1">
                    <a:alpha val="50196"/>
                  </a:srgb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9" name="원통형 78">
                  <a:extLst>
                    <a:ext uri="{FF2B5EF4-FFF2-40B4-BE49-F238E27FC236}">
                      <a16:creationId xmlns:a16="http://schemas.microsoft.com/office/drawing/2014/main" id="{917DB957-CBB4-6D42-B5BB-70BEC5EF0CD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87530" flipH="1">
                  <a:off x="8625313" y="2404654"/>
                  <a:ext cx="129213" cy="288000"/>
                </a:xfrm>
                <a:prstGeom prst="can">
                  <a:avLst/>
                </a:prstGeom>
                <a:solidFill>
                  <a:schemeClr val="accent2">
                    <a:lumMod val="75000"/>
                  </a:schemeClr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8D93885E-3FA4-8AA9-6676-72EF27A1C4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83999" y="2321560"/>
                <a:ext cx="745761" cy="411740"/>
              </a:xfrm>
              <a:prstGeom prst="line">
                <a:avLst/>
              </a:prstGeom>
              <a:ln>
                <a:solidFill>
                  <a:srgbClr val="000000">
                    <a:alpha val="50196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FD47A36-0A7D-93B5-3007-5046CD5E39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79618" y="3200400"/>
                <a:ext cx="616536" cy="1201541"/>
              </a:xfrm>
              <a:prstGeom prst="line">
                <a:avLst/>
              </a:prstGeom>
              <a:ln>
                <a:solidFill>
                  <a:srgbClr val="000000">
                    <a:alpha val="50196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원호 35">
                <a:extLst>
                  <a:ext uri="{FF2B5EF4-FFF2-40B4-BE49-F238E27FC236}">
                    <a16:creationId xmlns:a16="http://schemas.microsoft.com/office/drawing/2014/main" id="{A6B0C7E6-4BA5-2DE7-9B8D-0C38BB7ABB0E}"/>
                  </a:ext>
                </a:extLst>
              </p:cNvPr>
              <p:cNvSpPr/>
              <p:nvPr/>
            </p:nvSpPr>
            <p:spPr>
              <a:xfrm rot="10257279">
                <a:off x="3434759" y="2772512"/>
                <a:ext cx="196494" cy="196494"/>
              </a:xfrm>
              <a:prstGeom prst="arc">
                <a:avLst/>
              </a:prstGeom>
              <a:ln>
                <a:solidFill>
                  <a:srgbClr val="563F2C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E7E8FD5E-8625-CA81-C0B0-1E03BCC81408}"/>
                  </a:ext>
                </a:extLst>
              </p:cNvPr>
              <p:cNvGrpSpPr/>
              <p:nvPr/>
            </p:nvGrpSpPr>
            <p:grpSpPr>
              <a:xfrm>
                <a:off x="7422579" y="3524328"/>
                <a:ext cx="1006884" cy="1661986"/>
                <a:chOff x="7422579" y="3524328"/>
                <a:chExt cx="1006884" cy="1661986"/>
              </a:xfrm>
            </p:grpSpPr>
            <p:sp>
              <p:nvSpPr>
                <p:cNvPr id="15" name="사각형: 둥근 모서리 14">
                  <a:extLst>
                    <a:ext uri="{FF2B5EF4-FFF2-40B4-BE49-F238E27FC236}">
                      <a16:creationId xmlns:a16="http://schemas.microsoft.com/office/drawing/2014/main" id="{C2256BF1-4323-0462-E6ED-232FB9BD304C}"/>
                    </a:ext>
                  </a:extLst>
                </p:cNvPr>
                <p:cNvSpPr/>
                <p:nvPr/>
              </p:nvSpPr>
              <p:spPr>
                <a:xfrm rot="21043907" flipH="1">
                  <a:off x="7564603" y="3954270"/>
                  <a:ext cx="519952" cy="63707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16" name="그룹 15">
                  <a:extLst>
                    <a:ext uri="{FF2B5EF4-FFF2-40B4-BE49-F238E27FC236}">
                      <a16:creationId xmlns:a16="http://schemas.microsoft.com/office/drawing/2014/main" id="{B38817CE-A394-A042-658F-27A2C4886B96}"/>
                    </a:ext>
                  </a:extLst>
                </p:cNvPr>
                <p:cNvGrpSpPr/>
                <p:nvPr/>
              </p:nvGrpSpPr>
              <p:grpSpPr>
                <a:xfrm>
                  <a:off x="7422579" y="3524328"/>
                  <a:ext cx="914400" cy="914400"/>
                  <a:chOff x="9822468" y="717680"/>
                  <a:chExt cx="914400" cy="914400"/>
                </a:xfrm>
              </p:grpSpPr>
              <p:sp>
                <p:nvSpPr>
                  <p:cNvPr id="21" name="자유형: 도형 20">
                    <a:extLst>
                      <a:ext uri="{FF2B5EF4-FFF2-40B4-BE49-F238E27FC236}">
                        <a16:creationId xmlns:a16="http://schemas.microsoft.com/office/drawing/2014/main" id="{87D2FB91-C8C4-7036-2B5F-BB2F9E7C705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131748" y="817659"/>
                    <a:ext cx="297492" cy="813194"/>
                  </a:xfrm>
                  <a:custGeom>
                    <a:avLst/>
                    <a:gdLst>
                      <a:gd name="connsiteX0" fmla="*/ 297492 w 297492"/>
                      <a:gd name="connsiteY0" fmla="*/ 813194 h 813194"/>
                      <a:gd name="connsiteX1" fmla="*/ 0 w 297492"/>
                      <a:gd name="connsiteY1" fmla="*/ 813194 h 813194"/>
                      <a:gd name="connsiteX2" fmla="*/ 0 w 297492"/>
                      <a:gd name="connsiteY2" fmla="*/ 667106 h 813194"/>
                      <a:gd name="connsiteX3" fmla="*/ 83186 w 297492"/>
                      <a:gd name="connsiteY3" fmla="*/ 583920 h 813194"/>
                      <a:gd name="connsiteX4" fmla="*/ 83186 w 297492"/>
                      <a:gd name="connsiteY4" fmla="*/ 0 h 813194"/>
                      <a:gd name="connsiteX5" fmla="*/ 224571 w 297492"/>
                      <a:gd name="connsiteY5" fmla="*/ 0 h 813194"/>
                      <a:gd name="connsiteX6" fmla="*/ 224571 w 297492"/>
                      <a:gd name="connsiteY6" fmla="*/ 594185 h 813194"/>
                      <a:gd name="connsiteX7" fmla="*/ 297492 w 297492"/>
                      <a:gd name="connsiteY7" fmla="*/ 667106 h 8131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97492" h="813194">
                        <a:moveTo>
                          <a:pt x="297492" y="813194"/>
                        </a:moveTo>
                        <a:lnTo>
                          <a:pt x="0" y="813194"/>
                        </a:lnTo>
                        <a:lnTo>
                          <a:pt x="0" y="667106"/>
                        </a:lnTo>
                        <a:lnTo>
                          <a:pt x="83186" y="583920"/>
                        </a:lnTo>
                        <a:lnTo>
                          <a:pt x="83186" y="0"/>
                        </a:lnTo>
                        <a:lnTo>
                          <a:pt x="224571" y="0"/>
                        </a:lnTo>
                        <a:lnTo>
                          <a:pt x="224571" y="594185"/>
                        </a:lnTo>
                        <a:lnTo>
                          <a:pt x="297492" y="667106"/>
                        </a:lnTo>
                        <a:close/>
                      </a:path>
                    </a:pathLst>
                  </a:custGeom>
                  <a:solidFill>
                    <a:srgbClr val="C04F1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2" name="그래픽 21" descr="회중전등 윤곽선">
                    <a:extLst>
                      <a:ext uri="{FF2B5EF4-FFF2-40B4-BE49-F238E27FC236}">
                        <a16:creationId xmlns:a16="http://schemas.microsoft.com/office/drawing/2014/main" id="{311547D0-EA1C-EE38-90FF-754E7273B62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 rot="18900000">
                    <a:off x="9822468" y="717680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1759C070-E277-3137-5D38-7986E16C3D1B}"/>
                    </a:ext>
                  </a:extLst>
                </p:cNvPr>
                <p:cNvGrpSpPr/>
                <p:nvPr/>
              </p:nvGrpSpPr>
              <p:grpSpPr>
                <a:xfrm>
                  <a:off x="7536387" y="3930512"/>
                  <a:ext cx="581320" cy="595454"/>
                  <a:chOff x="6968341" y="3612013"/>
                  <a:chExt cx="755935" cy="774314"/>
                </a:xfrm>
              </p:grpSpPr>
              <p:sp>
                <p:nvSpPr>
                  <p:cNvPr id="19" name="사각형: 둥근 모서리 18">
                    <a:extLst>
                      <a:ext uri="{FF2B5EF4-FFF2-40B4-BE49-F238E27FC236}">
                        <a16:creationId xmlns:a16="http://schemas.microsoft.com/office/drawing/2014/main" id="{FC341447-42E1-A364-AA91-492B9FAF3988}"/>
                      </a:ext>
                    </a:extLst>
                  </p:cNvPr>
                  <p:cNvSpPr/>
                  <p:nvPr/>
                </p:nvSpPr>
                <p:spPr>
                  <a:xfrm flipH="1">
                    <a:off x="6968341" y="3612013"/>
                    <a:ext cx="505001" cy="77431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20" name="사각형: 둥근 모서리 19">
                    <a:extLst>
                      <a:ext uri="{FF2B5EF4-FFF2-40B4-BE49-F238E27FC236}">
                        <a16:creationId xmlns:a16="http://schemas.microsoft.com/office/drawing/2014/main" id="{3841973F-1648-B7B2-342D-30ECAF5819FD}"/>
                      </a:ext>
                    </a:extLst>
                  </p:cNvPr>
                  <p:cNvSpPr/>
                  <p:nvPr/>
                </p:nvSpPr>
                <p:spPr>
                  <a:xfrm rot="17911201" flipH="1">
                    <a:off x="7409375" y="3684717"/>
                    <a:ext cx="225974" cy="40382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8" name="자유형: 도형 17">
                  <a:extLst>
                    <a:ext uri="{FF2B5EF4-FFF2-40B4-BE49-F238E27FC236}">
                      <a16:creationId xmlns:a16="http://schemas.microsoft.com/office/drawing/2014/main" id="{ADD70963-ECCE-E77B-A3FA-2FB0AC612761}"/>
                    </a:ext>
                  </a:extLst>
                </p:cNvPr>
                <p:cNvSpPr/>
                <p:nvPr/>
              </p:nvSpPr>
              <p:spPr>
                <a:xfrm rot="20364504" flipH="1">
                  <a:off x="7762760" y="4458293"/>
                  <a:ext cx="666703" cy="728021"/>
                </a:xfrm>
                <a:custGeom>
                  <a:avLst/>
                  <a:gdLst>
                    <a:gd name="connsiteX0" fmla="*/ 141748 w 666703"/>
                    <a:gd name="connsiteY0" fmla="*/ 13262 h 728021"/>
                    <a:gd name="connsiteX1" fmla="*/ 38675 w 666703"/>
                    <a:gd name="connsiteY1" fmla="*/ 168763 h 728021"/>
                    <a:gd name="connsiteX2" fmla="*/ 38675 w 666703"/>
                    <a:gd name="connsiteY2" fmla="*/ 324841 h 728021"/>
                    <a:gd name="connsiteX3" fmla="*/ 40517 w 666703"/>
                    <a:gd name="connsiteY3" fmla="*/ 333966 h 728021"/>
                    <a:gd name="connsiteX4" fmla="*/ 35508 w 666703"/>
                    <a:gd name="connsiteY4" fmla="*/ 531304 h 728021"/>
                    <a:gd name="connsiteX5" fmla="*/ 38677 w 666703"/>
                    <a:gd name="connsiteY5" fmla="*/ 531384 h 728021"/>
                    <a:gd name="connsiteX6" fmla="*/ 0 w 666703"/>
                    <a:gd name="connsiteY6" fmla="*/ 728021 h 728021"/>
                    <a:gd name="connsiteX7" fmla="*/ 171097 w 666703"/>
                    <a:gd name="connsiteY7" fmla="*/ 663738 h 728021"/>
                    <a:gd name="connsiteX8" fmla="*/ 168959 w 666703"/>
                    <a:gd name="connsiteY8" fmla="*/ 660730 h 728021"/>
                    <a:gd name="connsiteX9" fmla="*/ 639374 w 666703"/>
                    <a:gd name="connsiteY9" fmla="*/ 483992 h 728021"/>
                    <a:gd name="connsiteX10" fmla="*/ 613925 w 666703"/>
                    <a:gd name="connsiteY10" fmla="*/ 471979 h 728021"/>
                    <a:gd name="connsiteX11" fmla="*/ 664951 w 666703"/>
                    <a:gd name="connsiteY11" fmla="*/ 471946 h 728021"/>
                    <a:gd name="connsiteX12" fmla="*/ 664862 w 666703"/>
                    <a:gd name="connsiteY12" fmla="*/ 333961 h 728021"/>
                    <a:gd name="connsiteX13" fmla="*/ 666703 w 666703"/>
                    <a:gd name="connsiteY13" fmla="*/ 324841 h 728021"/>
                    <a:gd name="connsiteX14" fmla="*/ 666703 w 666703"/>
                    <a:gd name="connsiteY14" fmla="*/ 168763 h 728021"/>
                    <a:gd name="connsiteX15" fmla="*/ 664748 w 666703"/>
                    <a:gd name="connsiteY15" fmla="*/ 159083 h 728021"/>
                    <a:gd name="connsiteX16" fmla="*/ 664740 w 666703"/>
                    <a:gd name="connsiteY16" fmla="*/ 145949 h 728021"/>
                    <a:gd name="connsiteX17" fmla="*/ 662487 w 666703"/>
                    <a:gd name="connsiteY17" fmla="*/ 147884 h 728021"/>
                    <a:gd name="connsiteX18" fmla="*/ 653441 w 666703"/>
                    <a:gd name="connsiteY18" fmla="*/ 103073 h 728021"/>
                    <a:gd name="connsiteX19" fmla="*/ 497940 w 666703"/>
                    <a:gd name="connsiteY19" fmla="*/ 0 h 728021"/>
                    <a:gd name="connsiteX20" fmla="*/ 207438 w 666703"/>
                    <a:gd name="connsiteY20" fmla="*/ 0 h 728021"/>
                    <a:gd name="connsiteX21" fmla="*/ 141748 w 666703"/>
                    <a:gd name="connsiteY21" fmla="*/ 13262 h 728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666703" h="728021">
                      <a:moveTo>
                        <a:pt x="141748" y="13262"/>
                      </a:moveTo>
                      <a:cubicBezTo>
                        <a:pt x="81176" y="38882"/>
                        <a:pt x="38675" y="98859"/>
                        <a:pt x="38675" y="168763"/>
                      </a:cubicBezTo>
                      <a:lnTo>
                        <a:pt x="38675" y="324841"/>
                      </a:lnTo>
                      <a:lnTo>
                        <a:pt x="40517" y="333966"/>
                      </a:lnTo>
                      <a:lnTo>
                        <a:pt x="35508" y="531304"/>
                      </a:lnTo>
                      <a:lnTo>
                        <a:pt x="38677" y="531384"/>
                      </a:lnTo>
                      <a:lnTo>
                        <a:pt x="0" y="728021"/>
                      </a:lnTo>
                      <a:lnTo>
                        <a:pt x="171097" y="663738"/>
                      </a:lnTo>
                      <a:lnTo>
                        <a:pt x="168959" y="660730"/>
                      </a:lnTo>
                      <a:lnTo>
                        <a:pt x="639374" y="483992"/>
                      </a:lnTo>
                      <a:lnTo>
                        <a:pt x="613925" y="471979"/>
                      </a:lnTo>
                      <a:lnTo>
                        <a:pt x="664951" y="471946"/>
                      </a:lnTo>
                      <a:lnTo>
                        <a:pt x="664862" y="333961"/>
                      </a:lnTo>
                      <a:lnTo>
                        <a:pt x="666703" y="324841"/>
                      </a:lnTo>
                      <a:lnTo>
                        <a:pt x="666703" y="168763"/>
                      </a:lnTo>
                      <a:lnTo>
                        <a:pt x="664748" y="159083"/>
                      </a:lnTo>
                      <a:lnTo>
                        <a:pt x="664740" y="145949"/>
                      </a:lnTo>
                      <a:lnTo>
                        <a:pt x="662487" y="147884"/>
                      </a:lnTo>
                      <a:lnTo>
                        <a:pt x="653441" y="103073"/>
                      </a:lnTo>
                      <a:cubicBezTo>
                        <a:pt x="627821" y="42501"/>
                        <a:pt x="567844" y="0"/>
                        <a:pt x="497940" y="0"/>
                      </a:cubicBezTo>
                      <a:lnTo>
                        <a:pt x="207438" y="0"/>
                      </a:lnTo>
                      <a:cubicBezTo>
                        <a:pt x="184137" y="0"/>
                        <a:pt x="161939" y="4723"/>
                        <a:pt x="141748" y="13262"/>
                      </a:cubicBezTo>
                      <a:close/>
                    </a:path>
                  </a:pathLst>
                </a:cu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76D0301-9FC8-65DD-2CAD-4C9AA54156D5}"/>
                  </a:ext>
                </a:extLst>
              </p:cNvPr>
              <p:cNvGrpSpPr/>
              <p:nvPr/>
            </p:nvGrpSpPr>
            <p:grpSpPr>
              <a:xfrm>
                <a:off x="4277360" y="2286287"/>
                <a:ext cx="3637280" cy="2285430"/>
                <a:chOff x="4277360" y="2286287"/>
                <a:chExt cx="3637280" cy="228543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7C7DA72D-9D5B-3BE0-8CD0-F78D62E15DF3}"/>
                    </a:ext>
                  </a:extLst>
                </p:cNvPr>
                <p:cNvSpPr/>
                <p:nvPr/>
              </p:nvSpPr>
              <p:spPr>
                <a:xfrm>
                  <a:off x="4277360" y="2286287"/>
                  <a:ext cx="3637280" cy="2285426"/>
                </a:xfrm>
                <a:prstGeom prst="roundRect">
                  <a:avLst>
                    <a:gd name="adj" fmla="val 12133"/>
                  </a:avLst>
                </a:prstGeom>
                <a:solidFill>
                  <a:srgbClr val="B69172">
                    <a:alpha val="60000"/>
                  </a:srgbClr>
                </a:solidFill>
                <a:ln>
                  <a:solidFill>
                    <a:srgbClr val="000000">
                      <a:alpha val="50196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35" name="그룹 34">
                  <a:extLst>
                    <a:ext uri="{FF2B5EF4-FFF2-40B4-BE49-F238E27FC236}">
                      <a16:creationId xmlns:a16="http://schemas.microsoft.com/office/drawing/2014/main" id="{B369C9E8-CED2-4262-EBF9-58827ACB84C5}"/>
                    </a:ext>
                  </a:extLst>
                </p:cNvPr>
                <p:cNvGrpSpPr/>
                <p:nvPr/>
              </p:nvGrpSpPr>
              <p:grpSpPr>
                <a:xfrm>
                  <a:off x="4611168" y="2413120"/>
                  <a:ext cx="2969664" cy="2158597"/>
                  <a:chOff x="4611168" y="2495845"/>
                  <a:chExt cx="2969664" cy="2158597"/>
                </a:xfrm>
              </p:grpSpPr>
              <p:grpSp>
                <p:nvGrpSpPr>
                  <p:cNvPr id="64" name="그룹 63">
                    <a:extLst>
                      <a:ext uri="{FF2B5EF4-FFF2-40B4-BE49-F238E27FC236}">
                        <a16:creationId xmlns:a16="http://schemas.microsoft.com/office/drawing/2014/main" id="{298220E8-BD74-1651-42C8-DC864CFBFF0D}"/>
                      </a:ext>
                    </a:extLst>
                  </p:cNvPr>
                  <p:cNvGrpSpPr/>
                  <p:nvPr/>
                </p:nvGrpSpPr>
                <p:grpSpPr>
                  <a:xfrm>
                    <a:off x="4611168" y="2495845"/>
                    <a:ext cx="2969664" cy="806667"/>
                    <a:chOff x="4569597" y="2506005"/>
                    <a:chExt cx="2276729" cy="618441"/>
                  </a:xfrm>
                </p:grpSpPr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CD191627-B463-232B-1871-177A2ECA34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69597" y="2506005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7550EB37-E879-9853-9D04-090220B5CD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9184" y="2506005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880467F4-DBE3-4CC3-FEA3-55E801A7BA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771" y="2506005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</p:grp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750A294B-1CF1-626A-065E-70CF4B44978A}"/>
                      </a:ext>
                    </a:extLst>
                  </p:cNvPr>
                  <p:cNvGrpSpPr/>
                  <p:nvPr/>
                </p:nvGrpSpPr>
                <p:grpSpPr>
                  <a:xfrm>
                    <a:off x="4611168" y="3410945"/>
                    <a:ext cx="2969664" cy="1243497"/>
                    <a:chOff x="4569597" y="2409568"/>
                    <a:chExt cx="2276729" cy="953342"/>
                  </a:xfrm>
                </p:grpSpPr>
                <p:sp>
                  <p:nvSpPr>
                    <p:cNvPr id="66" name="직사각형 65">
                      <a:extLst>
                        <a:ext uri="{FF2B5EF4-FFF2-40B4-BE49-F238E27FC236}">
                          <a16:creationId xmlns:a16="http://schemas.microsoft.com/office/drawing/2014/main" id="{817B84AC-45C1-8A7F-C4F7-832EED7AEA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69597" y="2409569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  <p:sp>
                  <p:nvSpPr>
                    <p:cNvPr id="67" name="직사각형 66">
                      <a:extLst>
                        <a:ext uri="{FF2B5EF4-FFF2-40B4-BE49-F238E27FC236}">
                          <a16:creationId xmlns:a16="http://schemas.microsoft.com/office/drawing/2014/main" id="{67241F57-4376-AB9E-EA31-8AC478AC8E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9184" y="2409568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68" name="직사각형 67">
                      <a:extLst>
                        <a:ext uri="{FF2B5EF4-FFF2-40B4-BE49-F238E27FC236}">
                          <a16:creationId xmlns:a16="http://schemas.microsoft.com/office/drawing/2014/main" id="{F849B22D-F015-E1D3-5A1E-FADAFA74E3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771" y="2409569"/>
                      <a:ext cx="617555" cy="618441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  <p:sp>
                  <p:nvSpPr>
                    <p:cNvPr id="69" name="직사각형 68">
                      <a:extLst>
                        <a:ext uri="{FF2B5EF4-FFF2-40B4-BE49-F238E27FC236}">
                          <a16:creationId xmlns:a16="http://schemas.microsoft.com/office/drawing/2014/main" id="{0082852F-27E1-7CFA-33D9-A382C1DAAE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69597" y="3128661"/>
                      <a:ext cx="617555" cy="234249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  <p:sp>
                  <p:nvSpPr>
                    <p:cNvPr id="70" name="직사각형 69">
                      <a:extLst>
                        <a:ext uri="{FF2B5EF4-FFF2-40B4-BE49-F238E27FC236}">
                          <a16:creationId xmlns:a16="http://schemas.microsoft.com/office/drawing/2014/main" id="{CC739C05-3078-81FE-F10B-A5515053D1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9184" y="3128660"/>
                      <a:ext cx="617555" cy="234249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898B0D63-63EB-5511-D9D5-25A5638954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771" y="3128661"/>
                      <a:ext cx="617555" cy="234249"/>
                    </a:xfrm>
                    <a:prstGeom prst="rect">
                      <a:avLst/>
                    </a:prstGeom>
                    <a:solidFill>
                      <a:srgbClr val="D1D1D1">
                        <a:alpha val="50196"/>
                      </a:srgb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dirty="0"/>
                    </a:p>
                  </p:txBody>
                </p:sp>
              </p:grpSp>
            </p:grpSp>
            <p:grpSp>
              <p:nvGrpSpPr>
                <p:cNvPr id="37" name="그룹 36">
                  <a:extLst>
                    <a:ext uri="{FF2B5EF4-FFF2-40B4-BE49-F238E27FC236}">
                      <a16:creationId xmlns:a16="http://schemas.microsoft.com/office/drawing/2014/main" id="{C0962AA1-B66E-EB2F-8FD4-76E56C54C03A}"/>
                    </a:ext>
                  </a:extLst>
                </p:cNvPr>
                <p:cNvGrpSpPr/>
                <p:nvPr/>
              </p:nvGrpSpPr>
              <p:grpSpPr>
                <a:xfrm>
                  <a:off x="4647579" y="2424303"/>
                  <a:ext cx="733191" cy="733191"/>
                  <a:chOff x="929149" y="3982373"/>
                  <a:chExt cx="914400" cy="914400"/>
                </a:xfrm>
              </p:grpSpPr>
              <p:grpSp>
                <p:nvGrpSpPr>
                  <p:cNvPr id="40" name="그룹 39">
                    <a:extLst>
                      <a:ext uri="{FF2B5EF4-FFF2-40B4-BE49-F238E27FC236}">
                        <a16:creationId xmlns:a16="http://schemas.microsoft.com/office/drawing/2014/main" id="{F656DE12-A6E0-42EE-677E-484EFCE4D2EA}"/>
                      </a:ext>
                    </a:extLst>
                  </p:cNvPr>
                  <p:cNvGrpSpPr/>
                  <p:nvPr/>
                </p:nvGrpSpPr>
                <p:grpSpPr>
                  <a:xfrm>
                    <a:off x="1034320" y="4241760"/>
                    <a:ext cx="695520" cy="396720"/>
                    <a:chOff x="1034320" y="4241760"/>
                    <a:chExt cx="695520" cy="39672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5">
                      <p14:nvContentPartPr>
                        <p14:cNvPr id="42" name="잉크 41">
                          <a:extLst>
                            <a:ext uri="{FF2B5EF4-FFF2-40B4-BE49-F238E27FC236}">
                              <a16:creationId xmlns:a16="http://schemas.microsoft.com/office/drawing/2014/main" id="{4C78BEE2-2D54-9754-2987-5AE28FB1B372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198480" y="4637760"/>
                        <a:ext cx="333360" cy="720"/>
                      </p14:xfrm>
                    </p:contentPart>
                  </mc:Choice>
                  <mc:Fallback xmlns="">
                    <p:pic>
                      <p:nvPicPr>
                        <p:cNvPr id="42" name="잉크 41">
                          <a:extLst>
                            <a:ext uri="{FF2B5EF4-FFF2-40B4-BE49-F238E27FC236}">
                              <a16:creationId xmlns:a16="http://schemas.microsoft.com/office/drawing/2014/main" id="{4C78BEE2-2D54-9754-2987-5AE28FB1B37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120412" y="4511760"/>
                          <a:ext cx="489945" cy="25200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7">
                      <p14:nvContentPartPr>
                        <p14:cNvPr id="43" name="잉크 42">
                          <a:extLst>
                            <a:ext uri="{FF2B5EF4-FFF2-40B4-BE49-F238E27FC236}">
                              <a16:creationId xmlns:a16="http://schemas.microsoft.com/office/drawing/2014/main" id="{C8D942D7-A944-DB24-8060-A08D31C7C256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112800" y="4510680"/>
                        <a:ext cx="407880" cy="103680"/>
                      </p14:xfrm>
                    </p:contentPart>
                  </mc:Choice>
                  <mc:Fallback xmlns="">
                    <p:pic>
                      <p:nvPicPr>
                        <p:cNvPr id="43" name="잉크 42">
                          <a:extLst>
                            <a:ext uri="{FF2B5EF4-FFF2-40B4-BE49-F238E27FC236}">
                              <a16:creationId xmlns:a16="http://schemas.microsoft.com/office/drawing/2014/main" id="{C8D942D7-A944-DB24-8060-A08D31C7C25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1034275" y="4432583"/>
                          <a:ext cx="564481" cy="260322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9">
                      <p14:nvContentPartPr>
                        <p14:cNvPr id="44" name="잉크 43">
                          <a:extLst>
                            <a:ext uri="{FF2B5EF4-FFF2-40B4-BE49-F238E27FC236}">
                              <a16:creationId xmlns:a16="http://schemas.microsoft.com/office/drawing/2014/main" id="{E99EC9CE-573B-5B66-F304-C46556ADFC5F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104880" y="4523640"/>
                        <a:ext cx="360" cy="360"/>
                      </p14:xfrm>
                    </p:contentPart>
                  </mc:Choice>
                  <mc:Fallback xmlns="">
                    <p:pic>
                      <p:nvPicPr>
                        <p:cNvPr id="44" name="잉크 43">
                          <a:extLst>
                            <a:ext uri="{FF2B5EF4-FFF2-40B4-BE49-F238E27FC236}">
                              <a16:creationId xmlns:a16="http://schemas.microsoft.com/office/drawing/2014/main" id="{E99EC9CE-573B-5B66-F304-C46556ADFC5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041880" y="4460640"/>
                          <a:ext cx="126000" cy="12600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11">
                      <p14:nvContentPartPr>
                        <p14:cNvPr id="45" name="잉크 44">
                          <a:extLst>
                            <a:ext uri="{FF2B5EF4-FFF2-40B4-BE49-F238E27FC236}">
                              <a16:creationId xmlns:a16="http://schemas.microsoft.com/office/drawing/2014/main" id="{C0333A05-4879-69E3-7BE4-F45C41119006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034320" y="4409160"/>
                        <a:ext cx="131400" cy="67320"/>
                      </p14:xfrm>
                    </p:contentPart>
                  </mc:Choice>
                  <mc:Fallback xmlns="">
                    <p:pic>
                      <p:nvPicPr>
                        <p:cNvPr id="45" name="잉크 44">
                          <a:extLst>
                            <a:ext uri="{FF2B5EF4-FFF2-40B4-BE49-F238E27FC236}">
                              <a16:creationId xmlns:a16="http://schemas.microsoft.com/office/drawing/2014/main" id="{C0333A05-4879-69E3-7BE4-F45C4111900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023108" y="4398389"/>
                          <a:ext cx="153375" cy="89311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13">
                      <p14:nvContentPartPr>
                        <p14:cNvPr id="46" name="잉크 45">
                          <a:extLst>
                            <a:ext uri="{FF2B5EF4-FFF2-40B4-BE49-F238E27FC236}">
                              <a16:creationId xmlns:a16="http://schemas.microsoft.com/office/drawing/2014/main" id="{10E89190-BEA0-8C8B-44F7-B9265649BFB1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636240" y="4369200"/>
                        <a:ext cx="85320" cy="19440"/>
                      </p14:xfrm>
                    </p:contentPart>
                  </mc:Choice>
                  <mc:Fallback xmlns="">
                    <p:pic>
                      <p:nvPicPr>
                        <p:cNvPr id="46" name="잉크 45">
                          <a:extLst>
                            <a:ext uri="{FF2B5EF4-FFF2-40B4-BE49-F238E27FC236}">
                              <a16:creationId xmlns:a16="http://schemas.microsoft.com/office/drawing/2014/main" id="{10E89190-BEA0-8C8B-44F7-B9265649BFB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625014" y="4357898"/>
                          <a:ext cx="107324" cy="41593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p:grpSp>
                  <p:nvGrpSpPr>
                    <p:cNvPr id="47" name="그룹 46">
                      <a:extLst>
                        <a:ext uri="{FF2B5EF4-FFF2-40B4-BE49-F238E27FC236}">
                          <a16:creationId xmlns:a16="http://schemas.microsoft.com/office/drawing/2014/main" id="{66CF4C31-5AD7-067B-D8B2-48B1005152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1960" y="4241760"/>
                      <a:ext cx="317880" cy="388800"/>
                      <a:chOff x="1411960" y="4241760"/>
                      <a:chExt cx="317880" cy="388800"/>
                    </a:xfrm>
                  </p:grpSpPr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15">
                        <p14:nvContentPartPr>
                          <p14:cNvPr id="48" name="잉크 47">
                            <a:extLst>
                              <a:ext uri="{FF2B5EF4-FFF2-40B4-BE49-F238E27FC236}">
                                <a16:creationId xmlns:a16="http://schemas.microsoft.com/office/drawing/2014/main" id="{4132439F-3BC7-1D86-8F61-5DC0F4823CF9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485760" y="425184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48" name="잉크 47">
                            <a:extLst>
                              <a:ext uri="{FF2B5EF4-FFF2-40B4-BE49-F238E27FC236}">
                                <a16:creationId xmlns:a16="http://schemas.microsoft.com/office/drawing/2014/main" id="{4132439F-3BC7-1D86-8F61-5DC0F4823CF9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22760" y="418884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16">
                        <p14:nvContentPartPr>
                          <p14:cNvPr id="49" name="잉크 48">
                            <a:extLst>
                              <a:ext uri="{FF2B5EF4-FFF2-40B4-BE49-F238E27FC236}">
                                <a16:creationId xmlns:a16="http://schemas.microsoft.com/office/drawing/2014/main" id="{D06B3831-C09B-2B8C-A642-35FD232110E7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460200" y="427956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49" name="잉크 48">
                            <a:extLst>
                              <a:ext uri="{FF2B5EF4-FFF2-40B4-BE49-F238E27FC236}">
                                <a16:creationId xmlns:a16="http://schemas.microsoft.com/office/drawing/2014/main" id="{D06B3831-C09B-2B8C-A642-35FD232110E7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397560" y="421692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17">
                        <p14:nvContentPartPr>
                          <p14:cNvPr id="50" name="잉크 49">
                            <a:extLst>
                              <a:ext uri="{FF2B5EF4-FFF2-40B4-BE49-F238E27FC236}">
                                <a16:creationId xmlns:a16="http://schemas.microsoft.com/office/drawing/2014/main" id="{66CE6A21-A707-042C-1BF7-0611E415F533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447600" y="432528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0" name="잉크 49">
                            <a:extLst>
                              <a:ext uri="{FF2B5EF4-FFF2-40B4-BE49-F238E27FC236}">
                                <a16:creationId xmlns:a16="http://schemas.microsoft.com/office/drawing/2014/main" id="{66CE6A21-A707-042C-1BF7-0611E415F533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384960" y="426264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18">
                        <p14:nvContentPartPr>
                          <p14:cNvPr id="51" name="잉크 50">
                            <a:extLst>
                              <a:ext uri="{FF2B5EF4-FFF2-40B4-BE49-F238E27FC236}">
                                <a16:creationId xmlns:a16="http://schemas.microsoft.com/office/drawing/2014/main" id="{7806155C-E2EE-9F67-DB78-3144639E17DA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465600" y="437892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1" name="잉크 50">
                            <a:extLst>
                              <a:ext uri="{FF2B5EF4-FFF2-40B4-BE49-F238E27FC236}">
                                <a16:creationId xmlns:a16="http://schemas.microsoft.com/office/drawing/2014/main" id="{7806155C-E2EE-9F67-DB78-3144639E17DA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02600" y="431592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19">
                        <p14:nvContentPartPr>
                          <p14:cNvPr id="52" name="잉크 51">
                            <a:extLst>
                              <a:ext uri="{FF2B5EF4-FFF2-40B4-BE49-F238E27FC236}">
                                <a16:creationId xmlns:a16="http://schemas.microsoft.com/office/drawing/2014/main" id="{77B4852B-1AE6-D746-B1E6-7BB5035E64B6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34000" y="424176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2" name="잉크 51">
                            <a:extLst>
                              <a:ext uri="{FF2B5EF4-FFF2-40B4-BE49-F238E27FC236}">
                                <a16:creationId xmlns:a16="http://schemas.microsoft.com/office/drawing/2014/main" id="{77B4852B-1AE6-D746-B1E6-7BB5035E64B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71000" y="417876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0">
                        <p14:nvContentPartPr>
                          <p14:cNvPr id="53" name="잉크 52">
                            <a:extLst>
                              <a:ext uri="{FF2B5EF4-FFF2-40B4-BE49-F238E27FC236}">
                                <a16:creationId xmlns:a16="http://schemas.microsoft.com/office/drawing/2014/main" id="{D5D699AF-3856-47FB-7071-6AEC09162F81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82240" y="426696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3" name="잉크 52">
                            <a:extLst>
                              <a:ext uri="{FF2B5EF4-FFF2-40B4-BE49-F238E27FC236}">
                                <a16:creationId xmlns:a16="http://schemas.microsoft.com/office/drawing/2014/main" id="{D5D699AF-3856-47FB-7071-6AEC09162F81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519240" y="420396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1">
                        <p14:nvContentPartPr>
                          <p14:cNvPr id="54" name="잉크 53">
                            <a:extLst>
                              <a:ext uri="{FF2B5EF4-FFF2-40B4-BE49-F238E27FC236}">
                                <a16:creationId xmlns:a16="http://schemas.microsoft.com/office/drawing/2014/main" id="{286D6CD7-5F64-89BB-F030-8DD4D6BBB68C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94840" y="432024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4" name="잉크 53">
                            <a:extLst>
                              <a:ext uri="{FF2B5EF4-FFF2-40B4-BE49-F238E27FC236}">
                                <a16:creationId xmlns:a16="http://schemas.microsoft.com/office/drawing/2014/main" id="{286D6CD7-5F64-89BB-F030-8DD4D6BBB68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532200" y="425760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2">
                        <p14:nvContentPartPr>
                          <p14:cNvPr id="55" name="잉크 54">
                            <a:extLst>
                              <a:ext uri="{FF2B5EF4-FFF2-40B4-BE49-F238E27FC236}">
                                <a16:creationId xmlns:a16="http://schemas.microsoft.com/office/drawing/2014/main" id="{79B8EC32-A712-6B07-9C21-D160DD43AFB9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59560" y="437100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5" name="잉크 54">
                            <a:extLst>
                              <a:ext uri="{FF2B5EF4-FFF2-40B4-BE49-F238E27FC236}">
                                <a16:creationId xmlns:a16="http://schemas.microsoft.com/office/drawing/2014/main" id="{79B8EC32-A712-6B07-9C21-D160DD43AFB9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96560" y="430836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3">
                        <p14:nvContentPartPr>
                          <p14:cNvPr id="56" name="잉크 55">
                            <a:extLst>
                              <a:ext uri="{FF2B5EF4-FFF2-40B4-BE49-F238E27FC236}">
                                <a16:creationId xmlns:a16="http://schemas.microsoft.com/office/drawing/2014/main" id="{15D51C15-AC79-CB6A-A8B4-930F855A52AF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28960" y="439404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6" name="잉크 55">
                            <a:extLst>
                              <a:ext uri="{FF2B5EF4-FFF2-40B4-BE49-F238E27FC236}">
                                <a16:creationId xmlns:a16="http://schemas.microsoft.com/office/drawing/2014/main" id="{15D51C15-AC79-CB6A-A8B4-930F855A52AF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65960" y="433104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4">
                        <p14:nvContentPartPr>
                          <p14:cNvPr id="57" name="잉크 56">
                            <a:extLst>
                              <a:ext uri="{FF2B5EF4-FFF2-40B4-BE49-F238E27FC236}">
                                <a16:creationId xmlns:a16="http://schemas.microsoft.com/office/drawing/2014/main" id="{53AD921C-A88B-5D15-4F24-6430B143F62B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411960" y="451068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7" name="잉크 56">
                            <a:extLst>
                              <a:ext uri="{FF2B5EF4-FFF2-40B4-BE49-F238E27FC236}">
                                <a16:creationId xmlns:a16="http://schemas.microsoft.com/office/drawing/2014/main" id="{53AD921C-A88B-5D15-4F24-6430B143F62B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349320" y="444804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5">
                        <p14:nvContentPartPr>
                          <p14:cNvPr id="58" name="잉크 57">
                            <a:extLst>
                              <a:ext uri="{FF2B5EF4-FFF2-40B4-BE49-F238E27FC236}">
                                <a16:creationId xmlns:a16="http://schemas.microsoft.com/office/drawing/2014/main" id="{0EA2BEEA-5947-35B7-5E33-90293E0EAF0E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59560" y="4617600"/>
                          <a:ext cx="360" cy="720"/>
                        </p14:xfrm>
                      </p:contentPart>
                    </mc:Choice>
                    <mc:Fallback xmlns="">
                      <p:pic>
                        <p:nvPicPr>
                          <p:cNvPr id="58" name="잉크 57">
                            <a:extLst>
                              <a:ext uri="{FF2B5EF4-FFF2-40B4-BE49-F238E27FC236}">
                                <a16:creationId xmlns:a16="http://schemas.microsoft.com/office/drawing/2014/main" id="{0EA2BEEA-5947-35B7-5E33-90293E0EAF0E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26"/>
                          <a:stretch>
                            <a:fillRect/>
                          </a:stretch>
                        </p:blipFill>
                        <p:spPr>
                          <a:xfrm>
                            <a:off x="1496560" y="4554600"/>
                            <a:ext cx="126000" cy="12636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7">
                        <p14:nvContentPartPr>
                          <p14:cNvPr id="59" name="잉크 58">
                            <a:extLst>
                              <a:ext uri="{FF2B5EF4-FFF2-40B4-BE49-F238E27FC236}">
                                <a16:creationId xmlns:a16="http://schemas.microsoft.com/office/drawing/2014/main" id="{632EA09C-DCAA-015F-4CA7-07973966FEB3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57040" y="463020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59" name="잉크 58">
                            <a:extLst>
                              <a:ext uri="{FF2B5EF4-FFF2-40B4-BE49-F238E27FC236}">
                                <a16:creationId xmlns:a16="http://schemas.microsoft.com/office/drawing/2014/main" id="{632EA09C-DCAA-015F-4CA7-07973966FEB3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94040" y="456720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8">
                        <p14:nvContentPartPr>
                          <p14:cNvPr id="60" name="잉크 59">
                            <a:extLst>
                              <a:ext uri="{FF2B5EF4-FFF2-40B4-BE49-F238E27FC236}">
                                <a16:creationId xmlns:a16="http://schemas.microsoft.com/office/drawing/2014/main" id="{A293922B-6DB1-EAB4-2F36-94E3E9CE3F17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62080" y="458196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60" name="잉크 59">
                            <a:extLst>
                              <a:ext uri="{FF2B5EF4-FFF2-40B4-BE49-F238E27FC236}">
                                <a16:creationId xmlns:a16="http://schemas.microsoft.com/office/drawing/2014/main" id="{A293922B-6DB1-EAB4-2F36-94E3E9CE3F17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99080" y="451896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29">
                        <p14:nvContentPartPr>
                          <p14:cNvPr id="61" name="잉크 60">
                            <a:extLst>
                              <a:ext uri="{FF2B5EF4-FFF2-40B4-BE49-F238E27FC236}">
                                <a16:creationId xmlns:a16="http://schemas.microsoft.com/office/drawing/2014/main" id="{E5E7397D-4D07-5F03-762C-F9C642AA4BBE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41560" y="4541280"/>
                          <a:ext cx="360" cy="360"/>
                        </p14:xfrm>
                      </p:contentPart>
                    </mc:Choice>
                    <mc:Fallback xmlns="">
                      <p:pic>
                        <p:nvPicPr>
                          <p:cNvPr id="61" name="잉크 60">
                            <a:extLst>
                              <a:ext uri="{FF2B5EF4-FFF2-40B4-BE49-F238E27FC236}">
                                <a16:creationId xmlns:a16="http://schemas.microsoft.com/office/drawing/2014/main" id="{E5E7397D-4D07-5F03-762C-F9C642AA4BBE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1478920" y="4478280"/>
                            <a:ext cx="126000" cy="126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30">
                        <p14:nvContentPartPr>
                          <p14:cNvPr id="62" name="잉크 61">
                            <a:extLst>
                              <a:ext uri="{FF2B5EF4-FFF2-40B4-BE49-F238E27FC236}">
                                <a16:creationId xmlns:a16="http://schemas.microsoft.com/office/drawing/2014/main" id="{0A113DDA-2D84-A233-7C25-845D5933EA78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588000" y="4365960"/>
                          <a:ext cx="141840" cy="360"/>
                        </p14:xfrm>
                      </p:contentPart>
                    </mc:Choice>
                    <mc:Fallback xmlns="">
                      <p:pic>
                        <p:nvPicPr>
                          <p:cNvPr id="62" name="잉크 61">
                            <a:extLst>
                              <a:ext uri="{FF2B5EF4-FFF2-40B4-BE49-F238E27FC236}">
                                <a16:creationId xmlns:a16="http://schemas.microsoft.com/office/drawing/2014/main" id="{0A113DDA-2D84-A233-7C25-845D5933EA78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1"/>
                          <a:stretch>
                            <a:fillRect/>
                          </a:stretch>
                        </p:blipFill>
                        <p:spPr>
                          <a:xfrm>
                            <a:off x="1576778" y="4357320"/>
                            <a:ext cx="163834" cy="18000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  <mc:AlternateContent xmlns:mc="http://schemas.openxmlformats.org/markup-compatibility/2006" xmlns:p14="http://schemas.microsoft.com/office/powerpoint/2010/main">
                    <mc:Choice Requires="p14">
                      <p:contentPart p14:bwMode="auto" r:id="rId32">
                        <p14:nvContentPartPr>
                          <p14:cNvPr id="63" name="잉크 62">
                            <a:extLst>
                              <a:ext uri="{FF2B5EF4-FFF2-40B4-BE49-F238E27FC236}">
                                <a16:creationId xmlns:a16="http://schemas.microsoft.com/office/drawing/2014/main" id="{D4825752-6728-7DC3-40E8-2682742121E2}"/>
                              </a:ext>
                            </a:extLst>
                          </p14:cNvPr>
                          <p14:cNvContentPartPr/>
                          <p14:nvPr/>
                        </p14:nvContentPartPr>
                        <p14:xfrm>
                          <a:off x="1631920" y="4391520"/>
                          <a:ext cx="39600" cy="10440"/>
                        </p14:xfrm>
                      </p:contentPart>
                    </mc:Choice>
                    <mc:Fallback xmlns="">
                      <p:pic>
                        <p:nvPicPr>
                          <p:cNvPr id="63" name="잉크 62">
                            <a:extLst>
                              <a:ext uri="{FF2B5EF4-FFF2-40B4-BE49-F238E27FC236}">
                                <a16:creationId xmlns:a16="http://schemas.microsoft.com/office/drawing/2014/main" id="{D4825752-6728-7DC3-40E8-2682742121E2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3"/>
                          <a:stretch>
                            <a:fillRect/>
                          </a:stretch>
                        </p:blipFill>
                        <p:spPr>
                          <a:xfrm>
                            <a:off x="1621120" y="4380645"/>
                            <a:ext cx="61650" cy="31755"/>
                          </a:xfrm>
                          <a:prstGeom prst="rect">
                            <a:avLst/>
                          </a:prstGeom>
                        </p:spPr>
                      </p:pic>
                    </mc:Fallback>
                  </mc:AlternateContent>
                </p:grpSp>
              </p:grpSp>
              <p:pic>
                <p:nvPicPr>
                  <p:cNvPr id="41" name="그래픽 40" descr="고무 오리 윤곽선">
                    <a:extLst>
                      <a:ext uri="{FF2B5EF4-FFF2-40B4-BE49-F238E27FC236}">
                        <a16:creationId xmlns:a16="http://schemas.microsoft.com/office/drawing/2014/main" id="{07D55898-7415-1D61-D645-F3D53ECE10C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4">
                    <a:extLst>
                      <a:ext uri="{96DAC541-7B7A-43D3-8B79-37D633B846F1}">
                        <asvg:svgBlip xmlns:asvg="http://schemas.microsoft.com/office/drawing/2016/SVG/main" r:embed="rId3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29149" y="3982373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44092A4E-167F-F8D0-9945-0293E591329E}"/>
                    </a:ext>
                  </a:extLst>
                </p:cNvPr>
                <p:cNvSpPr txBox="1"/>
                <p:nvPr/>
              </p:nvSpPr>
              <p:spPr>
                <a:xfrm>
                  <a:off x="4879355" y="2960871"/>
                  <a:ext cx="60842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ko-KR" sz="1200" dirty="0">
                      <a:solidFill>
                        <a:srgbClr val="C00000"/>
                      </a:solidFill>
                    </a:rPr>
                    <a:t>0.2kg</a:t>
                  </a:r>
                  <a:endParaRPr lang="ko-KR" altLang="en-US" sz="1200" dirty="0">
                    <a:solidFill>
                      <a:srgbClr val="C00000"/>
                    </a:solidFill>
                  </a:endParaRPr>
                </a:p>
              </p:txBody>
            </p:sp>
          </p:grp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A0B1C45-7943-3E75-483C-437C6A1E20BD}"/>
                </a:ext>
              </a:extLst>
            </p:cNvPr>
            <p:cNvSpPr txBox="1"/>
            <p:nvPr/>
          </p:nvSpPr>
          <p:spPr>
            <a:xfrm>
              <a:off x="3232332" y="2836960"/>
              <a:ext cx="43873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rgbClr val="C00000"/>
                  </a:solidFill>
                  <a:effectLst>
                    <a:glow rad="101600">
                      <a:schemeClr val="bg2">
                        <a:lumMod val="90000"/>
                        <a:alpha val="60000"/>
                      </a:schemeClr>
                    </a:glow>
                  </a:effectLst>
                </a:rPr>
                <a:t>0kg</a:t>
              </a:r>
              <a:endParaRPr lang="ko-KR" altLang="en-US" sz="1200" dirty="0">
                <a:solidFill>
                  <a:srgbClr val="C00000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964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78342-7DCC-B6AB-BBEB-D33B02DD4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DE5F3D-760E-5867-6FE3-E02DEEB72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500" y="953655"/>
            <a:ext cx="7429967" cy="5291870"/>
          </a:xfrm>
        </p:spPr>
        <p:txBody>
          <a:bodyPr/>
          <a:lstStyle/>
          <a:p>
            <a:r>
              <a:rPr lang="ko-KR" altLang="en-US" dirty="0"/>
              <a:t>수집한 </a:t>
            </a:r>
            <a:r>
              <a:rPr lang="en-US" altLang="ko-KR" dirty="0"/>
              <a:t>‘</a:t>
            </a:r>
            <a:r>
              <a:rPr lang="ko-KR" altLang="en-US" dirty="0"/>
              <a:t>자원</a:t>
            </a:r>
            <a:r>
              <a:rPr lang="en-US" altLang="ko-KR" dirty="0"/>
              <a:t>’</a:t>
            </a:r>
            <a:r>
              <a:rPr lang="ko-KR" altLang="en-US" dirty="0"/>
              <a:t>은 인벤토리로 이동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인벤토리는 개수</a:t>
            </a:r>
            <a:r>
              <a:rPr lang="en-US" altLang="ko-KR" dirty="0"/>
              <a:t>+</a:t>
            </a:r>
            <a:r>
              <a:rPr lang="ko-KR" altLang="en-US" dirty="0"/>
              <a:t>무게 제한</a:t>
            </a:r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ko-KR" altLang="en-US" dirty="0"/>
              <a:t>최대 </a:t>
            </a:r>
            <a:r>
              <a:rPr lang="en-US" altLang="ko-KR" dirty="0"/>
              <a:t>9</a:t>
            </a:r>
            <a:r>
              <a:rPr lang="ko-KR" altLang="en-US" dirty="0"/>
              <a:t>개의 자원을 최대 총 </a:t>
            </a:r>
            <a:r>
              <a:rPr lang="en-US" altLang="ko-KR" dirty="0"/>
              <a:t>30kg</a:t>
            </a:r>
            <a:r>
              <a:rPr lang="ko-KR" altLang="en-US" dirty="0"/>
              <a:t>까지 넣을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인벤토리가 꽉 찬 상태에서 자원을 획득하려 해도 주울 수 없다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인벤토리의 총 무게는 소수점 내림으로 표시된다</a:t>
            </a:r>
            <a:r>
              <a:rPr lang="en-US" altLang="ko-KR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BD726C-4A3F-6BB3-86D0-5249F153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188" y="81440"/>
            <a:ext cx="8287703" cy="817130"/>
          </a:xfrm>
        </p:spPr>
        <p:txBody>
          <a:bodyPr/>
          <a:lstStyle/>
          <a:p>
            <a:r>
              <a:rPr lang="ko-KR" altLang="en-US" dirty="0"/>
              <a:t>인벤토리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D5648E-B9DB-D90B-EF78-374C26871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D8CF1775-1D25-162B-8129-E8DD9771F8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249" y="1484597"/>
            <a:ext cx="4061072" cy="2288367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F1D64747-A7B4-ECE9-D85D-A9564E0B4C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974" y="3828049"/>
            <a:ext cx="4057623" cy="2286423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48FB47FB-926F-4E54-16A3-EE90C1C074F1}"/>
              </a:ext>
            </a:extLst>
          </p:cNvPr>
          <p:cNvGrpSpPr/>
          <p:nvPr/>
        </p:nvGrpSpPr>
        <p:grpSpPr>
          <a:xfrm>
            <a:off x="1814749" y="2167877"/>
            <a:ext cx="913211" cy="913211"/>
            <a:chOff x="929149" y="3982373"/>
            <a:chExt cx="914400" cy="914400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6695846E-F1F4-E89E-C4F7-DB8745917BBC}"/>
                </a:ext>
              </a:extLst>
            </p:cNvPr>
            <p:cNvGrpSpPr/>
            <p:nvPr/>
          </p:nvGrpSpPr>
          <p:grpSpPr>
            <a:xfrm>
              <a:off x="1034320" y="4241760"/>
              <a:ext cx="695520" cy="396720"/>
              <a:chOff x="1034320" y="4241760"/>
              <a:chExt cx="695520" cy="3967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690CBE7B-94A6-EA4B-45BF-8EBF1E2B4471}"/>
                      </a:ext>
                    </a:extLst>
                  </p14:cNvPr>
                  <p14:cNvContentPartPr/>
                  <p14:nvPr/>
                </p14:nvContentPartPr>
                <p14:xfrm>
                  <a:off x="1198480" y="4637760"/>
                  <a:ext cx="333360" cy="720"/>
                </p14:xfrm>
              </p:contentPart>
            </mc:Choice>
            <mc:Fallback xmlns=""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4C78BEE2-2D54-9754-2987-5AE28FB1B37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20412" y="4511760"/>
                    <a:ext cx="489945" cy="252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20379022-8BC2-C1E0-911F-8D548992B1FE}"/>
                      </a:ext>
                    </a:extLst>
                  </p14:cNvPr>
                  <p14:cNvContentPartPr/>
                  <p14:nvPr/>
                </p14:nvContentPartPr>
                <p14:xfrm>
                  <a:off x="1112800" y="4510680"/>
                  <a:ext cx="407880" cy="103680"/>
                </p14:xfrm>
              </p:contentPart>
            </mc:Choice>
            <mc:Fallback xmlns=""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C8D942D7-A944-DB24-8060-A08D31C7C25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34275" y="4432583"/>
                    <a:ext cx="564481" cy="2603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29" name="잉크 28">
                    <a:extLst>
                      <a:ext uri="{FF2B5EF4-FFF2-40B4-BE49-F238E27FC236}">
                        <a16:creationId xmlns:a16="http://schemas.microsoft.com/office/drawing/2014/main" id="{9A6F047F-88DA-4503-A3D2-D781833C1F59}"/>
                      </a:ext>
                    </a:extLst>
                  </p14:cNvPr>
                  <p14:cNvContentPartPr/>
                  <p14:nvPr/>
                </p14:nvContentPartPr>
                <p14:xfrm>
                  <a:off x="1104880" y="4523640"/>
                  <a:ext cx="360" cy="360"/>
                </p14:xfrm>
              </p:contentPart>
            </mc:Choice>
            <mc:Fallback xmlns="">
              <p:pic>
                <p:nvPicPr>
                  <p:cNvPr id="44" name="잉크 43">
                    <a:extLst>
                      <a:ext uri="{FF2B5EF4-FFF2-40B4-BE49-F238E27FC236}">
                        <a16:creationId xmlns:a16="http://schemas.microsoft.com/office/drawing/2014/main" id="{E99EC9CE-573B-5B66-F304-C46556ADFC5F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041880" y="4460640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5F61A87F-2EA1-1C36-5599-740C2201393E}"/>
                      </a:ext>
                    </a:extLst>
                  </p14:cNvPr>
                  <p14:cNvContentPartPr/>
                  <p14:nvPr/>
                </p14:nvContentPartPr>
                <p14:xfrm>
                  <a:off x="1034320" y="4409160"/>
                  <a:ext cx="131400" cy="67320"/>
                </p14:xfrm>
              </p:contentPart>
            </mc:Choice>
            <mc:Fallback xmlns=""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C0333A05-4879-69E3-7BE4-F45C41119006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23108" y="4398389"/>
                    <a:ext cx="153375" cy="893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F8BC3A44-B8FB-C9A3-1C3F-ED6735D87273}"/>
                      </a:ext>
                    </a:extLst>
                  </p14:cNvPr>
                  <p14:cNvContentPartPr/>
                  <p14:nvPr/>
                </p14:nvContentPartPr>
                <p14:xfrm>
                  <a:off x="1636240" y="4369200"/>
                  <a:ext cx="85320" cy="19440"/>
                </p14:xfrm>
              </p:contentPart>
            </mc:Choice>
            <mc:Fallback xmlns="">
              <p:pic>
                <p:nvPicPr>
                  <p:cNvPr id="46" name="잉크 45">
                    <a:extLst>
                      <a:ext uri="{FF2B5EF4-FFF2-40B4-BE49-F238E27FC236}">
                        <a16:creationId xmlns:a16="http://schemas.microsoft.com/office/drawing/2014/main" id="{10E89190-BEA0-8C8B-44F7-B9265649BFB1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1625014" y="4357898"/>
                    <a:ext cx="107324" cy="41593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3D04BC95-485A-DEC4-4331-C51B523041E4}"/>
                  </a:ext>
                </a:extLst>
              </p:cNvPr>
              <p:cNvGrpSpPr/>
              <p:nvPr/>
            </p:nvGrpSpPr>
            <p:grpSpPr>
              <a:xfrm>
                <a:off x="1411960" y="4241760"/>
                <a:ext cx="317880" cy="388800"/>
                <a:chOff x="1411960" y="4241760"/>
                <a:chExt cx="317880" cy="3888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33" name="잉크 32">
                      <a:extLst>
                        <a:ext uri="{FF2B5EF4-FFF2-40B4-BE49-F238E27FC236}">
                          <a16:creationId xmlns:a16="http://schemas.microsoft.com/office/drawing/2014/main" id="{C59D2D8C-D3F0-4A2E-2934-2020675715B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85760" y="4251840"/>
                    <a:ext cx="360" cy="360"/>
                  </p14:xfrm>
                </p:contentPart>
              </mc:Choice>
              <mc:Fallback xmlns="">
                <p:pic>
                  <p:nvPicPr>
                    <p:cNvPr id="48" name="잉크 47">
                      <a:extLst>
                        <a:ext uri="{FF2B5EF4-FFF2-40B4-BE49-F238E27FC236}">
                          <a16:creationId xmlns:a16="http://schemas.microsoft.com/office/drawing/2014/main" id="{4132439F-3BC7-1D86-8F61-5DC0F4823CF9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22760" y="418884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34" name="잉크 33">
                      <a:extLst>
                        <a:ext uri="{FF2B5EF4-FFF2-40B4-BE49-F238E27FC236}">
                          <a16:creationId xmlns:a16="http://schemas.microsoft.com/office/drawing/2014/main" id="{59073DD3-4DC4-B26B-001E-E61625FF36D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60200" y="4279560"/>
                    <a:ext cx="360" cy="360"/>
                  </p14:xfrm>
                </p:contentPart>
              </mc:Choice>
              <mc:Fallback xmlns="">
                <p:pic>
                  <p:nvPicPr>
                    <p:cNvPr id="49" name="잉크 48">
                      <a:extLst>
                        <a:ext uri="{FF2B5EF4-FFF2-40B4-BE49-F238E27FC236}">
                          <a16:creationId xmlns:a16="http://schemas.microsoft.com/office/drawing/2014/main" id="{D06B3831-C09B-2B8C-A642-35FD232110E7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397560" y="421692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35" name="잉크 34">
                      <a:extLst>
                        <a:ext uri="{FF2B5EF4-FFF2-40B4-BE49-F238E27FC236}">
                          <a16:creationId xmlns:a16="http://schemas.microsoft.com/office/drawing/2014/main" id="{0FD105EF-7745-526D-9296-C7BAAF33744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47600" y="4325280"/>
                    <a:ext cx="360" cy="360"/>
                  </p14:xfrm>
                </p:contentPart>
              </mc:Choice>
              <mc:Fallback xmlns="">
                <p:pic>
                  <p:nvPicPr>
                    <p:cNvPr id="50" name="잉크 49">
                      <a:extLst>
                        <a:ext uri="{FF2B5EF4-FFF2-40B4-BE49-F238E27FC236}">
                          <a16:creationId xmlns:a16="http://schemas.microsoft.com/office/drawing/2014/main" id="{66CE6A21-A707-042C-1BF7-0611E415F533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384960" y="426264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36" name="잉크 35">
                      <a:extLst>
                        <a:ext uri="{FF2B5EF4-FFF2-40B4-BE49-F238E27FC236}">
                          <a16:creationId xmlns:a16="http://schemas.microsoft.com/office/drawing/2014/main" id="{262316D6-B497-8FD6-D0CA-24B106FA559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65600" y="4378920"/>
                    <a:ext cx="360" cy="360"/>
                  </p14:xfrm>
                </p:contentPart>
              </mc:Choice>
              <mc:Fallback xmlns="">
                <p:pic>
                  <p:nvPicPr>
                    <p:cNvPr id="51" name="잉크 50">
                      <a:extLst>
                        <a:ext uri="{FF2B5EF4-FFF2-40B4-BE49-F238E27FC236}">
                          <a16:creationId xmlns:a16="http://schemas.microsoft.com/office/drawing/2014/main" id="{7806155C-E2EE-9F67-DB78-3144639E17DA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02600" y="431592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37" name="잉크 36">
                      <a:extLst>
                        <a:ext uri="{FF2B5EF4-FFF2-40B4-BE49-F238E27FC236}">
                          <a16:creationId xmlns:a16="http://schemas.microsoft.com/office/drawing/2014/main" id="{746C9C59-9FD8-B0EF-DEB9-3389C758164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34000" y="4241760"/>
                    <a:ext cx="360" cy="360"/>
                  </p14:xfrm>
                </p:contentPart>
              </mc:Choice>
              <mc:Fallback xmlns="">
                <p:pic>
                  <p:nvPicPr>
                    <p:cNvPr id="52" name="잉크 51">
                      <a:extLst>
                        <a:ext uri="{FF2B5EF4-FFF2-40B4-BE49-F238E27FC236}">
                          <a16:creationId xmlns:a16="http://schemas.microsoft.com/office/drawing/2014/main" id="{77B4852B-1AE6-D746-B1E6-7BB5035E64B6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71000" y="417876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0">
                  <p14:nvContentPartPr>
                    <p14:cNvPr id="38" name="잉크 37">
                      <a:extLst>
                        <a:ext uri="{FF2B5EF4-FFF2-40B4-BE49-F238E27FC236}">
                          <a16:creationId xmlns:a16="http://schemas.microsoft.com/office/drawing/2014/main" id="{F2AFA011-6A58-75E6-1471-C24A9F6580D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82240" y="4266960"/>
                    <a:ext cx="360" cy="360"/>
                  </p14:xfrm>
                </p:contentPart>
              </mc:Choice>
              <mc:Fallback xmlns="">
                <p:pic>
                  <p:nvPicPr>
                    <p:cNvPr id="53" name="잉크 52">
                      <a:extLst>
                        <a:ext uri="{FF2B5EF4-FFF2-40B4-BE49-F238E27FC236}">
                          <a16:creationId xmlns:a16="http://schemas.microsoft.com/office/drawing/2014/main" id="{D5D699AF-3856-47FB-7071-6AEC09162F81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519240" y="420396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39" name="잉크 38">
                      <a:extLst>
                        <a:ext uri="{FF2B5EF4-FFF2-40B4-BE49-F238E27FC236}">
                          <a16:creationId xmlns:a16="http://schemas.microsoft.com/office/drawing/2014/main" id="{C100AF58-F1E7-27C2-8D49-1BEF1001216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94840" y="4320240"/>
                    <a:ext cx="360" cy="360"/>
                  </p14:xfrm>
                </p:contentPart>
              </mc:Choice>
              <mc:Fallback xmlns="">
                <p:pic>
                  <p:nvPicPr>
                    <p:cNvPr id="54" name="잉크 53">
                      <a:extLst>
                        <a:ext uri="{FF2B5EF4-FFF2-40B4-BE49-F238E27FC236}">
                          <a16:creationId xmlns:a16="http://schemas.microsoft.com/office/drawing/2014/main" id="{286D6CD7-5F64-89BB-F030-8DD4D6BBB68C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532200" y="425760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2">
                  <p14:nvContentPartPr>
                    <p14:cNvPr id="40" name="잉크 39">
                      <a:extLst>
                        <a:ext uri="{FF2B5EF4-FFF2-40B4-BE49-F238E27FC236}">
                          <a16:creationId xmlns:a16="http://schemas.microsoft.com/office/drawing/2014/main" id="{27A7D3E9-1A8A-6CD4-443E-482316A2E62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59560" y="4371000"/>
                    <a:ext cx="360" cy="360"/>
                  </p14:xfrm>
                </p:contentPart>
              </mc:Choice>
              <mc:Fallback xmlns="">
                <p:pic>
                  <p:nvPicPr>
                    <p:cNvPr id="55" name="잉크 54">
                      <a:extLst>
                        <a:ext uri="{FF2B5EF4-FFF2-40B4-BE49-F238E27FC236}">
                          <a16:creationId xmlns:a16="http://schemas.microsoft.com/office/drawing/2014/main" id="{79B8EC32-A712-6B07-9C21-D160DD43AFB9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96560" y="430836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41" name="잉크 40">
                      <a:extLst>
                        <a:ext uri="{FF2B5EF4-FFF2-40B4-BE49-F238E27FC236}">
                          <a16:creationId xmlns:a16="http://schemas.microsoft.com/office/drawing/2014/main" id="{71D35C57-905B-589A-5C6C-2C54DA4A8F6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28960" y="4394040"/>
                    <a:ext cx="360" cy="360"/>
                  </p14:xfrm>
                </p:contentPart>
              </mc:Choice>
              <mc:Fallback xmlns="">
                <p:pic>
                  <p:nvPicPr>
                    <p:cNvPr id="56" name="잉크 55">
                      <a:extLst>
                        <a:ext uri="{FF2B5EF4-FFF2-40B4-BE49-F238E27FC236}">
                          <a16:creationId xmlns:a16="http://schemas.microsoft.com/office/drawing/2014/main" id="{15D51C15-AC79-CB6A-A8B4-930F855A52A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65960" y="433104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4">
                  <p14:nvContentPartPr>
                    <p14:cNvPr id="42" name="잉크 41">
                      <a:extLst>
                        <a:ext uri="{FF2B5EF4-FFF2-40B4-BE49-F238E27FC236}">
                          <a16:creationId xmlns:a16="http://schemas.microsoft.com/office/drawing/2014/main" id="{BADE7F4E-45B0-1F7D-11BE-62844E36A01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11960" y="4510680"/>
                    <a:ext cx="360" cy="360"/>
                  </p14:xfrm>
                </p:contentPart>
              </mc:Choice>
              <mc:Fallback xmlns="">
                <p:pic>
                  <p:nvPicPr>
                    <p:cNvPr id="57" name="잉크 56">
                      <a:extLst>
                        <a:ext uri="{FF2B5EF4-FFF2-40B4-BE49-F238E27FC236}">
                          <a16:creationId xmlns:a16="http://schemas.microsoft.com/office/drawing/2014/main" id="{53AD921C-A88B-5D15-4F24-6430B143F62B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349320" y="444804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43" name="잉크 42">
                      <a:extLst>
                        <a:ext uri="{FF2B5EF4-FFF2-40B4-BE49-F238E27FC236}">
                          <a16:creationId xmlns:a16="http://schemas.microsoft.com/office/drawing/2014/main" id="{E85F3F95-8D41-F8D4-38D1-7A65D45C3BC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59560" y="4617600"/>
                    <a:ext cx="360" cy="720"/>
                  </p14:xfrm>
                </p:contentPart>
              </mc:Choice>
              <mc:Fallback xmlns="">
                <p:pic>
                  <p:nvPicPr>
                    <p:cNvPr id="58" name="잉크 57">
                      <a:extLst>
                        <a:ext uri="{FF2B5EF4-FFF2-40B4-BE49-F238E27FC236}">
                          <a16:creationId xmlns:a16="http://schemas.microsoft.com/office/drawing/2014/main" id="{0EA2BEEA-5947-35B7-5E33-90293E0EAF0E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1496560" y="4554600"/>
                      <a:ext cx="126000" cy="1263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7">
                  <p14:nvContentPartPr>
                    <p14:cNvPr id="44" name="잉크 43">
                      <a:extLst>
                        <a:ext uri="{FF2B5EF4-FFF2-40B4-BE49-F238E27FC236}">
                          <a16:creationId xmlns:a16="http://schemas.microsoft.com/office/drawing/2014/main" id="{A292CD42-19F6-BFD4-BFA9-55A6FA60A7A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57040" y="4630200"/>
                    <a:ext cx="360" cy="360"/>
                  </p14:xfrm>
                </p:contentPart>
              </mc:Choice>
              <mc:Fallback xmlns="">
                <p:pic>
                  <p:nvPicPr>
                    <p:cNvPr id="59" name="잉크 58">
                      <a:extLst>
                        <a:ext uri="{FF2B5EF4-FFF2-40B4-BE49-F238E27FC236}">
                          <a16:creationId xmlns:a16="http://schemas.microsoft.com/office/drawing/2014/main" id="{632EA09C-DCAA-015F-4CA7-07973966FEB3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94040" y="456720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45" name="잉크 44">
                      <a:extLst>
                        <a:ext uri="{FF2B5EF4-FFF2-40B4-BE49-F238E27FC236}">
                          <a16:creationId xmlns:a16="http://schemas.microsoft.com/office/drawing/2014/main" id="{238A911B-F3B7-4BDB-B55B-5F82581F20B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62080" y="4581960"/>
                    <a:ext cx="360" cy="360"/>
                  </p14:xfrm>
                </p:contentPart>
              </mc:Choice>
              <mc:Fallback xmlns="">
                <p:pic>
                  <p:nvPicPr>
                    <p:cNvPr id="60" name="잉크 59">
                      <a:extLst>
                        <a:ext uri="{FF2B5EF4-FFF2-40B4-BE49-F238E27FC236}">
                          <a16:creationId xmlns:a16="http://schemas.microsoft.com/office/drawing/2014/main" id="{A293922B-6DB1-EAB4-2F36-94E3E9CE3F17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99080" y="451896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9">
                  <p14:nvContentPartPr>
                    <p14:cNvPr id="46" name="잉크 45">
                      <a:extLst>
                        <a:ext uri="{FF2B5EF4-FFF2-40B4-BE49-F238E27FC236}">
                          <a16:creationId xmlns:a16="http://schemas.microsoft.com/office/drawing/2014/main" id="{0D504A22-4D34-2E5C-80F4-B54B7725153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41560" y="4541280"/>
                    <a:ext cx="360" cy="360"/>
                  </p14:xfrm>
                </p:contentPart>
              </mc:Choice>
              <mc:Fallback xmlns="">
                <p:pic>
                  <p:nvPicPr>
                    <p:cNvPr id="61" name="잉크 60">
                      <a:extLst>
                        <a:ext uri="{FF2B5EF4-FFF2-40B4-BE49-F238E27FC236}">
                          <a16:creationId xmlns:a16="http://schemas.microsoft.com/office/drawing/2014/main" id="{E5E7397D-4D07-5F03-762C-F9C642AA4BBE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1478920" y="4478280"/>
                      <a:ext cx="126000" cy="126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47" name="잉크 46">
                      <a:extLst>
                        <a:ext uri="{FF2B5EF4-FFF2-40B4-BE49-F238E27FC236}">
                          <a16:creationId xmlns:a16="http://schemas.microsoft.com/office/drawing/2014/main" id="{F3791EAB-BD35-3B52-FABE-D28C80D217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588000" y="4365960"/>
                    <a:ext cx="141840" cy="360"/>
                  </p14:xfrm>
                </p:contentPart>
              </mc:Choice>
              <mc:Fallback xmlns="">
                <p:pic>
                  <p:nvPicPr>
                    <p:cNvPr id="62" name="잉크 61">
                      <a:extLst>
                        <a:ext uri="{FF2B5EF4-FFF2-40B4-BE49-F238E27FC236}">
                          <a16:creationId xmlns:a16="http://schemas.microsoft.com/office/drawing/2014/main" id="{0A113DDA-2D84-A233-7C25-845D5933EA78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1576778" y="4357320"/>
                      <a:ext cx="163834" cy="18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2">
                  <p14:nvContentPartPr>
                    <p14:cNvPr id="48" name="잉크 47">
                      <a:extLst>
                        <a:ext uri="{FF2B5EF4-FFF2-40B4-BE49-F238E27FC236}">
                          <a16:creationId xmlns:a16="http://schemas.microsoft.com/office/drawing/2014/main" id="{9E6D6F1D-3C18-E0AB-70B4-5EDCA76DCDB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631920" y="4391520"/>
                    <a:ext cx="39600" cy="10440"/>
                  </p14:xfrm>
                </p:contentPart>
              </mc:Choice>
              <mc:Fallback xmlns="">
                <p:pic>
                  <p:nvPicPr>
                    <p:cNvPr id="63" name="잉크 62">
                      <a:extLst>
                        <a:ext uri="{FF2B5EF4-FFF2-40B4-BE49-F238E27FC236}">
                          <a16:creationId xmlns:a16="http://schemas.microsoft.com/office/drawing/2014/main" id="{D4825752-6728-7DC3-40E8-2682742121E2}"/>
                        </a:ext>
                      </a:extLst>
                    </p:cNvPr>
                    <p:cNvPicPr/>
                    <p:nvPr/>
                  </p:nvPicPr>
                  <p:blipFill>
                    <a:blip r:embed="rId33"/>
                    <a:stretch>
                      <a:fillRect/>
                    </a:stretch>
                  </p:blipFill>
                  <p:spPr>
                    <a:xfrm>
                      <a:off x="1621120" y="4380645"/>
                      <a:ext cx="61650" cy="3175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pic>
          <p:nvPicPr>
            <p:cNvPr id="26" name="그래픽 25" descr="고무 오리 윤곽선">
              <a:extLst>
                <a:ext uri="{FF2B5EF4-FFF2-40B4-BE49-F238E27FC236}">
                  <a16:creationId xmlns:a16="http://schemas.microsoft.com/office/drawing/2014/main" id="{F3B53BDC-1FEB-C7CA-09FF-4ED3C21FE4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929149" y="3982373"/>
              <a:ext cx="914400" cy="914400"/>
            </a:xfrm>
            <a:prstGeom prst="rect">
              <a:avLst/>
            </a:prstGeom>
          </p:spPr>
        </p:pic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58B31228-583D-E0E6-4A5F-6E26FC1726F6}"/>
              </a:ext>
            </a:extLst>
          </p:cNvPr>
          <p:cNvSpPr txBox="1"/>
          <p:nvPr/>
        </p:nvSpPr>
        <p:spPr>
          <a:xfrm>
            <a:off x="2581372" y="2323413"/>
            <a:ext cx="1124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이름</a:t>
            </a:r>
            <a:r>
              <a:rPr lang="en-US" altLang="ko-KR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오리</a:t>
            </a:r>
            <a:endParaRPr lang="en-US" altLang="ko-KR" sz="1400" dirty="0">
              <a:solidFill>
                <a:schemeClr val="bg1"/>
              </a:solidFill>
              <a:effectLst>
                <a:glow rad="101600">
                  <a:schemeClr val="bg2">
                    <a:lumMod val="90000"/>
                    <a:alpha val="60000"/>
                  </a:schemeClr>
                </a:glow>
              </a:effectLst>
            </a:endParaRPr>
          </a:p>
          <a:p>
            <a:r>
              <a:rPr lang="ko-KR" altLang="en-US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가격</a:t>
            </a:r>
            <a:r>
              <a:rPr lang="en-US" altLang="ko-KR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: $1</a:t>
            </a:r>
            <a:endParaRPr lang="ko-KR" altLang="en-US" sz="1400" dirty="0">
              <a:solidFill>
                <a:schemeClr val="bg1"/>
              </a:solidFill>
              <a:effectLst>
                <a:glow rad="101600">
                  <a:schemeClr val="bg2">
                    <a:lumMod val="90000"/>
                    <a:alpha val="60000"/>
                  </a:schemeClr>
                </a:glow>
              </a:effectLst>
            </a:endParaRPr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B772E53A-BF7F-B1DB-B7C9-039825154642}"/>
              </a:ext>
            </a:extLst>
          </p:cNvPr>
          <p:cNvGrpSpPr/>
          <p:nvPr/>
        </p:nvGrpSpPr>
        <p:grpSpPr>
          <a:xfrm>
            <a:off x="1832799" y="1663847"/>
            <a:ext cx="806704" cy="1336650"/>
            <a:chOff x="1894580" y="3028959"/>
            <a:chExt cx="806704" cy="1336650"/>
          </a:xfrm>
        </p:grpSpPr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FCD6D99D-D615-4569-E10D-82876078BD65}"/>
                </a:ext>
              </a:extLst>
            </p:cNvPr>
            <p:cNvSpPr/>
            <p:nvPr/>
          </p:nvSpPr>
          <p:spPr>
            <a:xfrm>
              <a:off x="1894580" y="3558905"/>
              <a:ext cx="806704" cy="80670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284E4F1A-463A-EF5A-FFBB-B371E90918AC}"/>
                </a:ext>
              </a:extLst>
            </p:cNvPr>
            <p:cNvCxnSpPr>
              <a:cxnSpLocks/>
              <a:stCxn id="142" idx="0"/>
              <a:endCxn id="144" idx="2"/>
            </p:cNvCxnSpPr>
            <p:nvPr/>
          </p:nvCxnSpPr>
          <p:spPr>
            <a:xfrm flipV="1">
              <a:off x="2297932" y="3398291"/>
              <a:ext cx="0" cy="16061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5E437A25-049D-0577-C608-5526744B0F2C}"/>
                </a:ext>
              </a:extLst>
            </p:cNvPr>
            <p:cNvSpPr txBox="1"/>
            <p:nvPr/>
          </p:nvSpPr>
          <p:spPr>
            <a:xfrm>
              <a:off x="1952710" y="3028959"/>
              <a:ext cx="690444" cy="36933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자원</a:t>
              </a:r>
              <a:endParaRPr lang="ko-KR" altLang="en-US" dirty="0"/>
            </a:p>
          </p:txBody>
        </p:sp>
      </p:grpSp>
      <p:sp>
        <p:nvSpPr>
          <p:cNvPr id="139" name="TextBox 138">
            <a:extLst>
              <a:ext uri="{FF2B5EF4-FFF2-40B4-BE49-F238E27FC236}">
                <a16:creationId xmlns:a16="http://schemas.microsoft.com/office/drawing/2014/main" id="{9FB8F770-5DFC-0058-55F6-967C099404E5}"/>
              </a:ext>
            </a:extLst>
          </p:cNvPr>
          <p:cNvSpPr txBox="1"/>
          <p:nvPr/>
        </p:nvSpPr>
        <p:spPr>
          <a:xfrm>
            <a:off x="1742457" y="2870638"/>
            <a:ext cx="9187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줍기</a:t>
            </a:r>
            <a:r>
              <a:rPr lang="en-US" altLang="ko-KR" sz="1400" dirty="0">
                <a:solidFill>
                  <a:schemeClr val="bg1"/>
                </a:solidFill>
                <a:effectLst>
                  <a:glow rad="101600">
                    <a:schemeClr val="bg2">
                      <a:lumMod val="90000"/>
                      <a:alpha val="60000"/>
                    </a:schemeClr>
                  </a:glow>
                </a:effectLst>
              </a:rPr>
              <a:t>: [E]</a:t>
            </a:r>
            <a:endParaRPr lang="ko-KR" altLang="en-US" sz="1400" dirty="0">
              <a:solidFill>
                <a:schemeClr val="bg1"/>
              </a:solidFill>
              <a:effectLst>
                <a:glow rad="101600">
                  <a:schemeClr val="bg2">
                    <a:lumMod val="90000"/>
                    <a:alpha val="60000"/>
                  </a:schemeClr>
                </a:glow>
              </a:effectLst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85D6776-32D8-25DD-7851-651628EFCBBD}"/>
              </a:ext>
            </a:extLst>
          </p:cNvPr>
          <p:cNvGrpSpPr/>
          <p:nvPr/>
        </p:nvGrpSpPr>
        <p:grpSpPr>
          <a:xfrm>
            <a:off x="157622" y="2049104"/>
            <a:ext cx="1200069" cy="1169613"/>
            <a:chOff x="1876782" y="3558905"/>
            <a:chExt cx="1880519" cy="1832793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D06CD73-2AFD-4CDB-F9EF-F99E5B350718}"/>
                </a:ext>
              </a:extLst>
            </p:cNvPr>
            <p:cNvSpPr/>
            <p:nvPr/>
          </p:nvSpPr>
          <p:spPr>
            <a:xfrm>
              <a:off x="1876782" y="3558905"/>
              <a:ext cx="806704" cy="80670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A898F66A-F79F-033F-CF82-ADD41B233AFC}"/>
                </a:ext>
              </a:extLst>
            </p:cNvPr>
            <p:cNvCxnSpPr>
              <a:cxnSpLocks/>
              <a:stCxn id="6" idx="5"/>
              <a:endCxn id="8" idx="0"/>
            </p:cNvCxnSpPr>
            <p:nvPr/>
          </p:nvCxnSpPr>
          <p:spPr>
            <a:xfrm>
              <a:off x="2565348" y="4247470"/>
              <a:ext cx="453370" cy="3243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42016C-801B-D414-6440-2AA66C190FE8}"/>
                </a:ext>
              </a:extLst>
            </p:cNvPr>
            <p:cNvSpPr txBox="1"/>
            <p:nvPr/>
          </p:nvSpPr>
          <p:spPr>
            <a:xfrm>
              <a:off x="2280135" y="4571808"/>
              <a:ext cx="1477166" cy="81989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인벤토리</a:t>
              </a:r>
              <a:endParaRPr lang="en-US" altLang="ko-KR" sz="1400" b="1" dirty="0"/>
            </a:p>
            <a:p>
              <a:pPr algn="ctr"/>
              <a:r>
                <a:rPr lang="ko-KR" altLang="en-US" sz="1400" b="1" dirty="0"/>
                <a:t>총 무게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87412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45B8-D0FC-1D6A-8634-49BB34495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D6E089-AC97-DE87-9F00-7C1B232F4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도구 </a:t>
            </a:r>
            <a:r>
              <a:rPr lang="ko-KR" altLang="en-US" dirty="0" err="1"/>
              <a:t>퀵슬롯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D188BD-B1EE-C46C-36F4-789AD546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ABAEA1-FF17-F5F8-824A-03CA141F1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249" y="2284816"/>
            <a:ext cx="4061072" cy="2288367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4F2E1CF-D190-EB1A-33BF-D573EF1A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500" y="953655"/>
            <a:ext cx="7429967" cy="5291870"/>
          </a:xfrm>
        </p:spPr>
        <p:txBody>
          <a:bodyPr/>
          <a:lstStyle/>
          <a:p>
            <a:r>
              <a:rPr lang="en-US" altLang="ko-KR" dirty="0"/>
              <a:t>‘</a:t>
            </a:r>
            <a:r>
              <a:rPr lang="ko-KR" altLang="en-US" dirty="0"/>
              <a:t>도구</a:t>
            </a:r>
            <a:r>
              <a:rPr lang="en-US" altLang="ko-KR" dirty="0"/>
              <a:t>’ </a:t>
            </a:r>
            <a:r>
              <a:rPr lang="ko-KR" altLang="en-US" dirty="0"/>
              <a:t>아이템을 소지할 수 있는 </a:t>
            </a:r>
            <a:r>
              <a:rPr lang="ko-KR" altLang="en-US" dirty="0" err="1"/>
              <a:t>퀵슬롯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 </a:t>
            </a:r>
            <a:r>
              <a:rPr lang="en-US" altLang="ko-KR" dirty="0"/>
              <a:t>4</a:t>
            </a:r>
            <a:r>
              <a:rPr lang="ko-KR" altLang="en-US" dirty="0"/>
              <a:t>개의 도구 소지 가능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선택된 슬롯의 도구를 손에 들고 사용할 수 있음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FE032C0-CAFE-1475-95A6-673C7B1D760E}"/>
              </a:ext>
            </a:extLst>
          </p:cNvPr>
          <p:cNvSpPr/>
          <p:nvPr/>
        </p:nvSpPr>
        <p:spPr>
          <a:xfrm rot="16200000">
            <a:off x="3258842" y="3096917"/>
            <a:ext cx="1662402" cy="659114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3A50B7-52B4-E3D6-5412-72B7D28AF6D1}"/>
              </a:ext>
            </a:extLst>
          </p:cNvPr>
          <p:cNvGrpSpPr/>
          <p:nvPr/>
        </p:nvGrpSpPr>
        <p:grpSpPr>
          <a:xfrm>
            <a:off x="2865572" y="1550755"/>
            <a:ext cx="1436423" cy="1557614"/>
            <a:chOff x="1088306" y="2807995"/>
            <a:chExt cx="1436423" cy="155761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DEF1A255-E9BA-8285-233F-FB4B703F2FDA}"/>
                </a:ext>
              </a:extLst>
            </p:cNvPr>
            <p:cNvSpPr/>
            <p:nvPr/>
          </p:nvSpPr>
          <p:spPr>
            <a:xfrm>
              <a:off x="2100825" y="3941705"/>
              <a:ext cx="423904" cy="423904"/>
            </a:xfrm>
            <a:prstGeom prst="ellipse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110CE7AF-CB5C-AF8F-0CA5-043852444240}"/>
                </a:ext>
              </a:extLst>
            </p:cNvPr>
            <p:cNvCxnSpPr>
              <a:cxnSpLocks/>
              <a:stCxn id="8" idx="0"/>
              <a:endCxn id="10" idx="3"/>
            </p:cNvCxnSpPr>
            <p:nvPr/>
          </p:nvCxnSpPr>
          <p:spPr>
            <a:xfrm flipH="1" flipV="1">
              <a:off x="1983220" y="3131161"/>
              <a:ext cx="329557" cy="810544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BA1F6CC-1B93-0F97-6025-88458EA23733}"/>
                </a:ext>
              </a:extLst>
            </p:cNvPr>
            <p:cNvSpPr txBox="1"/>
            <p:nvPr/>
          </p:nvSpPr>
          <p:spPr>
            <a:xfrm>
              <a:off x="1088306" y="2807995"/>
              <a:ext cx="894914" cy="646331"/>
            </a:xfrm>
            <a:prstGeom prst="rect">
              <a:avLst/>
            </a:prstGeom>
            <a:noFill/>
            <a:ln w="28575"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선택된</a:t>
              </a:r>
              <a:endParaRPr lang="en-US" altLang="ko-KR" b="1" dirty="0"/>
            </a:p>
            <a:p>
              <a:pPr algn="ctr"/>
              <a:r>
                <a:rPr lang="ko-KR" altLang="en-US" b="1" dirty="0"/>
                <a:t>슬롯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81818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B01D9-6428-DF26-5F92-55AEEB0A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무게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12C753-D667-CB04-72E8-57B64DE0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5468797"/>
          </a:xfrm>
        </p:spPr>
        <p:txBody>
          <a:bodyPr>
            <a:normAutofit/>
          </a:bodyPr>
          <a:lstStyle/>
          <a:p>
            <a:r>
              <a:rPr lang="ko-KR" altLang="en-US" b="1" dirty="0"/>
              <a:t>무게 시스템</a:t>
            </a:r>
            <a:endParaRPr lang="en-US" altLang="ko-KR" b="1" dirty="0"/>
          </a:p>
          <a:p>
            <a:pPr>
              <a:buFontTx/>
              <a:buChar char="-"/>
            </a:pPr>
            <a:r>
              <a:rPr lang="ko-KR" altLang="en-US" b="1" dirty="0"/>
              <a:t>인벤토리의 무게가 증가할수록</a:t>
            </a:r>
            <a:r>
              <a:rPr lang="en-US" altLang="ko-KR" b="1" dirty="0"/>
              <a:t>, </a:t>
            </a:r>
            <a:r>
              <a:rPr lang="ko-KR" altLang="en-US" b="1" dirty="0"/>
              <a:t>플레이어의 이동 속도와 스태미나 소모량 증가</a:t>
            </a:r>
            <a:endParaRPr lang="en-US" altLang="ko-KR" b="1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현재 인벤토리의 무게가 특정 비율을 넘길 때마다</a:t>
            </a:r>
            <a:r>
              <a:rPr lang="en-US" altLang="ko-KR" dirty="0"/>
              <a:t>, </a:t>
            </a:r>
            <a:r>
              <a:rPr lang="ko-KR" altLang="en-US" dirty="0"/>
              <a:t>단계에 따른 효과가 적용됨</a:t>
            </a: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이동 관련 </a:t>
            </a:r>
            <a:r>
              <a:rPr lang="en-US" altLang="ko-KR" dirty="0"/>
              <a:t>State: Walk, </a:t>
            </a:r>
            <a:r>
              <a:rPr lang="en-US" altLang="ko-KR" dirty="0" err="1"/>
              <a:t>DuckDownWalk</a:t>
            </a:r>
            <a:r>
              <a:rPr lang="en-US" altLang="ko-KR" dirty="0"/>
              <a:t>, Run / </a:t>
            </a:r>
            <a:r>
              <a:rPr lang="ko-KR" altLang="en-US" dirty="0"/>
              <a:t>스태미나 소모 </a:t>
            </a:r>
            <a:r>
              <a:rPr lang="en-US" altLang="ko-KR" dirty="0"/>
              <a:t>State: Run, Jump</a:t>
            </a:r>
          </a:p>
          <a:p>
            <a:pPr>
              <a:buFontTx/>
              <a:buChar char="-"/>
            </a:pP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단계 변화는 화면에 </a:t>
            </a:r>
            <a:r>
              <a:rPr lang="en-US" altLang="ko-KR" dirty="0"/>
              <a:t>UI</a:t>
            </a:r>
            <a:r>
              <a:rPr lang="ko-KR" altLang="en-US" dirty="0"/>
              <a:t>로 별도 표시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B74F21-1297-3651-3D9C-81E23DC31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15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D19FCFD-CDFB-427F-DFDA-1438FA8DB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132827"/>
              </p:ext>
            </p:extLst>
          </p:nvPr>
        </p:nvGraphicFramePr>
        <p:xfrm>
          <a:off x="3242085" y="2474577"/>
          <a:ext cx="5679369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043">
                  <a:extLst>
                    <a:ext uri="{9D8B030D-6E8A-4147-A177-3AD203B41FA5}">
                      <a16:colId xmlns:a16="http://schemas.microsoft.com/office/drawing/2014/main" val="2857904596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193084358"/>
                    </a:ext>
                  </a:extLst>
                </a:gridCol>
                <a:gridCol w="3699121">
                  <a:extLst>
                    <a:ext uri="{9D8B030D-6E8A-4147-A177-3AD203B41FA5}">
                      <a16:colId xmlns:a16="http://schemas.microsoft.com/office/drawing/2014/main" val="3173527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비율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무게 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효과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756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감소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스태미나 소모량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160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감소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스태미나 소모량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31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감소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스태미나 소모량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40%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375609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D57FADE-588C-B65A-0480-E7BB2617EFAE}"/>
              </a:ext>
            </a:extLst>
          </p:cNvPr>
          <p:cNvSpPr txBox="1"/>
          <p:nvPr/>
        </p:nvSpPr>
        <p:spPr>
          <a:xfrm>
            <a:off x="2909455" y="4775200"/>
            <a:ext cx="60119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/>
              <a:t>(</a:t>
            </a:r>
            <a:r>
              <a:rPr lang="ko-KR" altLang="en-US" sz="1200" dirty="0"/>
              <a:t>무게 비율</a:t>
            </a:r>
            <a:r>
              <a:rPr lang="en-US" altLang="ko-KR" sz="1200" dirty="0"/>
              <a:t> </a:t>
            </a:r>
            <a:r>
              <a:rPr lang="ko-KR" altLang="en-US" sz="1200" dirty="0"/>
              <a:t>및 증가</a:t>
            </a:r>
            <a:r>
              <a:rPr lang="en-US" altLang="ko-KR" sz="1200" dirty="0"/>
              <a:t>, </a:t>
            </a:r>
            <a:r>
              <a:rPr lang="ko-KR" altLang="en-US" sz="1200" dirty="0"/>
              <a:t>감소량이 적절한지 아직 확인하지 못함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17653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573E6E-A449-DD2B-8901-D789B166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생성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D7A719-2FED-FB60-36C7-6583B5F5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절차적 생성 규칙 </a:t>
            </a:r>
            <a:r>
              <a:rPr lang="en-US" altLang="ko-KR" dirty="0"/>
              <a:t>2</a:t>
            </a:r>
            <a:r>
              <a:rPr lang="ko-KR" altLang="en-US" dirty="0"/>
              <a:t>종 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방 구조</a:t>
            </a:r>
            <a:r>
              <a:rPr lang="en-US" altLang="ko-KR" dirty="0"/>
              <a:t>, </a:t>
            </a:r>
            <a:r>
              <a:rPr lang="ko-KR" altLang="en-US" dirty="0"/>
              <a:t>연결 가능한 방</a:t>
            </a:r>
            <a:r>
              <a:rPr lang="en-US" altLang="ko-KR" dirty="0"/>
              <a:t>, </a:t>
            </a:r>
            <a:r>
              <a:rPr lang="ko-KR" altLang="en-US" dirty="0"/>
              <a:t>방 내부에 있는 문</a:t>
            </a:r>
            <a:r>
              <a:rPr lang="en-US" altLang="ko-KR" dirty="0"/>
              <a:t> </a:t>
            </a:r>
            <a:r>
              <a:rPr lang="ko-KR" altLang="en-US" dirty="0"/>
              <a:t>개수</a:t>
            </a:r>
            <a:r>
              <a:rPr lang="en-US" altLang="ko-KR" dirty="0"/>
              <a:t>, </a:t>
            </a:r>
            <a:r>
              <a:rPr lang="ko-KR" altLang="en-US" dirty="0"/>
              <a:t>선반 등 특수한 오브젝트 개수 </a:t>
            </a:r>
            <a:r>
              <a:rPr lang="ko-KR" altLang="en-US"/>
              <a:t>등 기재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00899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BA530-2F7B-CE13-976C-74C179E8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735C3-7D66-E446-1EFD-6B86904D8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자원 배치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FE5B80-9288-E492-19F5-2D4C2C0B9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맵 종류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별 자원 배치 규칙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자원</a:t>
            </a:r>
            <a:r>
              <a:rPr lang="en-US" altLang="ko-KR" dirty="0"/>
              <a:t>(</a:t>
            </a:r>
            <a:r>
              <a:rPr lang="ko-KR" altLang="en-US" dirty="0"/>
              <a:t>아이템</a:t>
            </a:r>
            <a:r>
              <a:rPr lang="en-US" altLang="ko-KR" dirty="0"/>
              <a:t>)</a:t>
            </a:r>
            <a:r>
              <a:rPr lang="ko-KR" altLang="en-US" dirty="0"/>
              <a:t>이 배치될 수 있는 위치</a:t>
            </a:r>
            <a:r>
              <a:rPr lang="en-US" altLang="ko-KR" dirty="0"/>
              <a:t>, </a:t>
            </a:r>
            <a:r>
              <a:rPr lang="ko-KR" altLang="en-US" dirty="0"/>
              <a:t>난이도에 따른 차이를 느낄 수 있게끔 작성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076476-714C-9D4A-081F-549F125D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175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FE61-56FB-9FD5-7B08-AC06F639C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파워 레벨 시스템</a:t>
            </a:r>
            <a:r>
              <a:rPr lang="en-US" altLang="ko-KR" dirty="0"/>
              <a:t>		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3AA84A-B3CE-27B5-E10C-1B665E6A1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5468797"/>
          </a:xfrm>
        </p:spPr>
        <p:txBody>
          <a:bodyPr>
            <a:noAutofit/>
          </a:bodyPr>
          <a:lstStyle/>
          <a:p>
            <a:r>
              <a:rPr lang="ko-KR" altLang="en-US" dirty="0" err="1"/>
              <a:t>리썰</a:t>
            </a:r>
            <a:r>
              <a:rPr lang="ko-KR" altLang="en-US" dirty="0"/>
              <a:t> 컴퍼니의 </a:t>
            </a:r>
            <a:r>
              <a:rPr lang="en-US" altLang="ko-KR" dirty="0"/>
              <a:t>‘</a:t>
            </a:r>
            <a:r>
              <a:rPr lang="ko-KR" altLang="en-US" dirty="0"/>
              <a:t>파워 레벨 시스템</a:t>
            </a:r>
            <a:r>
              <a:rPr lang="en-US" altLang="ko-KR" dirty="0"/>
              <a:t>’</a:t>
            </a:r>
            <a:r>
              <a:rPr lang="ko-KR" altLang="en-US" dirty="0"/>
              <a:t>을 이용하여</a:t>
            </a:r>
            <a:r>
              <a:rPr lang="en-US" altLang="ko-KR" dirty="0"/>
              <a:t> </a:t>
            </a:r>
            <a:r>
              <a:rPr lang="ko-KR" altLang="en-US" dirty="0"/>
              <a:t>몬스터의 난이도 조절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행성별로 고유한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’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몬스터는 종류별로 고유한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 수치 모두 높을 수록 더 위협적임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행성에 플레이어가 도착해 </a:t>
            </a:r>
            <a:r>
              <a:rPr lang="ko-KR" altLang="en-US" dirty="0" err="1"/>
              <a:t>몬스터들이</a:t>
            </a:r>
            <a:r>
              <a:rPr lang="ko-KR" altLang="en-US" dirty="0"/>
              <a:t> </a:t>
            </a:r>
            <a:r>
              <a:rPr lang="ko-KR" altLang="en-US" dirty="0" err="1"/>
              <a:t>스폰될</a:t>
            </a:r>
            <a:r>
              <a:rPr lang="ko-KR" altLang="en-US" dirty="0"/>
              <a:t> 때</a:t>
            </a:r>
            <a:r>
              <a:rPr lang="en-US" altLang="ko-KR" dirty="0"/>
              <a:t>, </a:t>
            </a:r>
            <a:r>
              <a:rPr lang="ko-KR" altLang="en-US" dirty="0" err="1"/>
              <a:t>몬스터들은</a:t>
            </a:r>
            <a:r>
              <a:rPr lang="ko-KR" altLang="en-US" dirty="0"/>
              <a:t> 행성의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에 맞춰 생성된다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Ex.</a:t>
            </a:r>
            <a:r>
              <a:rPr lang="ko-KR" altLang="en-US" dirty="0"/>
              <a:t> 가장 쉬운 행성</a:t>
            </a:r>
            <a:r>
              <a:rPr lang="en-US" altLang="ko-KR" dirty="0"/>
              <a:t>1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20</a:t>
            </a:r>
            <a:r>
              <a:rPr lang="ko-KR" altLang="en-US" dirty="0"/>
              <a:t>이라고 가정한다</a:t>
            </a:r>
            <a:r>
              <a:rPr lang="en-US" altLang="ko-KR" dirty="0"/>
              <a:t>. </a:t>
            </a:r>
            <a:r>
              <a:rPr lang="ko-KR" altLang="en-US" dirty="0"/>
              <a:t>몬스터</a:t>
            </a:r>
            <a:r>
              <a:rPr lang="en-US" altLang="ko-KR" dirty="0"/>
              <a:t> a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4</a:t>
            </a:r>
            <a:r>
              <a:rPr lang="ko-KR" altLang="en-US" dirty="0"/>
              <a:t>이라고 가정한다</a:t>
            </a:r>
            <a:r>
              <a:rPr lang="en-US" altLang="ko-KR" dirty="0"/>
              <a:t>.</a:t>
            </a:r>
            <a:r>
              <a:rPr lang="ko-KR" altLang="en-US" dirty="0"/>
              <a:t> 행성</a:t>
            </a:r>
            <a:r>
              <a:rPr lang="en-US" altLang="ko-KR" dirty="0"/>
              <a:t>1</a:t>
            </a:r>
            <a:r>
              <a:rPr lang="ko-KR" altLang="en-US" dirty="0"/>
              <a:t>의 총 파워 레벨은 </a:t>
            </a:r>
            <a:r>
              <a:rPr lang="en-US" altLang="ko-KR" dirty="0"/>
              <a:t>20</a:t>
            </a:r>
            <a:r>
              <a:rPr lang="ko-KR" altLang="en-US" dirty="0"/>
              <a:t>이므로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6</a:t>
            </a:r>
            <a:r>
              <a:rPr lang="ko-KR" altLang="en-US" dirty="0"/>
              <a:t>마리</a:t>
            </a:r>
            <a:r>
              <a:rPr lang="en-US" altLang="ko-KR" dirty="0"/>
              <a:t>(12),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마리</a:t>
            </a:r>
            <a:r>
              <a:rPr lang="en-US" altLang="ko-KR" dirty="0"/>
              <a:t>(8)</a:t>
            </a:r>
            <a:r>
              <a:rPr lang="ko-KR" altLang="en-US" dirty="0"/>
              <a:t> </a:t>
            </a:r>
            <a:r>
              <a:rPr lang="ko-KR" altLang="en-US" dirty="0" err="1"/>
              <a:t>스폰된다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행성별로 몬스터의 </a:t>
            </a:r>
            <a:r>
              <a:rPr lang="en-US" altLang="ko-KR" dirty="0"/>
              <a:t>‘</a:t>
            </a:r>
            <a:r>
              <a:rPr lang="ko-KR" altLang="en-US" dirty="0" err="1"/>
              <a:t>스폰</a:t>
            </a:r>
            <a:r>
              <a:rPr lang="ko-KR" altLang="en-US" dirty="0"/>
              <a:t> 확률</a:t>
            </a:r>
            <a:r>
              <a:rPr lang="en-US" altLang="ko-KR" dirty="0"/>
              <a:t>’</a:t>
            </a:r>
            <a:r>
              <a:rPr lang="ko-KR" altLang="en-US" dirty="0"/>
              <a:t>이 다르기 때문에</a:t>
            </a:r>
            <a:r>
              <a:rPr lang="en-US" altLang="ko-KR" dirty="0"/>
              <a:t>, </a:t>
            </a:r>
            <a:r>
              <a:rPr lang="ko-KR" altLang="en-US" dirty="0"/>
              <a:t>총 파워 레벨은 같지만 좀 더 어려운 행성으로 만들고 싶다면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ko-KR" altLang="en-US" dirty="0" err="1"/>
              <a:t>스폰</a:t>
            </a:r>
            <a:r>
              <a:rPr lang="ko-KR" altLang="en-US" dirty="0"/>
              <a:t> 확률을 높이면 됨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77B7AD-A094-47CB-3668-56483F224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989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60381-4C82-8B02-1CF0-6084E4A6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r>
              <a:rPr lang="en-US" altLang="ko-KR" dirty="0"/>
              <a:t>: </a:t>
            </a:r>
            <a:r>
              <a:rPr lang="ko-KR" altLang="en-US" dirty="0"/>
              <a:t>장물아비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23067-EAC0-6B05-4743-8A6A3BD42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물건을 판매하여 돈을 획득한다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필요한 장비를 구매할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장물아비에게 방문하여도 하루를 소모하지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111FA-AD5D-E785-21A7-B0B0B5888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875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A02BA-E591-90E0-447F-8BC0B780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자원 수집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8D16AB-5CAB-BBA7-E2C4-D5FCF891E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[E]</a:t>
            </a:r>
            <a:r>
              <a:rPr lang="ko-KR" altLang="en-US" dirty="0"/>
              <a:t>키로 </a:t>
            </a:r>
            <a:r>
              <a:rPr lang="ko-KR" altLang="en-US" dirty="0" err="1"/>
              <a:t>맵에</a:t>
            </a:r>
            <a:r>
              <a:rPr lang="ko-KR" altLang="en-US" dirty="0"/>
              <a:t> 생성된 아이템</a:t>
            </a:r>
            <a:r>
              <a:rPr lang="en-US" altLang="ko-KR" dirty="0"/>
              <a:t>(</a:t>
            </a:r>
            <a:r>
              <a:rPr lang="ko-KR" altLang="en-US" dirty="0"/>
              <a:t>이하 </a:t>
            </a:r>
            <a:r>
              <a:rPr lang="en-US" altLang="ko-KR" dirty="0"/>
              <a:t>‘</a:t>
            </a:r>
            <a:r>
              <a:rPr lang="ko-KR" altLang="en-US" dirty="0"/>
              <a:t>자원</a:t>
            </a:r>
            <a:r>
              <a:rPr lang="en-US" altLang="ko-KR" dirty="0"/>
              <a:t>‘)</a:t>
            </a:r>
            <a:r>
              <a:rPr lang="ko-KR" altLang="en-US" dirty="0"/>
              <a:t>을 수집한다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자원은 일정 거리만큼 다가가면 주울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‘</a:t>
            </a:r>
            <a:r>
              <a:rPr lang="ko-KR" altLang="en-US" dirty="0"/>
              <a:t>스캔</a:t>
            </a:r>
            <a:r>
              <a:rPr lang="en-US" altLang="ko-KR" dirty="0"/>
              <a:t>‘ </a:t>
            </a:r>
            <a:r>
              <a:rPr lang="ko-KR" altLang="en-US" dirty="0"/>
              <a:t>기능을 이용하면</a:t>
            </a:r>
            <a:r>
              <a:rPr lang="en-US" altLang="ko-KR" dirty="0"/>
              <a:t>, </a:t>
            </a:r>
            <a:r>
              <a:rPr lang="ko-KR" altLang="en-US" dirty="0"/>
              <a:t>특정 반경 내의 자원을 확인할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맵에서</a:t>
            </a:r>
            <a:r>
              <a:rPr lang="ko-KR" altLang="en-US" dirty="0"/>
              <a:t> 수집한 자원을 함선</a:t>
            </a:r>
            <a:r>
              <a:rPr lang="en-US" altLang="ko-KR" dirty="0"/>
              <a:t>(</a:t>
            </a:r>
            <a:r>
              <a:rPr lang="ko-KR" altLang="en-US" dirty="0"/>
              <a:t>아지트</a:t>
            </a:r>
            <a:r>
              <a:rPr lang="en-US" altLang="ko-KR" dirty="0"/>
              <a:t>?)</a:t>
            </a:r>
            <a:r>
              <a:rPr lang="ko-KR" altLang="en-US" dirty="0"/>
              <a:t>에 내려두면 자원은 게임 오버 전</a:t>
            </a:r>
            <a:r>
              <a:rPr lang="en-US" altLang="ko-KR" dirty="0"/>
              <a:t>, </a:t>
            </a:r>
            <a:r>
              <a:rPr lang="ko-KR" altLang="en-US" dirty="0"/>
              <a:t>판매 전까지 함선에 보관된다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F47E72-8B82-7D09-CDE1-9CE34FA6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82247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B8D413-8838-4BB8-61D1-3785C6F66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세트 판매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EAA24-AD5A-75A0-0B38-324284C94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/>
              <a:t>엄마 인형 </a:t>
            </a:r>
            <a:r>
              <a:rPr lang="en-US" altLang="ko-KR" dirty="0"/>
              <a:t>+ </a:t>
            </a:r>
            <a:r>
              <a:rPr lang="ko-KR" altLang="en-US" dirty="0"/>
              <a:t>아빠 인형 </a:t>
            </a:r>
            <a:r>
              <a:rPr lang="en-US" altLang="ko-KR" dirty="0"/>
              <a:t>+ </a:t>
            </a:r>
            <a:r>
              <a:rPr lang="ko-KR" altLang="en-US" dirty="0"/>
              <a:t>인형의 집 아이템을 모두 획득한 뒤</a:t>
            </a:r>
            <a:r>
              <a:rPr lang="en-US" altLang="ko-KR" dirty="0"/>
              <a:t> </a:t>
            </a:r>
            <a:r>
              <a:rPr lang="ko-KR" altLang="en-US" dirty="0"/>
              <a:t>한 번에 판매하면</a:t>
            </a:r>
            <a:r>
              <a:rPr lang="en-US" altLang="ko-KR" dirty="0"/>
              <a:t>, </a:t>
            </a:r>
            <a:r>
              <a:rPr lang="ko-KR" altLang="en-US" dirty="0"/>
              <a:t>각 아이템들을 따로 판매하는 것보다 비싼 값을 받을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모은 자원을 바로 파는 것이 아니라 전략적으로 세트 아이템 획득을 노릴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7BFA9-7CAF-88F7-7E2D-76D7D85B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8340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026A8-AB10-3388-83B8-CD28B2CC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91267-942F-BA90-6B91-64B9DA49C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특수 물품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C51F72-9260-D7A9-CEC5-22AC95A95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맵에</a:t>
            </a:r>
            <a:r>
              <a:rPr lang="ko-KR" altLang="en-US" dirty="0"/>
              <a:t> </a:t>
            </a:r>
            <a:r>
              <a:rPr lang="en-US" altLang="ko-KR" dirty="0"/>
              <a:t>‘</a:t>
            </a:r>
            <a:r>
              <a:rPr lang="ko-KR" altLang="en-US" dirty="0"/>
              <a:t>금고</a:t>
            </a:r>
            <a:r>
              <a:rPr lang="en-US" altLang="ko-KR" dirty="0"/>
              <a:t>‘ </a:t>
            </a:r>
            <a:r>
              <a:rPr lang="ko-KR" altLang="en-US" dirty="0"/>
              <a:t>아이템이 있을 때</a:t>
            </a:r>
            <a:r>
              <a:rPr lang="en-US" altLang="ko-KR" dirty="0"/>
              <a:t>, </a:t>
            </a:r>
            <a:r>
              <a:rPr lang="ko-KR" altLang="en-US" dirty="0"/>
              <a:t>플레이어가 </a:t>
            </a:r>
            <a:r>
              <a:rPr lang="en-US" altLang="ko-KR" dirty="0"/>
              <a:t>‘</a:t>
            </a:r>
            <a:r>
              <a:rPr lang="ko-KR" altLang="en-US" dirty="0" err="1"/>
              <a:t>락핏</a:t>
            </a:r>
            <a:r>
              <a:rPr lang="en-US" altLang="ko-KR" dirty="0"/>
              <a:t>’</a:t>
            </a:r>
            <a:r>
              <a:rPr lang="ko-KR" altLang="en-US" dirty="0"/>
              <a:t>을 가지고 있다면</a:t>
            </a:r>
            <a:r>
              <a:rPr lang="en-US" altLang="ko-KR" dirty="0"/>
              <a:t> </a:t>
            </a:r>
            <a:r>
              <a:rPr lang="ko-KR" altLang="en-US" dirty="0"/>
              <a:t>금고를 열어 안의 내용물을 가져갈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예와 같이 다른 아이템을 사용해야만 얻을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이런 식으로 획득할 수 있는 아이템은 일반적으로 얻을 수 있는 것보다 대부분</a:t>
            </a:r>
            <a:r>
              <a:rPr lang="en-US" altLang="ko-KR" dirty="0"/>
              <a:t> </a:t>
            </a:r>
            <a:r>
              <a:rPr lang="ko-KR" altLang="en-US" dirty="0"/>
              <a:t>약간 고가이다</a:t>
            </a:r>
            <a:r>
              <a:rPr lang="en-US" altLang="ko-KR" dirty="0"/>
              <a:t>. </a:t>
            </a:r>
            <a:r>
              <a:rPr lang="ko-KR" altLang="en-US" dirty="0"/>
              <a:t>대부분</a:t>
            </a:r>
            <a:r>
              <a:rPr lang="en-US" altLang="ko-KR" dirty="0"/>
              <a:t>...</a:t>
            </a:r>
            <a:r>
              <a:rPr lang="en-US" altLang="ko-KR" dirty="0">
                <a:sym typeface="Wingdings" panose="05000000000000000000" pitchFamily="2" charset="2"/>
              </a:rPr>
              <a:t>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0D553A-8ABE-099F-F5E5-D06BC122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527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59E1F-5B9F-53F5-0B08-087623F3C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변경 사항 기록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BE8137-DAA7-2A6A-652A-2DAE45086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5468797"/>
          </a:xfrm>
        </p:spPr>
        <p:txBody>
          <a:bodyPr>
            <a:normAutofit/>
          </a:bodyPr>
          <a:lstStyle/>
          <a:p>
            <a:r>
              <a:rPr lang="en-US" altLang="ko-KR" sz="1400" dirty="0"/>
              <a:t>11.04: </a:t>
            </a:r>
            <a:br>
              <a:rPr lang="en-US" altLang="ko-KR" sz="1400" dirty="0"/>
            </a:br>
            <a:r>
              <a:rPr lang="en-US" altLang="ko-KR" sz="1400" dirty="0"/>
              <a:t>- &lt;SPACE ROBBER&gt; </a:t>
            </a:r>
            <a:r>
              <a:rPr lang="ko-KR" altLang="en-US" sz="1400" dirty="0"/>
              <a:t>플레이 제안서를 이 문서로 바꿈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게임 정보에 내용 추가함</a:t>
            </a:r>
            <a:r>
              <a:rPr lang="en-US" altLang="ko-KR" sz="1400" dirty="0"/>
              <a:t>, (</a:t>
            </a:r>
            <a:r>
              <a:rPr lang="ko-KR" altLang="en-US" sz="1400" dirty="0"/>
              <a:t>플랫폼</a:t>
            </a:r>
            <a:r>
              <a:rPr lang="en-US" altLang="ko-KR" sz="1400" dirty="0"/>
              <a:t>, </a:t>
            </a:r>
            <a:r>
              <a:rPr lang="ko-KR" altLang="en-US" sz="1400" dirty="0"/>
              <a:t>조작</a:t>
            </a:r>
            <a:r>
              <a:rPr lang="en-US" altLang="ko-KR" sz="1400" dirty="0"/>
              <a:t>). 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조작키 관련 페이지 넣고 일부 작성</a:t>
            </a:r>
            <a:r>
              <a:rPr lang="en-US" altLang="ko-KR" sz="1400" dirty="0"/>
              <a:t>. </a:t>
            </a:r>
            <a:r>
              <a:rPr lang="ko-KR" altLang="en-US" sz="1400" dirty="0"/>
              <a:t>지금 </a:t>
            </a:r>
            <a:r>
              <a:rPr lang="ko-KR" altLang="en-US" sz="1400" dirty="0" err="1"/>
              <a:t>설정해놓은</a:t>
            </a:r>
            <a:r>
              <a:rPr lang="ko-KR" altLang="en-US" sz="1400" dirty="0"/>
              <a:t> 키는 우선 임시</a:t>
            </a:r>
            <a:r>
              <a:rPr lang="en-US" altLang="ko-KR" sz="1400" dirty="0"/>
              <a:t>...</a:t>
            </a:r>
          </a:p>
          <a:p>
            <a:r>
              <a:rPr lang="en-US" altLang="ko-KR" sz="1400" dirty="0"/>
              <a:t>11.05: 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조작키 내용 추가</a:t>
            </a:r>
            <a:r>
              <a:rPr lang="en-US" altLang="ko-KR" sz="1400" dirty="0"/>
              <a:t>, </a:t>
            </a:r>
            <a:r>
              <a:rPr lang="ko-KR" altLang="en-US" sz="1400" dirty="0"/>
              <a:t>사망 시</a:t>
            </a:r>
            <a:r>
              <a:rPr lang="en-US" altLang="ko-KR" sz="1400" dirty="0"/>
              <a:t>/</a:t>
            </a:r>
            <a:r>
              <a:rPr lang="ko-KR" altLang="en-US" sz="1400" dirty="0" err="1"/>
              <a:t>설정창</a:t>
            </a:r>
            <a:r>
              <a:rPr lang="ko-KR" altLang="en-US" sz="1400" dirty="0"/>
              <a:t> 들어갔을 때 조작키 내용이 없는데</a:t>
            </a:r>
            <a:r>
              <a:rPr lang="en-US" altLang="ko-KR" sz="1400" dirty="0"/>
              <a:t>... </a:t>
            </a:r>
            <a:r>
              <a:rPr lang="ko-KR" altLang="en-US" sz="1400" dirty="0"/>
              <a:t>나중에 추가하기로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조작 중에 </a:t>
            </a:r>
            <a:r>
              <a:rPr lang="en-US" altLang="ko-KR" sz="1400" dirty="0"/>
              <a:t>Scan </a:t>
            </a:r>
            <a:r>
              <a:rPr lang="ko-KR" altLang="en-US" sz="1400" dirty="0"/>
              <a:t>기능 어떻게 </a:t>
            </a:r>
            <a:r>
              <a:rPr lang="ko-KR" altLang="en-US" sz="1400" dirty="0" err="1"/>
              <a:t>할깎</a:t>
            </a:r>
            <a:br>
              <a:rPr lang="en-US" altLang="ko-KR" sz="1400" dirty="0"/>
            </a:br>
            <a:r>
              <a:rPr lang="en-US" altLang="ko-KR" sz="1400" dirty="0"/>
              <a:t>- ‘</a:t>
            </a:r>
            <a:r>
              <a:rPr lang="ko-KR" altLang="en-US" sz="1400" dirty="0"/>
              <a:t>플레이어 정보</a:t>
            </a:r>
            <a:r>
              <a:rPr lang="en-US" altLang="ko-KR" sz="1400" dirty="0"/>
              <a:t>‘ </a:t>
            </a:r>
            <a:r>
              <a:rPr lang="ko-KR" altLang="en-US" sz="1400" dirty="0"/>
              <a:t>페이지 추가</a:t>
            </a:r>
            <a:r>
              <a:rPr lang="en-US" altLang="ko-KR" sz="1400" dirty="0"/>
              <a:t>, </a:t>
            </a:r>
            <a:r>
              <a:rPr lang="ko-KR" altLang="en-US" sz="1400" dirty="0"/>
              <a:t>내용은 아직 추가 안함</a:t>
            </a:r>
            <a:endParaRPr lang="en-US" altLang="ko-KR" sz="1400" dirty="0"/>
          </a:p>
          <a:p>
            <a:r>
              <a:rPr lang="en-US" altLang="ko-KR" sz="1400" dirty="0"/>
              <a:t>11.07: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조작 키</a:t>
            </a:r>
            <a:r>
              <a:rPr lang="en-US" altLang="ko-KR" sz="1400" dirty="0"/>
              <a:t> C, V, G </a:t>
            </a:r>
            <a:r>
              <a:rPr lang="ko-KR" altLang="en-US" sz="1400" dirty="0"/>
              <a:t>내용 변경 </a:t>
            </a:r>
            <a:r>
              <a:rPr lang="en-US" altLang="ko-KR" sz="1400" dirty="0"/>
              <a:t>-&gt; G </a:t>
            </a:r>
            <a:r>
              <a:rPr lang="ko-KR" altLang="en-US" sz="1400" dirty="0"/>
              <a:t>키 빼고</a:t>
            </a:r>
            <a:r>
              <a:rPr lang="en-US" altLang="ko-KR" sz="1400" dirty="0"/>
              <a:t>, C</a:t>
            </a:r>
            <a:r>
              <a:rPr lang="ko-KR" altLang="en-US" sz="1400" dirty="0"/>
              <a:t>키를 옆 칸 이동</a:t>
            </a:r>
            <a:r>
              <a:rPr lang="en-US" altLang="ko-KR" sz="1400" dirty="0"/>
              <a:t>, V</a:t>
            </a:r>
            <a:r>
              <a:rPr lang="ko-KR" altLang="en-US" sz="1400" dirty="0"/>
              <a:t>를 버리기로 할당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웅크리기 </a:t>
            </a:r>
            <a:r>
              <a:rPr lang="en-US" altLang="ko-KR" sz="1400" dirty="0"/>
              <a:t>Ctrl</a:t>
            </a:r>
            <a:r>
              <a:rPr lang="ko-KR" altLang="en-US" sz="1400" dirty="0"/>
              <a:t> 키 </a:t>
            </a:r>
            <a:r>
              <a:rPr lang="ko-KR" altLang="en-US" sz="1400" dirty="0" err="1"/>
              <a:t>토글</a:t>
            </a:r>
            <a:r>
              <a:rPr lang="ko-KR" altLang="en-US" sz="1400" dirty="0"/>
              <a:t> 키로 변경</a:t>
            </a:r>
            <a:endParaRPr lang="en-US" altLang="ko-KR" sz="1400" dirty="0"/>
          </a:p>
          <a:p>
            <a:r>
              <a:rPr lang="en-US" altLang="ko-KR" sz="1400" dirty="0"/>
              <a:t>11.11: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플레이어 </a:t>
            </a:r>
            <a:r>
              <a:rPr lang="ko-KR" altLang="en-US" sz="1400" dirty="0" err="1"/>
              <a:t>스탯</a:t>
            </a:r>
            <a:r>
              <a:rPr lang="ko-KR" altLang="en-US" sz="1400" dirty="0"/>
              <a:t> 간략하게 추가</a:t>
            </a:r>
            <a:r>
              <a:rPr lang="en-US" altLang="ko-KR" sz="1400" dirty="0"/>
              <a:t>. </a:t>
            </a:r>
            <a:r>
              <a:rPr lang="ko-KR" altLang="en-US" sz="1400" dirty="0"/>
              <a:t>값은 아직 </a:t>
            </a:r>
            <a:r>
              <a:rPr lang="ko-KR" altLang="en-US" sz="1400" dirty="0" err="1"/>
              <a:t>안넣었음</a:t>
            </a:r>
            <a:r>
              <a:rPr lang="en-US" altLang="ko-KR" sz="1400" dirty="0"/>
              <a:t>. 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플레이어 </a:t>
            </a:r>
            <a:r>
              <a:rPr lang="ko-KR" altLang="en-US" sz="1400" dirty="0" err="1"/>
              <a:t>스테이트</a:t>
            </a:r>
            <a:r>
              <a:rPr lang="ko-KR" altLang="en-US" sz="1400" dirty="0"/>
              <a:t> 추가</a:t>
            </a:r>
            <a:r>
              <a:rPr lang="en-US" altLang="ko-KR" sz="1400" dirty="0"/>
              <a:t>.</a:t>
            </a:r>
            <a:r>
              <a:rPr lang="ko-KR" altLang="en-US" sz="1400" dirty="0"/>
              <a:t> 수정해야 함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11.18~25: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스캔 기능 추가하여 </a:t>
            </a:r>
            <a:r>
              <a:rPr lang="en-US" altLang="ko-KR" sz="1400" dirty="0"/>
              <a:t>Control </a:t>
            </a:r>
            <a:r>
              <a:rPr lang="ko-KR" altLang="en-US" sz="1400" dirty="0"/>
              <a:t>표 수정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간단하게 </a:t>
            </a:r>
            <a:r>
              <a:rPr lang="en-US" altLang="ko-KR" sz="1400" dirty="0"/>
              <a:t>UI </a:t>
            </a:r>
            <a:r>
              <a:rPr lang="ko-KR" altLang="en-US" sz="1400" dirty="0"/>
              <a:t>그림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인벤토리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퀵슬롯</a:t>
            </a:r>
            <a:r>
              <a:rPr lang="ko-KR" altLang="en-US" sz="1400" dirty="0"/>
              <a:t> 내용 추가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아이템 </a:t>
            </a:r>
            <a:r>
              <a:rPr lang="en-US" altLang="ko-KR" sz="1400" dirty="0"/>
              <a:t>‘</a:t>
            </a:r>
            <a:r>
              <a:rPr lang="ko-KR" altLang="en-US" sz="1400" dirty="0"/>
              <a:t>자원</a:t>
            </a:r>
            <a:r>
              <a:rPr lang="en-US" altLang="ko-KR" sz="1400" dirty="0"/>
              <a:t>/</a:t>
            </a:r>
            <a:r>
              <a:rPr lang="ko-KR" altLang="en-US" sz="1400" dirty="0"/>
              <a:t>도구</a:t>
            </a:r>
            <a:r>
              <a:rPr lang="en-US" altLang="ko-KR" sz="1400" dirty="0"/>
              <a:t>‘ </a:t>
            </a:r>
            <a:r>
              <a:rPr lang="ko-KR" altLang="en-US" sz="1400" dirty="0"/>
              <a:t>기준 기재</a:t>
            </a:r>
            <a:br>
              <a:rPr lang="en-US" altLang="ko-KR" sz="1400" dirty="0"/>
            </a:br>
            <a:r>
              <a:rPr lang="en-US" altLang="ko-KR" sz="1400" dirty="0"/>
              <a:t>- ‘</a:t>
            </a:r>
            <a:r>
              <a:rPr lang="ko-KR" altLang="en-US" sz="1400" dirty="0"/>
              <a:t>무게 시스템</a:t>
            </a:r>
            <a:r>
              <a:rPr lang="en-US" altLang="ko-KR" sz="1400" dirty="0"/>
              <a:t>’</a:t>
            </a:r>
            <a:r>
              <a:rPr lang="ko-KR" altLang="en-US" sz="1400" dirty="0"/>
              <a:t> 작성</a:t>
            </a:r>
            <a:br>
              <a:rPr lang="en-US" altLang="ko-KR" sz="1400" dirty="0"/>
            </a:br>
            <a:r>
              <a:rPr lang="en-US" altLang="ko-KR" sz="1400" dirty="0"/>
              <a:t>- **’</a:t>
            </a:r>
            <a:r>
              <a:rPr lang="ko-KR" altLang="en-US" sz="1400" dirty="0"/>
              <a:t>친구 가방 열기</a:t>
            </a:r>
            <a:r>
              <a:rPr lang="en-US" altLang="ko-KR" sz="1400" dirty="0"/>
              <a:t>‘ </a:t>
            </a:r>
            <a:r>
              <a:rPr lang="ko-KR" altLang="en-US" sz="1400" dirty="0"/>
              <a:t>기능 제외함</a:t>
            </a:r>
            <a:r>
              <a:rPr lang="en-US" altLang="ko-KR" sz="1400" dirty="0"/>
              <a:t>**</a:t>
            </a:r>
          </a:p>
          <a:p>
            <a:r>
              <a:rPr lang="en-US" altLang="ko-KR" sz="1400" dirty="0"/>
              <a:t>11.26</a:t>
            </a:r>
            <a:br>
              <a:rPr lang="en-US" altLang="ko-KR" sz="1400" dirty="0"/>
            </a:br>
            <a:r>
              <a:rPr lang="en-US" altLang="ko-KR" sz="1400" dirty="0"/>
              <a:t>- ‘</a:t>
            </a:r>
            <a:r>
              <a:rPr lang="ko-KR" altLang="en-US" sz="1400" dirty="0"/>
              <a:t>플레이어 사망 시 컨트롤</a:t>
            </a:r>
            <a:r>
              <a:rPr lang="en-US" altLang="ko-KR" sz="1400" dirty="0"/>
              <a:t>‘ </a:t>
            </a:r>
            <a:r>
              <a:rPr lang="ko-KR" altLang="en-US" sz="1400" dirty="0"/>
              <a:t>추가</a:t>
            </a:r>
            <a:br>
              <a:rPr lang="en-US" altLang="ko-KR" sz="1400" dirty="0"/>
            </a:br>
            <a:r>
              <a:rPr lang="en-US" altLang="ko-KR" sz="1400" dirty="0"/>
              <a:t>- ‘</a:t>
            </a:r>
            <a:r>
              <a:rPr lang="ko-KR" altLang="en-US" sz="1400" dirty="0"/>
              <a:t>자원 수집</a:t>
            </a:r>
            <a:r>
              <a:rPr lang="en-US" altLang="ko-KR" sz="1400" dirty="0"/>
              <a:t>‘ </a:t>
            </a:r>
            <a:r>
              <a:rPr lang="ko-KR" altLang="en-US" sz="1400" dirty="0"/>
              <a:t>추가</a:t>
            </a:r>
            <a:endParaRPr lang="en-US" altLang="ko-KR" sz="1400" dirty="0"/>
          </a:p>
          <a:p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BD146-0A9A-5738-63CD-13215DE9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6245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52B8B5-8CF2-CECF-362A-5AAFDA14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추가할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5BF895-1E69-6558-7431-E6D12F09B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dirty="0"/>
              <a:t>플레이어 정보 </a:t>
            </a:r>
            <a:r>
              <a:rPr lang="en-US" altLang="ko-KR" sz="1600" dirty="0"/>
              <a:t>– </a:t>
            </a:r>
            <a:r>
              <a:rPr lang="ko-KR" altLang="en-US" sz="1600" dirty="0"/>
              <a:t>관련 </a:t>
            </a:r>
            <a:r>
              <a:rPr lang="ko-KR" altLang="en-US" sz="1600" dirty="0" err="1"/>
              <a:t>스탯</a:t>
            </a:r>
            <a:r>
              <a:rPr lang="en-US" altLang="ko-KR" sz="1600" dirty="0"/>
              <a:t>, state, </a:t>
            </a:r>
            <a:r>
              <a:rPr lang="ko-KR" altLang="en-US" sz="1600" dirty="0"/>
              <a:t>플레이어가 할 수 있는 일</a:t>
            </a:r>
            <a:r>
              <a:rPr lang="en-US" altLang="ko-KR" sz="1600" dirty="0"/>
              <a:t>(</a:t>
            </a:r>
            <a:r>
              <a:rPr lang="ko-KR" altLang="en-US" sz="1600" dirty="0"/>
              <a:t>이게 </a:t>
            </a:r>
            <a:r>
              <a:rPr lang="en-US" altLang="ko-KR" sz="1600" dirty="0"/>
              <a:t>state </a:t>
            </a:r>
            <a:r>
              <a:rPr lang="ko-KR" altLang="en-US" sz="1600" dirty="0"/>
              <a:t>아닌가</a:t>
            </a:r>
            <a:r>
              <a:rPr lang="en-US" altLang="ko-KR" sz="1600" dirty="0"/>
              <a:t>) </a:t>
            </a:r>
            <a:r>
              <a:rPr lang="ko-KR" altLang="en-US" sz="1600" dirty="0"/>
              <a:t>등 포함되어야 함</a:t>
            </a:r>
            <a:br>
              <a:rPr lang="en-US" altLang="ko-KR" sz="1600" dirty="0"/>
            </a:br>
            <a:r>
              <a:rPr lang="ko-KR" altLang="en-US" sz="1600" dirty="0"/>
              <a:t>나중에는 아마 키</a:t>
            </a:r>
            <a:r>
              <a:rPr lang="en-US" altLang="ko-KR" sz="1600" dirty="0"/>
              <a:t>... </a:t>
            </a:r>
            <a:r>
              <a:rPr lang="ko-KR" altLang="en-US" sz="1600" dirty="0"/>
              <a:t>같은 것도 포함</a:t>
            </a:r>
            <a:r>
              <a:rPr lang="en-US" altLang="ko-KR" sz="1600" dirty="0"/>
              <a:t>... </a:t>
            </a:r>
          </a:p>
          <a:p>
            <a:r>
              <a:rPr lang="ko-KR" altLang="en-US" sz="1600" dirty="0"/>
              <a:t>인벤토리 관련 </a:t>
            </a:r>
            <a:r>
              <a:rPr lang="en-US" altLang="ko-KR" sz="1600" dirty="0"/>
              <a:t>– ‘UI’, ‘</a:t>
            </a:r>
            <a:r>
              <a:rPr lang="ko-KR" altLang="en-US" sz="1600" dirty="0"/>
              <a:t>무게 제한</a:t>
            </a:r>
            <a:r>
              <a:rPr lang="en-US" altLang="ko-KR" sz="1600" dirty="0"/>
              <a:t>’ </a:t>
            </a:r>
            <a:r>
              <a:rPr lang="ko-KR" altLang="en-US" sz="1600" dirty="0"/>
              <a:t>내용 포함되어야 함</a:t>
            </a:r>
            <a:r>
              <a:rPr lang="en-US" altLang="ko-KR" sz="1600" dirty="0"/>
              <a:t>. </a:t>
            </a:r>
            <a:r>
              <a:rPr lang="ko-KR" altLang="en-US" sz="1600" dirty="0"/>
              <a:t>친구 가방 열기 기능</a:t>
            </a:r>
            <a:endParaRPr lang="en-US" altLang="ko-KR" sz="1600" dirty="0"/>
          </a:p>
          <a:p>
            <a:r>
              <a:rPr lang="ko-KR" altLang="en-US" sz="1600" dirty="0"/>
              <a:t>무게 시스템 </a:t>
            </a:r>
            <a:r>
              <a:rPr lang="en-US" altLang="ko-KR" sz="1600" dirty="0"/>
              <a:t>– </a:t>
            </a:r>
            <a:r>
              <a:rPr lang="ko-KR" altLang="en-US" sz="1600" dirty="0"/>
              <a:t>무게별 </a:t>
            </a:r>
            <a:r>
              <a:rPr lang="ko-KR" altLang="en-US" sz="1600" dirty="0" err="1"/>
              <a:t>디버프</a:t>
            </a:r>
            <a:r>
              <a:rPr lang="en-US" altLang="ko-KR" sz="1600" dirty="0"/>
              <a:t>(?): </a:t>
            </a:r>
            <a:r>
              <a:rPr lang="ko-KR" altLang="en-US" sz="1600" dirty="0"/>
              <a:t>속도 감소 단계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스테미나</a:t>
            </a:r>
            <a:r>
              <a:rPr lang="ko-KR" altLang="en-US" sz="1600" dirty="0"/>
              <a:t> 소모량 증가</a:t>
            </a:r>
            <a:r>
              <a:rPr lang="en-US" altLang="ko-KR" sz="1600" dirty="0"/>
              <a:t>, UI </a:t>
            </a:r>
            <a:r>
              <a:rPr lang="ko-KR" altLang="en-US" sz="1600" dirty="0"/>
              <a:t>변화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gpt</a:t>
            </a:r>
            <a:r>
              <a:rPr lang="ko-KR" altLang="en-US" sz="1600" dirty="0"/>
              <a:t>하고 얘기한 거 참고 </a:t>
            </a:r>
            <a:r>
              <a:rPr lang="en-US" altLang="ko-KR" sz="1600" dirty="0"/>
              <a:t>1104)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0E008-F228-B00D-173A-7AD8AACA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679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3309AA-071C-90D0-ECCA-EFBFE8CE8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질문사항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339F00-572F-2F2F-62CF-8E4ECCF12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dirty="0"/>
              <a:t>11.11: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r>
              <a:rPr lang="ko-KR" altLang="en-US" dirty="0"/>
              <a:t> 간략하게 추가</a:t>
            </a:r>
            <a:r>
              <a:rPr lang="en-US" altLang="ko-KR" dirty="0"/>
              <a:t>. </a:t>
            </a:r>
            <a:r>
              <a:rPr lang="ko-KR" altLang="en-US" dirty="0"/>
              <a:t>값은 아직 </a:t>
            </a:r>
            <a:r>
              <a:rPr lang="ko-KR" altLang="en-US" dirty="0" err="1"/>
              <a:t>안넣었음</a:t>
            </a:r>
            <a:r>
              <a:rPr lang="en-US" altLang="ko-KR" dirty="0"/>
              <a:t>. ‘</a:t>
            </a:r>
            <a:r>
              <a:rPr lang="ko-KR" altLang="en-US" dirty="0"/>
              <a:t>최대 가방 무게</a:t>
            </a:r>
            <a:r>
              <a:rPr lang="en-US" altLang="ko-KR" dirty="0"/>
              <a:t>’ </a:t>
            </a:r>
            <a:r>
              <a:rPr lang="ko-KR" altLang="en-US" dirty="0"/>
              <a:t>말인데</a:t>
            </a:r>
            <a:r>
              <a:rPr lang="en-US" altLang="ko-KR" dirty="0"/>
              <a:t>... </a:t>
            </a:r>
            <a:r>
              <a:rPr lang="ko-KR" altLang="en-US" dirty="0"/>
              <a:t>딱히 그게 늘거나 줄진 않을 텐데 </a:t>
            </a:r>
            <a:r>
              <a:rPr lang="ko-KR" altLang="en-US" dirty="0" err="1"/>
              <a:t>스탯에</a:t>
            </a:r>
            <a:r>
              <a:rPr lang="ko-KR" altLang="en-US" dirty="0"/>
              <a:t> 넣어야 하나 싶기도 하고</a:t>
            </a:r>
            <a:r>
              <a:rPr lang="en-US" altLang="ko-KR" dirty="0"/>
              <a:t>...? </a:t>
            </a:r>
            <a:r>
              <a:rPr lang="ko-KR" altLang="en-US" dirty="0"/>
              <a:t>무게에 따른 스태미나 소모량</a:t>
            </a:r>
            <a:r>
              <a:rPr lang="en-US" altLang="ko-KR" dirty="0"/>
              <a:t>... </a:t>
            </a:r>
            <a:r>
              <a:rPr lang="ko-KR" altLang="en-US" dirty="0"/>
              <a:t>때문에 넣어야 하나 싶기도 하고</a:t>
            </a:r>
            <a:r>
              <a:rPr lang="en-US" altLang="ko-KR" dirty="0"/>
              <a:t>...? </a:t>
            </a:r>
            <a:r>
              <a:rPr lang="ko-KR" altLang="en-US" dirty="0"/>
              <a:t>아니면 그냥 </a:t>
            </a:r>
            <a:r>
              <a:rPr lang="en-US" altLang="ko-KR" dirty="0"/>
              <a:t>n.00kg,</a:t>
            </a:r>
            <a:r>
              <a:rPr lang="ko-KR" altLang="en-US" dirty="0"/>
              <a:t> </a:t>
            </a:r>
            <a:r>
              <a:rPr lang="en-US" altLang="ko-KR" dirty="0"/>
              <a:t>n+5.00kg,... </a:t>
            </a:r>
            <a:r>
              <a:rPr lang="ko-KR" altLang="en-US" dirty="0"/>
              <a:t>이라고 딱 정하면 상관없나</a:t>
            </a:r>
            <a:r>
              <a:rPr lang="en-US" altLang="ko-KR" dirty="0"/>
              <a:t>..?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err="1"/>
              <a:t>MaSu</a:t>
            </a:r>
            <a:r>
              <a:rPr lang="en-US" altLang="ko-KR" dirty="0"/>
              <a:t> </a:t>
            </a:r>
            <a:r>
              <a:rPr lang="ko-KR" altLang="en-US" dirty="0"/>
              <a:t>때는 </a:t>
            </a:r>
            <a:r>
              <a:rPr lang="en-US" altLang="ko-KR" dirty="0"/>
              <a:t>‘</a:t>
            </a:r>
            <a:r>
              <a:rPr lang="ko-KR" altLang="en-US" dirty="0"/>
              <a:t>점프 속도</a:t>
            </a:r>
            <a:r>
              <a:rPr lang="en-US" altLang="ko-KR" dirty="0"/>
              <a:t>‘</a:t>
            </a:r>
            <a:r>
              <a:rPr lang="ko-KR" altLang="en-US" dirty="0"/>
              <a:t>라는 </a:t>
            </a:r>
            <a:r>
              <a:rPr lang="ko-KR" altLang="en-US" dirty="0" err="1"/>
              <a:t>스탯이</a:t>
            </a:r>
            <a:r>
              <a:rPr lang="ko-KR" altLang="en-US" dirty="0"/>
              <a:t> 있었는데</a:t>
            </a:r>
            <a:r>
              <a:rPr lang="en-US" altLang="ko-KR" dirty="0"/>
              <a:t>, </a:t>
            </a:r>
            <a:r>
              <a:rPr lang="ko-KR" altLang="en-US" dirty="0"/>
              <a:t>여기도 똑같이 필요한지</a:t>
            </a:r>
            <a:r>
              <a:rPr lang="en-US" altLang="ko-KR" dirty="0"/>
              <a:t>..? </a:t>
            </a:r>
            <a:r>
              <a:rPr lang="ko-KR" altLang="en-US" dirty="0"/>
              <a:t>아니면 </a:t>
            </a:r>
            <a:r>
              <a:rPr lang="en-US" altLang="ko-KR" dirty="0"/>
              <a:t>‘</a:t>
            </a:r>
            <a:r>
              <a:rPr lang="ko-KR" altLang="en-US" dirty="0"/>
              <a:t>점프 높이</a:t>
            </a:r>
            <a:r>
              <a:rPr lang="en-US" altLang="ko-KR" dirty="0"/>
              <a:t>’</a:t>
            </a:r>
            <a:r>
              <a:rPr lang="ko-KR" altLang="en-US" dirty="0"/>
              <a:t>로 바꿔도</a:t>
            </a:r>
            <a:r>
              <a:rPr lang="en-US" altLang="ko-KR" dirty="0"/>
              <a:t>..?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자료형 어떻게 할까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E4046D-F139-A7E1-C4D3-0A3170020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68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SPACE ROBBER_게임 플레이 아이디어 리스트</Template>
  <TotalTime>1263</TotalTime>
  <Words>1740</Words>
  <Application>Microsoft Office PowerPoint</Application>
  <PresentationFormat>와이드스크린</PresentationFormat>
  <Paragraphs>372</Paragraphs>
  <Slides>25</Slides>
  <Notes>3</Notes>
  <HiddenSlides>3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Arial</vt:lpstr>
      <vt:lpstr>Wingdings</vt:lpstr>
      <vt:lpstr>맑은 고딕</vt:lpstr>
      <vt:lpstr>Office 테마</vt:lpstr>
      <vt:lpstr>SPACE ROBBER</vt:lpstr>
      <vt:lpstr>목차</vt:lpstr>
      <vt:lpstr>&lt;SPACE ROBBER&gt; 정보</vt:lpstr>
      <vt:lpstr>컨트롤_인게임</vt:lpstr>
      <vt:lpstr>컨트롤_플레이어 사망 시</vt:lpstr>
      <vt:lpstr>카메라 - 플레이어 사망 시</vt:lpstr>
      <vt:lpstr>게임 진행</vt:lpstr>
      <vt:lpstr>플레이어 - 스탯</vt:lpstr>
      <vt:lpstr>플레이어 - 상태</vt:lpstr>
      <vt:lpstr>아이템</vt:lpstr>
      <vt:lpstr>UI</vt:lpstr>
      <vt:lpstr>UI</vt:lpstr>
      <vt:lpstr>인벤토리</vt:lpstr>
      <vt:lpstr>도구 퀵슬롯</vt:lpstr>
      <vt:lpstr>무게 시스템</vt:lpstr>
      <vt:lpstr>맵 생성 규칙</vt:lpstr>
      <vt:lpstr>자원 배치 규칙</vt:lpstr>
      <vt:lpstr>파워 레벨 시스템  _몬스터 스폰</vt:lpstr>
      <vt:lpstr>아이템 판매/구매처: 장물아비</vt:lpstr>
      <vt:lpstr>자원 수집</vt:lpstr>
      <vt:lpstr>[자원 수집 플레이] 세트 판매</vt:lpstr>
      <vt:lpstr>[자원 수집 플레이] 특수 물품</vt:lpstr>
      <vt:lpstr>변경 사항 기록</vt:lpstr>
      <vt:lpstr>추가할 내용</vt:lpstr>
      <vt:lpstr>질문사항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34</cp:revision>
  <dcterms:created xsi:type="dcterms:W3CDTF">2025-10-13T14:30:26Z</dcterms:created>
  <dcterms:modified xsi:type="dcterms:W3CDTF">2025-11-25T19:12:58Z</dcterms:modified>
</cp:coreProperties>
</file>