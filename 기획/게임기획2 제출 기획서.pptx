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2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77" r:id="rId3"/>
    <p:sldId id="281" r:id="rId4"/>
    <p:sldId id="282" r:id="rId5"/>
    <p:sldId id="283" r:id="rId6"/>
    <p:sldId id="284" r:id="rId7"/>
    <p:sldId id="279" r:id="rId8"/>
    <p:sldId id="299" r:id="rId9"/>
    <p:sldId id="293" r:id="rId10"/>
    <p:sldId id="297" r:id="rId11"/>
    <p:sldId id="300" r:id="rId12"/>
    <p:sldId id="288" r:id="rId13"/>
    <p:sldId id="291" r:id="rId14"/>
    <p:sldId id="290" r:id="rId15"/>
    <p:sldId id="292" r:id="rId16"/>
    <p:sldId id="295" r:id="rId17"/>
    <p:sldId id="301" r:id="rId18"/>
    <p:sldId id="296" r:id="rId19"/>
    <p:sldId id="302" r:id="rId20"/>
  </p:sldIdLst>
  <p:sldSz cx="12192000" cy="6858000"/>
  <p:notesSz cx="6858000" cy="9144000"/>
  <p:embeddedFontLst>
    <p:embeddedFont>
      <p:font typeface="SB 어그로 Bold" panose="02020603020101020101" pitchFamily="18" charset="-127"/>
      <p:regular r:id="rId22"/>
    </p:embeddedFont>
    <p:embeddedFont>
      <p:font typeface="SB 어그로 Light" panose="02020603020101020101" pitchFamily="18" charset="-127"/>
      <p:regular r:id="rId23"/>
    </p:embeddedFont>
    <p:embeddedFont>
      <p:font typeface="맑은 고딕" panose="020B0503020000020004" pitchFamily="50" charset="-127"/>
      <p:regular r:id="rId24"/>
      <p:bold r:id="rId25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7DC"/>
    <a:srgbClr val="FF631D"/>
    <a:srgbClr val="1DFF33"/>
    <a:srgbClr val="1D22FF"/>
    <a:srgbClr val="E53FAE"/>
    <a:srgbClr val="74D6B1"/>
    <a:srgbClr val="5EC2A3"/>
    <a:srgbClr val="FF0000"/>
    <a:srgbClr val="AEAEAE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D4A46A-08B2-46F8-AB4D-9E0FB392E9DD}" v="2" dt="2025-12-23T19:44:47.8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하나 윤" userId="f658f17427b35de9" providerId="LiveId" clId="{EE219EC4-0B48-4DAA-B6C8-F5305E865B87}"/>
    <pc:docChg chg="undo custSel addSld delSld modSld sldOrd">
      <pc:chgData name="이하나 윤" userId="f658f17427b35de9" providerId="LiveId" clId="{EE219EC4-0B48-4DAA-B6C8-F5305E865B87}" dt="2025-12-23T19:46:49.616" v="314" actId="478"/>
      <pc:docMkLst>
        <pc:docMk/>
      </pc:docMkLst>
      <pc:sldChg chg="delSp mod">
        <pc:chgData name="이하나 윤" userId="f658f17427b35de9" providerId="LiveId" clId="{EE219EC4-0B48-4DAA-B6C8-F5305E865B87}" dt="2025-12-23T19:46:49.616" v="314" actId="478"/>
        <pc:sldMkLst>
          <pc:docMk/>
          <pc:sldMk cId="3841897026" sldId="256"/>
        </pc:sldMkLst>
        <pc:graphicFrameChg chg="del">
          <ac:chgData name="이하나 윤" userId="f658f17427b35de9" providerId="LiveId" clId="{EE219EC4-0B48-4DAA-B6C8-F5305E865B87}" dt="2025-12-23T19:46:49.616" v="314" actId="478"/>
          <ac:graphicFrameMkLst>
            <pc:docMk/>
            <pc:sldMk cId="3841897026" sldId="256"/>
            <ac:graphicFrameMk id="4" creationId="{9699434B-F8BB-14FC-1C78-24BCE19534CB}"/>
          </ac:graphicFrameMkLst>
        </pc:graphicFrameChg>
      </pc:sldChg>
      <pc:sldChg chg="addSp delSp modSp add del mod">
        <pc:chgData name="이하나 윤" userId="f658f17427b35de9" providerId="LiveId" clId="{EE219EC4-0B48-4DAA-B6C8-F5305E865B87}" dt="2025-12-23T19:45:37.321" v="307" actId="47"/>
        <pc:sldMkLst>
          <pc:docMk/>
          <pc:sldMk cId="2438763236" sldId="261"/>
        </pc:sldMkLst>
        <pc:spChg chg="del">
          <ac:chgData name="이하나 윤" userId="f658f17427b35de9" providerId="LiveId" clId="{EE219EC4-0B48-4DAA-B6C8-F5305E865B87}" dt="2025-12-23T19:44:57.731" v="264" actId="478"/>
          <ac:spMkLst>
            <pc:docMk/>
            <pc:sldMk cId="2438763236" sldId="261"/>
            <ac:spMk id="2" creationId="{4B0E80F3-A7BD-C03A-94BA-8890B81C0138}"/>
          </ac:spMkLst>
        </pc:spChg>
        <pc:spChg chg="del">
          <ac:chgData name="이하나 윤" userId="f658f17427b35de9" providerId="LiveId" clId="{EE219EC4-0B48-4DAA-B6C8-F5305E865B87}" dt="2025-12-23T19:44:57.731" v="264" actId="478"/>
          <ac:spMkLst>
            <pc:docMk/>
            <pc:sldMk cId="2438763236" sldId="261"/>
            <ac:spMk id="5" creationId="{22CD9A90-0A27-EC84-4572-3964DEF9AA90}"/>
          </ac:spMkLst>
        </pc:spChg>
        <pc:spChg chg="add mod">
          <ac:chgData name="이하나 윤" userId="f658f17427b35de9" providerId="LiveId" clId="{EE219EC4-0B48-4DAA-B6C8-F5305E865B87}" dt="2025-12-23T19:44:57.731" v="264" actId="478"/>
          <ac:spMkLst>
            <pc:docMk/>
            <pc:sldMk cId="2438763236" sldId="261"/>
            <ac:spMk id="7" creationId="{91FA67CC-129B-87B2-631B-E7E4A5B687BF}"/>
          </ac:spMkLst>
        </pc:spChg>
        <pc:spChg chg="add mod">
          <ac:chgData name="이하나 윤" userId="f658f17427b35de9" providerId="LiveId" clId="{EE219EC4-0B48-4DAA-B6C8-F5305E865B87}" dt="2025-12-23T19:44:57.731" v="264" actId="478"/>
          <ac:spMkLst>
            <pc:docMk/>
            <pc:sldMk cId="2438763236" sldId="261"/>
            <ac:spMk id="9" creationId="{A054F55D-5D43-1669-8613-7939A2118499}"/>
          </ac:spMkLst>
        </pc:spChg>
      </pc:sldChg>
      <pc:sldChg chg="modSp mod">
        <pc:chgData name="이하나 윤" userId="f658f17427b35de9" providerId="LiveId" clId="{EE219EC4-0B48-4DAA-B6C8-F5305E865B87}" dt="2025-12-23T19:44:40.136" v="260" actId="20577"/>
        <pc:sldMkLst>
          <pc:docMk/>
          <pc:sldMk cId="2598034254" sldId="277"/>
        </pc:sldMkLst>
        <pc:spChg chg="mod">
          <ac:chgData name="이하나 윤" userId="f658f17427b35de9" providerId="LiveId" clId="{EE219EC4-0B48-4DAA-B6C8-F5305E865B87}" dt="2025-12-23T19:44:40.136" v="260" actId="20577"/>
          <ac:spMkLst>
            <pc:docMk/>
            <pc:sldMk cId="2598034254" sldId="277"/>
            <ac:spMk id="3" creationId="{713340BC-388B-897E-5696-EEF0441E0910}"/>
          </ac:spMkLst>
        </pc:spChg>
      </pc:sldChg>
      <pc:sldChg chg="del">
        <pc:chgData name="이하나 윤" userId="f658f17427b35de9" providerId="LiveId" clId="{EE219EC4-0B48-4DAA-B6C8-F5305E865B87}" dt="2025-12-23T19:41:43.161" v="3" actId="47"/>
        <pc:sldMkLst>
          <pc:docMk/>
          <pc:sldMk cId="1114005558" sldId="286"/>
        </pc:sldMkLst>
      </pc:sldChg>
      <pc:sldChg chg="mod modShow">
        <pc:chgData name="이하나 윤" userId="f658f17427b35de9" providerId="LiveId" clId="{EE219EC4-0B48-4DAA-B6C8-F5305E865B87}" dt="2025-12-23T19:41:29.601" v="1" actId="729"/>
        <pc:sldMkLst>
          <pc:docMk/>
          <pc:sldMk cId="294964183" sldId="290"/>
        </pc:sldMkLst>
      </pc:sldChg>
      <pc:sldChg chg="del">
        <pc:chgData name="이하나 윤" userId="f658f17427b35de9" providerId="LiveId" clId="{EE219EC4-0B48-4DAA-B6C8-F5305E865B87}" dt="2025-12-23T19:41:05.961" v="0" actId="47"/>
        <pc:sldMkLst>
          <pc:docMk/>
          <pc:sldMk cId="2038830038" sldId="298"/>
        </pc:sldMkLst>
      </pc:sldChg>
      <pc:sldChg chg="mod modShow">
        <pc:chgData name="이하나 윤" userId="f658f17427b35de9" providerId="LiveId" clId="{EE219EC4-0B48-4DAA-B6C8-F5305E865B87}" dt="2025-12-23T19:41:33.083" v="2" actId="729"/>
        <pc:sldMkLst>
          <pc:docMk/>
          <pc:sldMk cId="1658224716" sldId="300"/>
        </pc:sldMkLst>
      </pc:sldChg>
      <pc:sldChg chg="modSp new mod ord">
        <pc:chgData name="이하나 윤" userId="f658f17427b35de9" providerId="LiveId" clId="{EE219EC4-0B48-4DAA-B6C8-F5305E865B87}" dt="2025-12-23T19:43:53.762" v="216" actId="255"/>
        <pc:sldMkLst>
          <pc:docMk/>
          <pc:sldMk cId="3350410333" sldId="301"/>
        </pc:sldMkLst>
        <pc:spChg chg="mod">
          <ac:chgData name="이하나 윤" userId="f658f17427b35de9" providerId="LiveId" clId="{EE219EC4-0B48-4DAA-B6C8-F5305E865B87}" dt="2025-12-23T19:43:28.244" v="177" actId="20577"/>
          <ac:spMkLst>
            <pc:docMk/>
            <pc:sldMk cId="3350410333" sldId="301"/>
            <ac:spMk id="2" creationId="{E530DA2B-9219-7170-A7FF-9ED90D2F77B8}"/>
          </ac:spMkLst>
        </pc:spChg>
        <pc:spChg chg="mod">
          <ac:chgData name="이하나 윤" userId="f658f17427b35de9" providerId="LiveId" clId="{EE219EC4-0B48-4DAA-B6C8-F5305E865B87}" dt="2025-12-23T19:43:53.762" v="216" actId="255"/>
          <ac:spMkLst>
            <pc:docMk/>
            <pc:sldMk cId="3350410333" sldId="301"/>
            <ac:spMk id="3" creationId="{6CBB0EAB-A1E5-C418-F34C-9A772A24A20A}"/>
          </ac:spMkLst>
        </pc:spChg>
      </pc:sldChg>
      <pc:sldChg chg="modSp new del mod">
        <pc:chgData name="이하나 윤" userId="f658f17427b35de9" providerId="LiveId" clId="{EE219EC4-0B48-4DAA-B6C8-F5305E865B87}" dt="2025-12-23T19:43:00.325" v="155" actId="47"/>
        <pc:sldMkLst>
          <pc:docMk/>
          <pc:sldMk cId="3435014229" sldId="301"/>
        </pc:sldMkLst>
        <pc:spChg chg="mod">
          <ac:chgData name="이하나 윤" userId="f658f17427b35de9" providerId="LiveId" clId="{EE219EC4-0B48-4DAA-B6C8-F5305E865B87}" dt="2025-12-23T19:42:09.751" v="46" actId="20577"/>
          <ac:spMkLst>
            <pc:docMk/>
            <pc:sldMk cId="3435014229" sldId="301"/>
            <ac:spMk id="2" creationId="{00A25E6E-8CB9-AA6A-1CBE-9363C64D2C65}"/>
          </ac:spMkLst>
        </pc:spChg>
        <pc:spChg chg="mod">
          <ac:chgData name="이하나 윤" userId="f658f17427b35de9" providerId="LiveId" clId="{EE219EC4-0B48-4DAA-B6C8-F5305E865B87}" dt="2025-12-23T19:42:58.134" v="154" actId="20577"/>
          <ac:spMkLst>
            <pc:docMk/>
            <pc:sldMk cId="3435014229" sldId="301"/>
            <ac:spMk id="3" creationId="{9DA844AD-16F0-089D-6A63-66E1E80568D1}"/>
          </ac:spMkLst>
        </pc:spChg>
      </pc:sldChg>
      <pc:sldChg chg="new del">
        <pc:chgData name="이하나 윤" userId="f658f17427b35de9" providerId="LiveId" clId="{EE219EC4-0B48-4DAA-B6C8-F5305E865B87}" dt="2025-12-23T19:44:49.861" v="263" actId="47"/>
        <pc:sldMkLst>
          <pc:docMk/>
          <pc:sldMk cId="828284547" sldId="302"/>
        </pc:sldMkLst>
      </pc:sldChg>
      <pc:sldChg chg="modSp new mod">
        <pc:chgData name="이하나 윤" userId="f658f17427b35de9" providerId="LiveId" clId="{EE219EC4-0B48-4DAA-B6C8-F5305E865B87}" dt="2025-12-23T19:46:21.133" v="313" actId="20577"/>
        <pc:sldMkLst>
          <pc:docMk/>
          <pc:sldMk cId="2676056389" sldId="302"/>
        </pc:sldMkLst>
        <pc:spChg chg="mod">
          <ac:chgData name="이하나 윤" userId="f658f17427b35de9" providerId="LiveId" clId="{EE219EC4-0B48-4DAA-B6C8-F5305E865B87}" dt="2025-12-23T19:46:21.133" v="313" actId="20577"/>
          <ac:spMkLst>
            <pc:docMk/>
            <pc:sldMk cId="2676056389" sldId="302"/>
            <ac:spMk id="2" creationId="{3BE88BC1-ECE6-35A8-86DD-20F1E28834C0}"/>
          </ac:spMkLst>
        </pc:spChg>
        <pc:spChg chg="mod">
          <ac:chgData name="이하나 윤" userId="f658f17427b35de9" providerId="LiveId" clId="{EE219EC4-0B48-4DAA-B6C8-F5305E865B87}" dt="2025-12-23T19:45:27.017" v="268" actId="113"/>
          <ac:spMkLst>
            <pc:docMk/>
            <pc:sldMk cId="2676056389" sldId="302"/>
            <ac:spMk id="3" creationId="{6D672882-4A86-C6AD-80A4-C934CF472348}"/>
          </ac:spMkLst>
        </pc:spChg>
      </pc:sldChg>
      <pc:sldMasterChg chg="delSldLayout">
        <pc:chgData name="이하나 윤" userId="f658f17427b35de9" providerId="LiveId" clId="{EE219EC4-0B48-4DAA-B6C8-F5305E865B87}" dt="2025-12-23T19:45:37.321" v="307" actId="47"/>
        <pc:sldMasterMkLst>
          <pc:docMk/>
          <pc:sldMasterMk cId="4218693161" sldId="2147483648"/>
        </pc:sldMasterMkLst>
        <pc:sldLayoutChg chg="del">
          <pc:chgData name="이하나 윤" userId="f658f17427b35de9" providerId="LiveId" clId="{EE219EC4-0B48-4DAA-B6C8-F5305E865B87}" dt="2025-12-23T19:45:37.321" v="307" actId="47"/>
          <pc:sldLayoutMkLst>
            <pc:docMk/>
            <pc:sldMasterMk cId="4218693161" sldId="2147483648"/>
            <pc:sldLayoutMk cId="116165221" sldId="2147483660"/>
          </pc:sldLayoutMkLst>
        </pc:sldLayoutChg>
      </pc:sldMaster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39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24506,'741'0'0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763 1 24575,'0'6'0,"1"-1"0,-1 1 0,1 0 0,1-1 0,-1 1 0,1-1 0,0 1 0,0-1 0,0 1 0,1-1 0,0 0 0,0 0 0,0-1 0,5 6 0,-6-8 0,1-1 0,0 1 0,-1-1 0,1 0 0,0 0 0,-1 0 0,1 0 0,0 0 0,0-1 0,0 1 0,0-1 0,0 0 0,4 0 0,-6 0 0,1 0 0,-1 0 0,1 0 0,-1 0 0,1 0 0,0-1 0,-1 1 0,1-1 0,-1 1 0,0-1 0,1 1 0,-1-1 0,1 0 0,-1 0 0,0 0 0,0 0 0,1 0 0,-1 0 0,0 0 0,0 0 0,0 0 0,0 0 0,0-1 0,0 1 0,0-2 0,0 2 0,-1 0 0,0 0 0,0 0 0,1 1 0,-1-1 0,1 0 0,-1 0 0,1 0 0,-1 1 0,1-1 0,0 0 0,-1 0 0,1 1 0,0-1 0,-1 1 0,1-1 0,1 0 0,-1 1 0,-1 0 0,0-1 0,1 1 0,-1 0 0,1 0 0,-1 0 0,1 0 0,-1 0 0,1 1 0,-1-1 0,1 0 0,-1 0 0,1 0 0,-1 0 0,1 0 0,-1 1 0,1-1 0,-1 0 0,0 0 0,1 1 0,-1-1 0,1 0 0,-1 1 0,2 1 0,-1-1 0,0 1 0,0 0 0,1-1 0,-1 1 0,-1 0 0,1 0 0,0 0 0,0 0 0,-1-1 0,1 1 0,-1 0 0,1 0 0,-1 0 0,0 3 0,0-4 0,-1 0 0,1 0 0,0-1 0,-1 1 0,1 0 0,-1 0 0,1 0 0,-1 0 0,0-1 0,1 1 0,-1 0 0,0-1 0,1 1 0,-1 0 0,0-1 0,0 1 0,0-1 0,1 1 0,-1-1 0,0 1 0,0-1 0,0 0 0,0 1 0,0-1 0,0 0 0,0 0 0,-1 0 0,-30 4 0,29-4 0,-52 2 0,28-2 0,-38 5 0,-44 7 0,-211-6 0,187-8 0,130 2 0,1 0 0,-1 0 0,1-1 0,-1 1 0,1-1 0,-1 0 0,1 0 0,-1 0 0,1 0 0,0 0 0,0 0 0,-1 0 0,1-1 0,0 1 0,0-1 0,-2-2 0,-2-3 0,0 0 0,1 0 0,-7-11 0,11 15 0,0 3 0,0-1 0,1 0 0,-1 0 0,0 0 0,0 1 0,1-1 0,-1 0 0,0 1 0,0-1 0,0 1 0,0-1 0,0 1 0,0-1 0,0 1 0,0 0 0,0-1 0,0 1 0,0 0 0,0 0 0,0 0 0,-2 0 0,3 0 0,0 0 0,0 0 0,-1 0 0,1 0 0,0 0 0,0 0 0,0 0 0,-1 0 0,1 0 0,0 0 0,0 0 0,0 0 0,0 0 0,-1 0 0,1 0 0,0 1 0,0-1 0,0 0 0,0 0 0,0 0 0,-1 0 0,1 0 0,0 0 0,0 1 0,0-1 0,0 0 0,0 0 0,0 0 0,0 0 0,0 1 0,0-1 0,0 0 0,0 0 0,-1 0 0,1 1 0,0-1 0,9 11 0,-4-8 0,-1 0 0,1 0 0,0 0 0,0 0 0,0-1 0,0 0 0,0 0 0,9 2 0,-12-4 0,1 1 0,-1-1 0,1 0 0,-1 0 0,1 0 0,-1 0 0,1-1 0,-1 1 0,1-1 0,-1 1 0,0-1 0,1 0 0,-1 0 0,0 0 0,0 0 0,1 0 0,-1-1 0,0 1 0,0-1 0,0 1 0,2-3 0,-3 3 0,1-1 0,-1 1 0,1 0 0,0 0 0,0 0 0,-1 0 0,1 1 0,0-1 0,0 0 0,0 1 0,0-1 0,0 1 0,0 0 0,0-1 0,0 1 0,0 0 0,3 1 0,40 6 0,-8-1 0,70 0 0,-77-6 0,-13 1 0,30-3 0,-42 1 0,0 0 0,0 0 0,0 0 0,0-1 0,0 1 0,0-1 0,-1-1 0,1 1 0,-1 0 0,6-5 0,-13 9 0,1 0 0,0 0 0,-1 0 0,1 0 0,-1 0 0,0-1 0,1 1 0,-1-1 0,0 0 0,-6 2 0,33-23 0,-15 14 0,-12 8 0,-18 9 0,17-10 0,-19 6 0,19-9 0,12-7 0,0 3 0,-1 1 0,1 0 0,12-5 0,-2 1 0,-34 17 0,-1-1 0,-17 4 0,-9 5 0,40-15 0,-1 1 0,1 0 0,0 1 0,0-1 0,0 0 0,-5 6 0,-17 11 0,14-14 0,0 0 0,0 0 0,0-2 0,-1 1 0,0-1 0,0-1 0,-21 2 0,28-4 0,1 1 0,-1 0 0,1 0 0,0 0 0,0 0 0,-1 1 0,1-1 0,0 1 0,0 0 0,0 1 0,1-1 0,-1 1 0,1-1 0,-1 1 0,1 0 0,-4 5 0,-4 1 0,8-6 0,-1-1 0,0 0 0,0 0 0,0 0 0,0-1 0,0 1 0,0-1 0,0 0 0,-6 1 0,-16 4 0,24-5 0,1-1 0,-1 1 0,0-1 0,0 0 0,1 0 0,-1 0 0,0 0 0,1 0 0,-1-1 0,0 1 0,0 0 0,1-1 0,-1 1 0,0-1 0,1 0 0,-1 1 0,1-1 0,-1 0 0,1 0 0,-1 0 0,1 0 0,0 0 0,-1 0 0,1-1 0,0 1 0,0 0 0,0-1 0,-1-1 0,-6-7 0,1-1 0,-11-23 0,4 9 0,-14-20 0,28 83 0,5-25-1365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33 1 24575,'0'12'0,"-1"1"0,0-1 0,-1 1 0,0-1 0,-1 0 0,0 0 0,-1 0 0,-10 22 0,11-22 0,9-12 0,12-15 0,-10 4 0,-1 0 0,0-1 0,-1 1 0,0-2 0,4-13 0,-9 26 0,-1-1 0,0 0 0,1 0 0,-1 0 0,1 0 0,-1 0 0,1 1 0,-1-1 0,1 0 0,-1 0 0,1 1 0,0-1 0,0 0 0,-1 1 0,1-1 0,0 1 0,0-1 0,0 1 0,-1-1 0,1 1 0,0 0 0,0-1 0,0 1 0,0 0 0,0 0 0,0 0 0,0 0 0,0 0 0,0 0 0,0 0 0,0 0 0,0 0 0,0 0 0,-1 0 0,1 0 0,0 1 0,0-1 0,0 0 0,0 1 0,1 0 0,0 0 0,0 0 0,1 0 0,-1 0 0,0 1 0,0-1 0,0 1 0,0-1 0,-1 1 0,1 0 0,0 0 0,-1 0 0,1 0 0,-1 0 0,3 4 0,-4-6 0,0 1 0,0-1 0,0 0 0,1 1 0,-1-1 0,0 1 0,0-1 0,0 1 0,0-1 0,0 1 0,0-1 0,0 1 0,0-1 0,0 1 0,0 0 0,0-1 0,0 1 0,0-1 0,0 0 0,0 1 0,-1-1 0,1 1 0,0-1 0,0 1 0,-1-1 0,1 1 0,0-1 0,-1 0 0,1 1 0,0-1 0,-1 1 0,1-1 0,0 0 0,-1 0 0,1 1 0,-1-1 0,1 0 0,-1 0 0,0 1 0,-1-1 0,0 1 0,-1-1 0,1 1 0,0-1 0,-1 0 0,1 0 0,0 0 0,-5-1 0,-15-4 0,19 2 0,8 3 0,28 2 0,-15-1 0,1 1 0,22 5 0,-35-6 0,1 1 0,-1 0 0,0 1 0,0-1 0,-1 1 0,1 1 0,0-1 0,-1 1 0,0 0 0,7 5 0,20 20-1365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35 0 24407,'-35'43'0,"189"-43"0,-119-43 0,-189 43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5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6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7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49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3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24575,'0'1'0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5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6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7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316 1 24575,'-1'0'0,"-4"0"0,-4 0 0,-3 0 0,-3 0 0,-4 0 0,-6 0 0,-3 0 0,-1 0 0,-4 0 0,3 0 0,1 0 0,4 0 0,4 0 0,6 0 0,4 0 0,2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8T10:01:26.25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88 0 24575,'-1'1'0,"-2"1"0,-3-1 0,-4 2 0,-1 0 0,-2 1 0,1-1 0,1 0 0,0-1 0,2-1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47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24506,'923'0'0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49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950 1 24575,'0'7'0,"2"0"0,-2 0 0,1 1 0,1-2 0,0 1 0,0 0 0,1 0 0,-1-1 0,1 2 0,0-2 0,1 0 0,0 0 0,-1-1 0,7 8 0,-7-11 0,1 0 0,-1 0 0,0-1 0,1 1 0,-1-1 0,0 0 0,1 0 0,-1 1 0,1-2 0,0 1 0,0-1 0,-1 0 0,6 0 0,-8 0 0,2 0 0,-2 0 0,1 0 0,0 0 0,0 0 0,1-1 0,-2 1 0,1-2 0,0 2 0,-1-1 0,1 1 0,0-1 0,0 0 0,-1-1 0,1 1 0,-1 0 0,1 0 0,0-1 0,-1 1 0,0 0 0,0 0 0,1-1 0,-1 0 0,0 1 0,0-3 0,1 3 0,-2-1 0,0 1 0,0 0 0,1 1 0,-1-1 0,1-1 0,-1 1 0,1 0 0,-1 1 0,2-1 0,-1-1 0,-1 1 0,1 1 0,0-1 0,-1 1 0,2-1 0,0-1 0,-1 2 0,-1 0 0,0-1 0,2 1 0,-2 0 0,1 0 0,-1 0 0,1 0 0,-1 0 0,1 1 0,-1-1 0,2 0 0,-2 0 0,1 0 0,-1 0 0,1 0 0,-1 2 0,1-2 0,-1 0 0,0 0 0,2 1 0,-2-1 0,1 0 0,-1 1 0,2 2 0,-1-2 0,1 1 0,-1 1 0,1-2 0,0 2 0,-2-1 0,1 1 0,0-1 0,0 1 0,-1-2 0,2 1 0,-2 1 0,1-1 0,-1 1 0,0 3 0,0-5 0,-1 1 0,1-1 0,0-1 0,-2 1 0,2 0 0,-1 1 0,1-1 0,-1 0 0,0-1 0,1 1 0,-2 1 0,1-2 0,1 1 0,-1 0 0,0-1 0,-1 1 0,1-1 0,1 1 0,-1-1 0,0 2 0,0-2 0,-1 0 0,1 1 0,0-1 0,0 0 0,-1 0 0,0 0 0,-38 5 0,36-5 0,-64 2 0,34-2 0,-47 7 0,-55 8 0,-262-8 0,232-9 0,162 2 0,2 0 0,-2 0 0,2-2 0,-2 2 0,1-1 0,0 0 0,0 0 0,-1-1 0,2 1 0,-1 0 0,1 0 0,-2-1 0,2 0 0,-1 1 0,1-2 0,-3-2 0,-3-4 0,1 1 0,1-1 0,-9-13 0,13 18 0,1 4 0,0-1 0,1-1 0,-1 1 0,-1 0 0,1 1 0,1-1 0,-1-1 0,0 2 0,-1-1 0,1 1 0,0-1 0,0 1 0,-1-1 0,1 1 0,0 0 0,0-2 0,0 2 0,-1 0 0,1 0 0,0 0 0,-3 0 0,4 0 0,0 0 0,0 0 0,-1 0 0,1 0 0,0 0 0,0 0 0,0 0 0,-1 0 0,1 0 0,0 0 0,0 0 0,0 0 0,0 0 0,-2 0 0,2 0 0,0 2 0,0-2 0,0 0 0,0 0 0,0 0 0,-1 0 0,1 0 0,0 0 0,0 1 0,0-1 0,0 0 0,0 0 0,0 0 0,0 0 0,0 1 0,0-1 0,0 0 0,0 0 0,-1 0 0,1 1 0,0-1 0,11 14 0,-5-10 0,-1 0 0,1-1 0,1 1 0,-1 0 0,0-2 0,0 1 0,1-1 0,10 3 0,-14-5 0,0 1 0,0-1 0,0 0 0,0 0 0,1 0 0,-2 0 0,2-1 0,-2 1 0,2-1 0,-1 1 0,-1-1 0,2 0 0,-2-1 0,1 1 0,-1 0 0,2 0 0,-1-2 0,-1 2 0,1-2 0,-1 2 0,3-4 0,-4 4 0,2-2 0,-2 2 0,2 0 0,-1 0 0,0-1 0,0 1 0,0 1 0,1-1 0,-1 0 0,1 1 0,-1-2 0,1 2 0,-1 0 0,1-1 0,-1 1 0,1 0 0,3 1 0,50 8 0,-10-1 0,87-1 0,-95-7 0,-17 1 0,37-3 0,-51 1 0,-1-1 0,0 1 0,0 0 0,1-2 0,-1 2 0,0-1 0,-1-2 0,1 1 0,-1 1 0,8-7 0,-17 12 0,1-1 0,1 1 0,-2-1 0,2 1 0,-2-1 0,0-1 0,2 2 0,-2-2 0,0 0 0,-7 3 0,41-29 0,-19 18 0,-15 9 0,-22 12 0,21-13 0,-23 8 0,23-12 0,15-8 0,0 4 0,-2 0 0,2 1 0,15-6 0,-2 1 0,-43 21 0,-2-2 0,-20 6 0,-11 6 0,49-19 0,-1 2 0,1-1 0,0 2 0,1-2 0,-1 1 0,-6 7 0,-21 13 0,17-16 0,0-1 0,1 0 0,-1-2 0,-1 1 0,0-1 0,0-2 0,-26 3 0,35-5 0,1 1 0,-1 1 0,1-1 0,0 0 0,0 0 0,-2 2 0,2-2 0,0 1 0,0 1 0,0 1 0,2-2 0,-2 2 0,1-2 0,-1 2 0,1 0 0,-4 6 0,-6 1 0,10-7 0,-1-2 0,0 1 0,0-1 0,0 1 0,0-2 0,0 2 0,0-2 0,0 0 0,-7 2 0,-21 4 0,31-6 0,1-1 0,-2 1 0,1-1 0,-1 0 0,2 0 0,-1 0 0,-1 0 0,2 0 0,-2-1 0,1 1 0,-1 0 0,2-1 0,-1 1 0,-1-1 0,2-1 0,-2 2 0,2-1 0,-1 0 0,0 0 0,0 0 0,1-1 0,-1 1 0,0 0 0,1-2 0,-1 2 0,1 0 0,0-2 0,-2 0 0,-7-10 0,2-1 0,-15-28 0,6 11 0,-18-25 0,35 103 0,6-31-1365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41 1 24575,'0'15'0,"-1"1"0,0-1 0,-2 1 0,1-1 0,-2 0 0,0 0 0,-1 0 0,-12 27 0,13-27 0,11-15 0,16-18 0,-13 4 0,-1 0 0,-1-1 0,0 2 0,-1-4 0,6-15 0,-12 32 0,-1-1 0,0 0 0,1-1 0,-1 1 0,1 0 0,-1 0 0,2 1 0,-2-2 0,1 1 0,-1 0 0,1 1 0,0-1 0,1-1 0,-2 2 0,1-1 0,0 1 0,0-1 0,1 1 0,-2-1 0,1 1 0,0 0 0,0-2 0,1 2 0,-1 0 0,0 0 0,0 0 0,1 0 0,-1 0 0,0 0 0,0 0 0,1 0 0,-1 0 0,0 0 0,-1 0 0,1 0 0,1 2 0,-1-2 0,0 0 0,0 1 0,2 0 0,-1 0 0,1 1 0,1-1 0,-2 0 0,0 2 0,1-2 0,-1 1 0,1 0 0,-2 0 0,2 1 0,-1-1 0,-1 1 0,2-1 0,-2 1 0,4 4 0,-5-7 0,0 1 0,0-1 0,0 0 0,1 1 0,-1-1 0,0 2 0,0-2 0,0 1 0,0-1 0,0 1 0,0-1 0,0 1 0,0-1 0,0 2 0,0-1 0,0-1 0,0 1 0,0-1 0,0 0 0,0 1 0,-1-1 0,1 2 0,0-2 0,0 1 0,-1-1 0,1 1 0,0-1 0,-1 0 0,1 1 0,0-1 0,-2 2 0,2-2 0,0 0 0,-1 0 0,1 1 0,-1-1 0,1 0 0,-1 0 0,-1 1 0,0-1 0,-1 1 0,0-1 0,0 2 0,1-2 0,-2 0 0,2 0 0,-1 0 0,-6-2 0,-18-4 0,23 2 0,10 4 0,35 3 0,-18-2 0,1 2 0,27 5 0,-44-6 0,2 0 0,-2 1 0,1 0 0,-1 0 0,-1 1 0,2 1 0,-1-2 0,0 2 0,-1 0 0,9 6 0,25 26-1365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44 0 24407,'-44'54'0,"236"-54"0,-149-54 0,-234 54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3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5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6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7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59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0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1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1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2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3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24575,'0'1'0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4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5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6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394 1 24575,'-2'0'0,"-4"0"0,-5 0 0,-4 0 0,-4 0 0,-4 0 0,-9 0 0,-2 0 0,-3 0 0,-4 0 0,4 0 0,1 0 0,5 0 0,5 0 0,7 0 0,5 0 0,3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4T17:59:12.16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109 0 24575,'-1'1'0,"-3"2"0,-3-2 0,-6 3 0,0-1 0,-3 2 0,1-1 0,1 0 0,0-2 0,3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D8850-8826-4FCE-AEB7-6CFF3287BE1E}" type="datetimeFigureOut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C6963-A812-4876-9F90-C4574D93AB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31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9C6963-A812-4876-9F90-C4574D93AB5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371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101D8-D8A6-8337-F3CA-7B780073C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D0FFA8-E7D8-9031-45BC-AB58B1FF9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F15AAB-D14A-6A6F-3248-CADA8831B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45289A-F2BC-F042-E716-6E6579FEB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9C6963-A812-4876-9F90-C4574D93AB5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3528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64ADE8-6277-B353-62EB-342E6BFB8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52FC8CD-A950-C353-4AB5-CD4DB64AE6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D7740C-9718-B567-5BD1-A6FC4DB6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42228-062C-4EDD-A77B-B07B3B8A579C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8BB1D1-EC84-B27F-0592-785A138A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0716ED-72E3-7126-F428-B540BA95D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609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80D195-69F7-6155-FA02-2A413EAD7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88E81A-508C-F302-420E-FF33486E2C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BFBFB4-4F90-944B-4F68-A68043FE2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6D206-0A43-4A81-BD76-9B86C975423A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6482D9-90BC-026A-F2D9-0B79D4510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93E207-0DC7-5994-21A5-7FEC83D40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49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BD158A-4703-EB7E-F8B0-A54D73550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4FD7E-526B-0B80-580C-8D3CC17A6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3E67A2-3FAA-0712-B866-56F892BF8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3C00E-B4FF-439E-8FAF-C83B045C2F0C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31BE1C-A04B-F3D6-487D-2D8AE00B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A6BE05-2241-2C18-4CE0-EC7846577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536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1A46A-5AEB-A6CA-009C-701BA7F5D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10DBC1-14E3-5FB8-3ED0-B21CA43725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F529BA-54A7-3672-231C-C2AFA6A5DB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17A5D37-5291-82F3-BD09-040724260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566C5-B4D2-448D-AAF6-9C2DEFE80D1C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B1A233-F9D7-28EB-B2A5-8E09445F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258D90-33C6-EC52-17F9-DFB464215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0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06679-8B7B-7716-2B27-8322BF9C9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481403-30BF-4D55-6042-EAA052D83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C85092-139B-22AC-7F19-52A8848B1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ED9438-342D-6580-32BD-F44222931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9CCEEE0-F55C-C728-3DB3-933B7C8A2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0D286E8-520D-F46D-843A-277E4010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7C296-44F7-4BE7-B376-480499877D73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441038-2366-30D6-90EE-D83CABFB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F9F00EF-619A-C6E2-F4DA-0135A65F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6192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62EF4E-3915-5053-F4DC-37722AAA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FF36EE-1108-6016-693F-7CA8D149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19BE8-F293-40B6-8D93-83AFB17EE8F6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87972B-07BB-2BC8-38BF-1E19FA96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26596C-3704-0053-78DB-4678CEDE7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540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1B897E8-C6BD-EE33-7255-0F6727BC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2FD7-D91E-46BF-BF9C-3AD41E51EB4D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BFC9ECF-C576-3546-374B-25110091B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EC0CD0-742D-A7B7-98D8-82E03FB3D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96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AB63C0-14B6-C7A8-9F19-6C9D57315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43A9CF-3309-8E04-D55F-111AF4322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155CE6-9BCA-317D-23C4-DAA531296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FC97AA-A9A0-CE2A-686A-45D03711E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DC4CE-C275-4099-BBDF-0C56F81D271D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E4EF036-0986-1608-1196-BE80CE92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2D9C43-23C1-0BB1-DD70-28D88A07A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8985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4F63A-19CB-5CAD-EA0D-A6F58734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BFD403-B866-E767-E9E9-93541ABC35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61A8BE-83B9-853B-9FDE-DDC72CBDA2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6B11362-DB96-6F43-707B-9A303967A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71FB-7383-4F1C-A42C-E68CEC12F0D2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6236A3-2129-E616-451D-7B32B7F38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B3F2E-2792-2804-A0F9-CDFA2413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4680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681C5-2F54-1905-713E-46A4938FE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BEE74EC-F4CA-2812-30DE-6F01C8D86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454BC6-06E6-7A42-CE1A-78C223DF0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685F8-59F3-4A43-89FC-0577DFBCC6D7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57EC02-10E9-B362-2888-2BE42DAD9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98E49E-9E52-433C-7ADD-749B4C09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663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44FEF0-C566-2BFA-B8AD-717B8A3A3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EE1126-78EF-0CA6-55F9-71E1ECAFAF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8A4B7-0FD3-D32C-3AD0-9BF5666F9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EAD45-FB6B-48A3-9244-60043185CB83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AA17-28C6-6C3B-F101-13754C6F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D56567-298B-497F-CF1E-8FED7A72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9518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1A0351-566E-2A02-CEF8-AA7B5B023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88" y="81440"/>
            <a:ext cx="11809164" cy="817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547F7D-FC5D-6FFB-7AF0-BCD9CC4B6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188" y="953655"/>
            <a:ext cx="11809164" cy="52918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7C0B4-C484-C627-273B-3C02694DF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347F6-7B41-4084-9EC2-A3B9F64C65D7}" type="datetime1">
              <a:rPr lang="ko-KR" altLang="en-US" smtClean="0"/>
              <a:t>2025-12-24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C0FF28-CAE9-69EF-511D-AB72DA6899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4C43AD-E09F-16A3-B481-AA11FEEE7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37714" y="64224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13EFF4-4F73-4713-85F9-663DD6DC39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693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youtube.com/live/HQ6wVCppdc4?si=WjhL4ja_xS2yO4qi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namu.wiki/w/%ED%82%A4%EB%B3%B4%EB%93%9C/%EB%A0%88%EC%9D%B4%EC%95%84%EC%9B%83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customXml" Target="../ink/ink9.xml"/><Relationship Id="rId26" Type="http://schemas.openxmlformats.org/officeDocument/2006/relationships/image" Target="../media/image18.png"/><Relationship Id="rId3" Type="http://schemas.openxmlformats.org/officeDocument/2006/relationships/image" Target="../media/image11.png"/><Relationship Id="rId21" Type="http://schemas.openxmlformats.org/officeDocument/2006/relationships/customXml" Target="../ink/ink12.xml"/><Relationship Id="rId34" Type="http://schemas.openxmlformats.org/officeDocument/2006/relationships/image" Target="../media/image13.png"/><Relationship Id="rId7" Type="http://schemas.openxmlformats.org/officeDocument/2006/relationships/customXml" Target="../ink/ink2.xml"/><Relationship Id="rId12" Type="http://schemas.openxmlformats.org/officeDocument/2006/relationships/image" Target="../media/image16.png"/><Relationship Id="rId17" Type="http://schemas.openxmlformats.org/officeDocument/2006/relationships/customXml" Target="../ink/ink8.xml"/><Relationship Id="rId25" Type="http://schemas.openxmlformats.org/officeDocument/2006/relationships/customXml" Target="../ink/ink16.xml"/><Relationship Id="rId33" Type="http://schemas.openxmlformats.org/officeDocument/2006/relationships/image" Target="../media/image20.png"/><Relationship Id="rId2" Type="http://schemas.openxmlformats.org/officeDocument/2006/relationships/image" Target="../media/image4.JPG"/><Relationship Id="rId16" Type="http://schemas.openxmlformats.org/officeDocument/2006/relationships/customXml" Target="../ink/ink7.xml"/><Relationship Id="rId20" Type="http://schemas.openxmlformats.org/officeDocument/2006/relationships/customXml" Target="../ink/ink11.xml"/><Relationship Id="rId29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customXml" Target="../ink/ink4.xml"/><Relationship Id="rId24" Type="http://schemas.openxmlformats.org/officeDocument/2006/relationships/customXml" Target="../ink/ink15.xml"/><Relationship Id="rId32" Type="http://schemas.openxmlformats.org/officeDocument/2006/relationships/customXml" Target="../ink/ink21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4.xml"/><Relationship Id="rId28" Type="http://schemas.openxmlformats.org/officeDocument/2006/relationships/customXml" Target="../ink/ink18.xml"/><Relationship Id="rId10" Type="http://schemas.openxmlformats.org/officeDocument/2006/relationships/image" Target="../media/image15.png"/><Relationship Id="rId19" Type="http://schemas.openxmlformats.org/officeDocument/2006/relationships/customXml" Target="../ink/ink10.xml"/><Relationship Id="rId31" Type="http://schemas.openxmlformats.org/officeDocument/2006/relationships/image" Target="../media/image19.png"/><Relationship Id="rId4" Type="http://schemas.openxmlformats.org/officeDocument/2006/relationships/image" Target="../media/image12.svg"/><Relationship Id="rId9" Type="http://schemas.openxmlformats.org/officeDocument/2006/relationships/customXml" Target="../ink/ink3.xml"/><Relationship Id="rId14" Type="http://schemas.openxmlformats.org/officeDocument/2006/relationships/image" Target="../media/image17.png"/><Relationship Id="rId22" Type="http://schemas.openxmlformats.org/officeDocument/2006/relationships/customXml" Target="../ink/ink13.xml"/><Relationship Id="rId27" Type="http://schemas.openxmlformats.org/officeDocument/2006/relationships/customXml" Target="../ink/ink17.xml"/><Relationship Id="rId30" Type="http://schemas.openxmlformats.org/officeDocument/2006/relationships/customXml" Target="../ink/ink20.xml"/><Relationship Id="rId35" Type="http://schemas.openxmlformats.org/officeDocument/2006/relationships/image" Target="../media/image14.svg"/><Relationship Id="rId8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6.xml"/><Relationship Id="rId18" Type="http://schemas.openxmlformats.org/officeDocument/2006/relationships/customXml" Target="../ink/ink30.xml"/><Relationship Id="rId26" Type="http://schemas.openxmlformats.org/officeDocument/2006/relationships/image" Target="../media/image18.png"/><Relationship Id="rId3" Type="http://schemas.openxmlformats.org/officeDocument/2006/relationships/image" Target="../media/image15.jpg"/><Relationship Id="rId21" Type="http://schemas.openxmlformats.org/officeDocument/2006/relationships/customXml" Target="../ink/ink33.xml"/><Relationship Id="rId34" Type="http://schemas.openxmlformats.org/officeDocument/2006/relationships/image" Target="../media/image13.png"/><Relationship Id="rId7" Type="http://schemas.openxmlformats.org/officeDocument/2006/relationships/customXml" Target="../ink/ink23.xml"/><Relationship Id="rId12" Type="http://schemas.openxmlformats.org/officeDocument/2006/relationships/image" Target="../media/image16.png"/><Relationship Id="rId17" Type="http://schemas.openxmlformats.org/officeDocument/2006/relationships/customXml" Target="../ink/ink29.xml"/><Relationship Id="rId25" Type="http://schemas.openxmlformats.org/officeDocument/2006/relationships/customXml" Target="../ink/ink37.xml"/><Relationship Id="rId3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customXml" Target="../ink/ink28.xml"/><Relationship Id="rId20" Type="http://schemas.openxmlformats.org/officeDocument/2006/relationships/customXml" Target="../ink/ink32.xml"/><Relationship Id="rId29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customXml" Target="../ink/ink25.xml"/><Relationship Id="rId24" Type="http://schemas.openxmlformats.org/officeDocument/2006/relationships/customXml" Target="../ink/ink36.xml"/><Relationship Id="rId32" Type="http://schemas.openxmlformats.org/officeDocument/2006/relationships/customXml" Target="../ink/ink42.xml"/><Relationship Id="rId5" Type="http://schemas.openxmlformats.org/officeDocument/2006/relationships/customXml" Target="../ink/ink22.xml"/><Relationship Id="rId15" Type="http://schemas.openxmlformats.org/officeDocument/2006/relationships/customXml" Target="../ink/ink27.xml"/><Relationship Id="rId23" Type="http://schemas.openxmlformats.org/officeDocument/2006/relationships/customXml" Target="../ink/ink35.xml"/><Relationship Id="rId28" Type="http://schemas.openxmlformats.org/officeDocument/2006/relationships/customXml" Target="../ink/ink39.xml"/><Relationship Id="rId10" Type="http://schemas.openxmlformats.org/officeDocument/2006/relationships/image" Target="../media/image15.png"/><Relationship Id="rId19" Type="http://schemas.openxmlformats.org/officeDocument/2006/relationships/customXml" Target="../ink/ink31.xml"/><Relationship Id="rId31" Type="http://schemas.openxmlformats.org/officeDocument/2006/relationships/image" Target="../media/image19.png"/><Relationship Id="rId4" Type="http://schemas.openxmlformats.org/officeDocument/2006/relationships/image" Target="../media/image16.jpg"/><Relationship Id="rId9" Type="http://schemas.openxmlformats.org/officeDocument/2006/relationships/customXml" Target="../ink/ink24.xml"/><Relationship Id="rId14" Type="http://schemas.openxmlformats.org/officeDocument/2006/relationships/image" Target="../media/image17.png"/><Relationship Id="rId22" Type="http://schemas.openxmlformats.org/officeDocument/2006/relationships/customXml" Target="../ink/ink34.xml"/><Relationship Id="rId27" Type="http://schemas.openxmlformats.org/officeDocument/2006/relationships/customXml" Target="../ink/ink38.xml"/><Relationship Id="rId30" Type="http://schemas.openxmlformats.org/officeDocument/2006/relationships/customXml" Target="../ink/ink41.xml"/><Relationship Id="rId35" Type="http://schemas.openxmlformats.org/officeDocument/2006/relationships/image" Target="../media/image14.svg"/><Relationship Id="rId8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A4364-32AA-320A-BA36-0538D1275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899" y="1525366"/>
            <a:ext cx="8052211" cy="1031821"/>
          </a:xfrm>
        </p:spPr>
        <p:txBody>
          <a:bodyPr wrap="square">
            <a:spAutoFit/>
          </a:bodyPr>
          <a:lstStyle/>
          <a:p>
            <a:pPr algn="l"/>
            <a:r>
              <a:rPr lang="en-US" altLang="ko-KR" sz="6600" b="0" dirty="0">
                <a:latin typeface="SB 어그로 Bold" panose="02020603020101020101" pitchFamily="18" charset="-127"/>
                <a:ea typeface="SB 어그로 Bold" panose="02020603020101020101" pitchFamily="18" charset="-127"/>
              </a:rPr>
              <a:t>SPACE ROBBER</a:t>
            </a:r>
            <a:endParaRPr lang="ko-KR" altLang="en-US" sz="6600" b="0" dirty="0">
              <a:latin typeface="SB 어그로 Bold" panose="02020603020101020101" pitchFamily="18" charset="-127"/>
              <a:ea typeface="SB 어그로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BE7749-D375-BE27-EF01-98F8BA976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900" y="2468059"/>
            <a:ext cx="9144000" cy="1655762"/>
          </a:xfrm>
        </p:spPr>
        <p:txBody>
          <a:bodyPr/>
          <a:lstStyle/>
          <a:p>
            <a:pPr algn="l"/>
            <a:r>
              <a:rPr lang="ko-KR" altLang="en-US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우주 해적을 꿈꾸는 허무맹랑한 </a:t>
            </a:r>
            <a:r>
              <a:rPr lang="en-US" altLang="ko-KR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&lt;</a:t>
            </a:r>
            <a:r>
              <a:rPr lang="ko-KR" altLang="en-US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우주 </a:t>
            </a:r>
            <a:r>
              <a:rPr lang="ko-KR" altLang="en-US" dirty="0" err="1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도적단</a:t>
            </a:r>
            <a:r>
              <a:rPr lang="en-US" altLang="ko-KR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&gt;!</a:t>
            </a:r>
          </a:p>
          <a:p>
            <a:pPr algn="l"/>
            <a:r>
              <a:rPr lang="ko-KR" altLang="en-US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플레이어는 </a:t>
            </a:r>
            <a:r>
              <a:rPr lang="en-US" altLang="ko-KR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&lt;Space Robber(</a:t>
            </a:r>
            <a:r>
              <a:rPr lang="ko-KR" altLang="en-US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우주 </a:t>
            </a:r>
            <a:r>
              <a:rPr lang="ko-KR" altLang="en-US" dirty="0" err="1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도적단</a:t>
            </a:r>
            <a:r>
              <a:rPr lang="en-US" altLang="ko-KR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)&gt;</a:t>
            </a:r>
            <a:r>
              <a:rPr lang="ko-KR" altLang="en-US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의 단원이 되어</a:t>
            </a:r>
            <a:endParaRPr lang="en-US" altLang="ko-KR" dirty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  <a:p>
            <a:pPr algn="l"/>
            <a:r>
              <a:rPr lang="ko-KR" altLang="en-US" dirty="0" err="1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빈행성털이에</a:t>
            </a:r>
            <a:r>
              <a:rPr lang="ko-KR" altLang="en-US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 나선다</a:t>
            </a:r>
            <a:r>
              <a:rPr lang="en-US" altLang="ko-KR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.</a:t>
            </a:r>
            <a:endParaRPr lang="ko-KR" altLang="en-US" dirty="0">
              <a:latin typeface="SB 어그로 Light" panose="02020603020101020101" pitchFamily="18" charset="-127"/>
              <a:ea typeface="SB 어그로 Light" panose="02020603020101020101" pitchFamily="18" charset="-127"/>
            </a:endParaRPr>
          </a:p>
        </p:txBody>
      </p:sp>
      <p:pic>
        <p:nvPicPr>
          <p:cNvPr id="5" name="그림 4" descr="스케치, 그림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E8BD26-EAB4-29D2-AB59-DE8090493A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90" t="28296" r="11800" b="2667"/>
          <a:stretch>
            <a:fillRect/>
          </a:stretch>
        </p:blipFill>
        <p:spPr>
          <a:xfrm>
            <a:off x="8656319" y="2072006"/>
            <a:ext cx="3444240" cy="4734560"/>
          </a:xfrm>
          <a:prstGeom prst="rect">
            <a:avLst/>
          </a:prstGeom>
        </p:spPr>
      </p:pic>
      <p:pic>
        <p:nvPicPr>
          <p:cNvPr id="6" name="그림 5" descr="스케치, 그림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828E9D-1C7E-C526-3A07-7B5864673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6" t="9333" r="50248" b="42074"/>
          <a:stretch>
            <a:fillRect/>
          </a:stretch>
        </p:blipFill>
        <p:spPr>
          <a:xfrm>
            <a:off x="5143502" y="3994375"/>
            <a:ext cx="3809998" cy="2711000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66849A5E-B209-4BFF-4A44-F98E712376BC}"/>
              </a:ext>
            </a:extLst>
          </p:cNvPr>
          <p:cNvSpPr txBox="1">
            <a:spLocks/>
          </p:cNvSpPr>
          <p:nvPr/>
        </p:nvSpPr>
        <p:spPr>
          <a:xfrm>
            <a:off x="88899" y="1209126"/>
            <a:ext cx="1995539" cy="348557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800" dirty="0">
                <a:latin typeface="SB 어그로 Light" panose="02020603020101020101" pitchFamily="18" charset="-127"/>
                <a:ea typeface="SB 어그로 Light" panose="02020603020101020101" pitchFamily="18" charset="-127"/>
              </a:rPr>
              <a:t>졸업작품</a:t>
            </a:r>
          </a:p>
        </p:txBody>
      </p:sp>
    </p:spTree>
    <p:extLst>
      <p:ext uri="{BB962C8B-B14F-4D97-AF65-F5344CB8AC3E}">
        <p14:creationId xmlns:p14="http://schemas.microsoft.com/office/powerpoint/2010/main" val="384189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9B0C24-B039-6ACE-83A3-6C25D8FBE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340BC-388B-897E-5696-EEF0441E0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88" y="953655"/>
            <a:ext cx="11809164" cy="5468797"/>
          </a:xfrm>
        </p:spPr>
        <p:txBody>
          <a:bodyPr numCol="2">
            <a:normAutofit/>
          </a:bodyPr>
          <a:lstStyle/>
          <a:p>
            <a:r>
              <a:rPr lang="ko-KR" altLang="en-US" dirty="0"/>
              <a:t>기능 정리</a:t>
            </a:r>
            <a:endParaRPr lang="en-US" altLang="ko-KR" dirty="0"/>
          </a:p>
          <a:p>
            <a:pPr lvl="1"/>
            <a:r>
              <a:rPr lang="en-US" altLang="ko-KR" dirty="0" err="1"/>
              <a:t>Leathal</a:t>
            </a:r>
            <a:r>
              <a:rPr lang="en-US" altLang="ko-KR" dirty="0"/>
              <a:t> Company</a:t>
            </a:r>
            <a:r>
              <a:rPr lang="ko-KR" altLang="en-US" dirty="0"/>
              <a:t>와 동일</a:t>
            </a:r>
            <a:endParaRPr lang="en-US" altLang="ko-KR" dirty="0"/>
          </a:p>
          <a:p>
            <a:pPr lvl="1"/>
            <a:r>
              <a:rPr lang="ko-KR" altLang="en-US" dirty="0"/>
              <a:t>타 게임과 동일</a:t>
            </a:r>
            <a:endParaRPr lang="en-US" altLang="ko-KR" dirty="0"/>
          </a:p>
          <a:p>
            <a:pPr lvl="1"/>
            <a:r>
              <a:rPr lang="ko-KR" altLang="en-US" dirty="0"/>
              <a:t>새로 기획하는 기능 소개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컨트롤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플레이어</a:t>
            </a:r>
            <a:endParaRPr lang="en-US" altLang="ko-KR" dirty="0"/>
          </a:p>
          <a:p>
            <a:pPr lvl="1"/>
            <a:r>
              <a:rPr lang="en-US" altLang="ko-KR" dirty="0"/>
              <a:t>State</a:t>
            </a:r>
          </a:p>
          <a:p>
            <a:pPr lvl="1"/>
            <a:r>
              <a:rPr lang="en-US" altLang="ko-KR" dirty="0"/>
              <a:t>Stat</a:t>
            </a:r>
          </a:p>
          <a:p>
            <a:endParaRPr lang="en-US" altLang="ko-KR" dirty="0"/>
          </a:p>
          <a:p>
            <a:r>
              <a:rPr lang="ko-KR" altLang="en-US" dirty="0"/>
              <a:t>아이템</a:t>
            </a:r>
            <a:endParaRPr lang="en-US" altLang="ko-KR" dirty="0"/>
          </a:p>
          <a:p>
            <a:pPr lvl="1"/>
            <a:r>
              <a:rPr lang="ko-KR" altLang="en-US" dirty="0"/>
              <a:t>자원</a:t>
            </a:r>
            <a:endParaRPr lang="en-US" altLang="ko-KR" dirty="0"/>
          </a:p>
          <a:p>
            <a:pPr lvl="1"/>
            <a:r>
              <a:rPr lang="ko-KR" altLang="en-US" dirty="0"/>
              <a:t>도구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인벤토리</a:t>
            </a:r>
            <a:endParaRPr lang="en-US" altLang="ko-KR" dirty="0"/>
          </a:p>
          <a:p>
            <a:r>
              <a:rPr lang="ko-KR" altLang="en-US" dirty="0"/>
              <a:t>도구 </a:t>
            </a:r>
            <a:r>
              <a:rPr lang="ko-KR" altLang="en-US" dirty="0" err="1"/>
              <a:t>퀵슬롯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무게 시스템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난이도 조절 시스템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986788-6416-6659-D21A-167F7302A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03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DF5D1-4251-0554-E5E9-796324D09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B4204D-3F86-9355-50C8-668AFD45D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정리 </a:t>
            </a:r>
            <a:r>
              <a:rPr lang="en-US" altLang="ko-KR" dirty="0"/>
              <a:t>_</a:t>
            </a:r>
            <a:r>
              <a:rPr lang="en-US" altLang="ko-KR" dirty="0" err="1"/>
              <a:t>Leathal</a:t>
            </a:r>
            <a:r>
              <a:rPr lang="en-US" altLang="ko-KR" dirty="0"/>
              <a:t> Company</a:t>
            </a:r>
            <a:r>
              <a:rPr lang="ko-KR" altLang="en-US" dirty="0"/>
              <a:t>와 동일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51B15CA7-EE22-3F8A-7E1F-9BF831C9A5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048528"/>
              </p:ext>
            </p:extLst>
          </p:nvPr>
        </p:nvGraphicFramePr>
        <p:xfrm>
          <a:off x="862856" y="2131060"/>
          <a:ext cx="3330893" cy="340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0893">
                  <a:extLst>
                    <a:ext uri="{9D8B030D-6E8A-4147-A177-3AD203B41FA5}">
                      <a16:colId xmlns:a16="http://schemas.microsoft.com/office/drawing/2014/main" val="835889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solidFill>
                            <a:schemeClr val="tx1"/>
                          </a:solidFill>
                        </a:rPr>
                        <a:t>Leathal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868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스캔</a:t>
                      </a:r>
                      <a:endParaRPr lang="en-US" altLang="ko-KR" b="1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아이템 줍기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1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UI : 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HP,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스태미나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63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 시스템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 별 속도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스태미나 소모량 변화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맵 절차적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33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몬스터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07588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2A5060-CB04-43A2-C286-75601AED7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3</a:t>
            </a:fld>
            <a:endParaRPr lang="ko-KR" altLang="en-US"/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B760BD65-0AFA-70E3-B737-C0CF0D411B20}"/>
              </a:ext>
            </a:extLst>
          </p:cNvPr>
          <p:cNvGrpSpPr/>
          <p:nvPr/>
        </p:nvGrpSpPr>
        <p:grpSpPr>
          <a:xfrm>
            <a:off x="4990180" y="1566313"/>
            <a:ext cx="6996172" cy="4556371"/>
            <a:chOff x="4990180" y="1583246"/>
            <a:chExt cx="6996172" cy="4556371"/>
          </a:xfrm>
        </p:grpSpPr>
        <p:pic>
          <p:nvPicPr>
            <p:cNvPr id="12" name="그림 11">
              <a:hlinkClick r:id="rId2"/>
              <a:extLst>
                <a:ext uri="{FF2B5EF4-FFF2-40B4-BE49-F238E27FC236}">
                  <a16:creationId xmlns:a16="http://schemas.microsoft.com/office/drawing/2014/main" id="{A7D0A1A9-72B4-D900-84A9-7ADE0D01C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663556" y="1583246"/>
              <a:ext cx="3504086" cy="1971048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C066E5-D37A-C137-6734-ECD5A0AE80B6}"/>
                </a:ext>
              </a:extLst>
            </p:cNvPr>
            <p:cNvSpPr txBox="1"/>
            <p:nvPr/>
          </p:nvSpPr>
          <p:spPr>
            <a:xfrm>
              <a:off x="4990180" y="3554294"/>
              <a:ext cx="6996172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 err="1"/>
                <a:t>맵에는</a:t>
              </a:r>
              <a:r>
                <a:rPr lang="ko-KR" altLang="en-US" dirty="0"/>
                <a:t> 난이도별로 적절한 개수</a:t>
              </a:r>
              <a:r>
                <a:rPr lang="en-US" altLang="ko-KR" dirty="0"/>
                <a:t>, </a:t>
              </a:r>
              <a:r>
                <a:rPr lang="ko-KR" altLang="en-US" dirty="0"/>
                <a:t>가격의 자원이 </a:t>
              </a:r>
              <a:r>
                <a:rPr lang="ko-KR" altLang="en-US" dirty="0" err="1"/>
                <a:t>스폰된다</a:t>
              </a:r>
              <a:r>
                <a:rPr lang="en-US" altLang="ko-KR" dirty="0"/>
                <a:t>.</a:t>
              </a:r>
            </a:p>
            <a:p>
              <a:endParaRPr lang="en-US" altLang="ko-KR" dirty="0"/>
            </a:p>
            <a:p>
              <a:r>
                <a:rPr lang="ko-KR" altLang="en-US" b="1" dirty="0">
                  <a:highlight>
                    <a:srgbClr val="FFFF00"/>
                  </a:highlight>
                </a:rPr>
                <a:t>스캔</a:t>
              </a:r>
              <a:br>
                <a:rPr lang="en-US" altLang="ko-KR" dirty="0"/>
              </a:br>
              <a:r>
                <a:rPr lang="en-US" altLang="ko-KR" dirty="0"/>
                <a:t>- ‘</a:t>
              </a:r>
              <a:r>
                <a:rPr lang="ko-KR" altLang="en-US" dirty="0"/>
                <a:t>마우스 </a:t>
              </a:r>
              <a:r>
                <a:rPr lang="ko-KR" altLang="en-US" dirty="0" err="1"/>
                <a:t>우클릭</a:t>
              </a:r>
              <a:r>
                <a:rPr lang="en-US" altLang="ko-KR" dirty="0"/>
                <a:t>’</a:t>
              </a:r>
              <a:r>
                <a:rPr lang="ko-KR" altLang="en-US" dirty="0"/>
                <a:t>으로 플레이어의 특정 반경 내의 아이템 유무를 알 수 있다</a:t>
              </a:r>
              <a:r>
                <a:rPr lang="en-US" altLang="ko-KR" dirty="0"/>
                <a:t>.</a:t>
              </a:r>
            </a:p>
            <a:p>
              <a:r>
                <a:rPr lang="en-US" altLang="ko-KR" dirty="0"/>
                <a:t>- </a:t>
              </a:r>
              <a:r>
                <a:rPr lang="ko-KR" altLang="en-US" dirty="0"/>
                <a:t>반경 내에 몬스터가 있을 경우</a:t>
              </a:r>
              <a:r>
                <a:rPr lang="en-US" altLang="ko-KR" dirty="0"/>
                <a:t>, </a:t>
              </a:r>
              <a:r>
                <a:rPr lang="ko-KR" altLang="en-US" dirty="0"/>
                <a:t>몬스터의 정보를 확인할 수 있다</a:t>
              </a:r>
              <a:r>
                <a:rPr lang="en-US" altLang="ko-KR" dirty="0"/>
                <a:t>.</a:t>
              </a:r>
            </a:p>
            <a:p>
              <a:endParaRPr lang="en-US" altLang="ko-KR" dirty="0"/>
            </a:p>
            <a:p>
              <a:r>
                <a:rPr lang="ko-KR" altLang="en-US" b="1" dirty="0">
                  <a:highlight>
                    <a:srgbClr val="FFFF00"/>
                  </a:highlight>
                </a:rPr>
                <a:t>아이템 줍기</a:t>
              </a:r>
              <a:endParaRPr lang="en-US" altLang="ko-KR" dirty="0"/>
            </a:p>
            <a:p>
              <a:r>
                <a:rPr lang="en-US" altLang="ko-KR" dirty="0"/>
                <a:t>- </a:t>
              </a:r>
              <a:r>
                <a:rPr lang="ko-KR" altLang="en-US" dirty="0"/>
                <a:t>발견한 자원을 </a:t>
              </a:r>
              <a:r>
                <a:rPr lang="en-US" altLang="ko-KR" dirty="0"/>
                <a:t>‘E’ </a:t>
              </a:r>
              <a:r>
                <a:rPr lang="ko-KR" altLang="en-US" dirty="0"/>
                <a:t>키로 주울 수 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25923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D2D06-AB34-53E0-DA95-D020CFF6E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E07E0-C849-EC93-DE0C-BBDE9AC89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정리</a:t>
            </a:r>
            <a:r>
              <a:rPr lang="en-US" altLang="ko-KR" dirty="0"/>
              <a:t> _</a:t>
            </a:r>
            <a:r>
              <a:rPr lang="en-US" altLang="ko-KR" dirty="0" err="1"/>
              <a:t>Leathal</a:t>
            </a:r>
            <a:r>
              <a:rPr lang="en-US" altLang="ko-KR" dirty="0"/>
              <a:t> Company</a:t>
            </a:r>
            <a:r>
              <a:rPr lang="ko-KR" altLang="en-US" dirty="0"/>
              <a:t>와 동일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F51FD2-5281-A23F-98B2-98B12C56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83D59B54-A2F0-1311-EFE4-C4EB78C168D6}"/>
              </a:ext>
            </a:extLst>
          </p:cNvPr>
          <p:cNvGrpSpPr/>
          <p:nvPr/>
        </p:nvGrpSpPr>
        <p:grpSpPr>
          <a:xfrm>
            <a:off x="5054834" y="1190156"/>
            <a:ext cx="6721530" cy="4655529"/>
            <a:chOff x="5054834" y="-104474"/>
            <a:chExt cx="6721530" cy="4655529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4EF5E7-6C84-4BC8-C81D-447514D79BF8}"/>
                </a:ext>
              </a:extLst>
            </p:cNvPr>
            <p:cNvSpPr txBox="1"/>
            <p:nvPr/>
          </p:nvSpPr>
          <p:spPr>
            <a:xfrm>
              <a:off x="5054834" y="2242731"/>
              <a:ext cx="6721530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  <a:highlight>
                    <a:srgbClr val="00FF00"/>
                  </a:highlight>
                </a:rPr>
                <a:t>무게</a:t>
              </a:r>
              <a:endParaRPr lang="en-US" altLang="ko-KR" dirty="0"/>
            </a:p>
            <a:p>
              <a:r>
                <a:rPr lang="en-US" altLang="ko-KR" dirty="0"/>
                <a:t>- </a:t>
              </a:r>
              <a:r>
                <a:rPr lang="ko-KR" altLang="en-US" dirty="0"/>
                <a:t>플레이어가 현재 들고 있는 아이템의 무게의 합</a:t>
              </a:r>
              <a:endParaRPr lang="en-US" altLang="ko-KR" dirty="0"/>
            </a:p>
            <a:p>
              <a:endParaRPr lang="en-US" altLang="ko-KR" dirty="0"/>
            </a:p>
            <a:p>
              <a:r>
                <a:rPr lang="en-US" altLang="ko-KR" b="1" dirty="0">
                  <a:solidFill>
                    <a:srgbClr val="0F9ED5"/>
                  </a:solidFill>
                  <a:highlight>
                    <a:srgbClr val="00FF00"/>
                  </a:highlight>
                </a:rPr>
                <a:t>HP</a:t>
              </a:r>
              <a:endParaRPr lang="en-US" altLang="ko-KR" dirty="0"/>
            </a:p>
            <a:p>
              <a:r>
                <a:rPr lang="en-US" altLang="ko-KR" dirty="0"/>
                <a:t>- </a:t>
              </a:r>
              <a:r>
                <a:rPr lang="ko-KR" altLang="en-US" dirty="0"/>
                <a:t>플레이어의 체력</a:t>
              </a:r>
              <a:endParaRPr lang="en-US" altLang="ko-KR" dirty="0"/>
            </a:p>
            <a:p>
              <a:endParaRPr lang="en-US" altLang="ko-KR" dirty="0"/>
            </a:p>
            <a:p>
              <a:r>
                <a:rPr lang="ko-KR" altLang="en-US" b="1" dirty="0">
                  <a:solidFill>
                    <a:srgbClr val="FF00FF"/>
                  </a:solidFill>
                  <a:highlight>
                    <a:srgbClr val="00FF00"/>
                  </a:highlight>
                </a:rPr>
                <a:t>스태미나</a:t>
              </a:r>
              <a:endParaRPr lang="en-US" altLang="ko-KR" dirty="0"/>
            </a:p>
            <a:p>
              <a:r>
                <a:rPr lang="en-US" altLang="ko-KR" dirty="0"/>
                <a:t>- </a:t>
              </a:r>
              <a:r>
                <a:rPr lang="ko-KR" altLang="en-US" dirty="0"/>
                <a:t>플레이어가 달리거나</a:t>
              </a:r>
              <a:r>
                <a:rPr lang="en-US" altLang="ko-KR" dirty="0"/>
                <a:t> </a:t>
              </a:r>
              <a:r>
                <a:rPr lang="ko-KR" altLang="en-US" dirty="0"/>
                <a:t>점프할 때 소모된다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6965BAEF-FF3D-45DF-8CB0-102F9E9FA754}"/>
                </a:ext>
              </a:extLst>
            </p:cNvPr>
            <p:cNvGrpSpPr/>
            <p:nvPr/>
          </p:nvGrpSpPr>
          <p:grpSpPr>
            <a:xfrm>
              <a:off x="6822733" y="-104474"/>
              <a:ext cx="3185731" cy="2347205"/>
              <a:chOff x="856112" y="2779729"/>
              <a:chExt cx="5775360" cy="3423582"/>
            </a:xfrm>
          </p:grpSpPr>
          <p:pic>
            <p:nvPicPr>
              <p:cNvPr id="53" name="그림 52" descr="텍스트, 실내, 벽, 컴퓨터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AD46DCA-831D-43C2-3D0B-E12DA1697A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8" t="11352" r="76082" b="62702"/>
              <a:stretch>
                <a:fillRect/>
              </a:stretch>
            </p:blipFill>
            <p:spPr>
              <a:xfrm>
                <a:off x="946150" y="3356519"/>
                <a:ext cx="3953878" cy="2846792"/>
              </a:xfrm>
              <a:prstGeom prst="rect">
                <a:avLst/>
              </a:prstGeom>
            </p:spPr>
          </p:pic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D482B6F8-5B5D-607D-B4DA-ADA3FA098F44}"/>
                  </a:ext>
                </a:extLst>
              </p:cNvPr>
              <p:cNvSpPr/>
              <p:nvPr/>
            </p:nvSpPr>
            <p:spPr>
              <a:xfrm>
                <a:off x="2150164" y="3645243"/>
                <a:ext cx="1507436" cy="1828800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962217F0-E5E6-77AE-348F-1401E4FBE409}"/>
                  </a:ext>
                </a:extLst>
              </p:cNvPr>
              <p:cNvCxnSpPr>
                <a:cxnSpLocks/>
                <a:stCxn id="54" idx="0"/>
                <a:endCxn id="56" idx="2"/>
              </p:cNvCxnSpPr>
              <p:nvPr/>
            </p:nvCxnSpPr>
            <p:spPr>
              <a:xfrm flipH="1" flipV="1">
                <a:off x="2903882" y="3228646"/>
                <a:ext cx="2" cy="416598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CA06FCE-642A-A004-51E3-0CF5522E550B}"/>
                  </a:ext>
                </a:extLst>
              </p:cNvPr>
              <p:cNvSpPr txBox="1"/>
              <p:nvPr/>
            </p:nvSpPr>
            <p:spPr>
              <a:xfrm>
                <a:off x="2514399" y="2779729"/>
                <a:ext cx="778967" cy="44891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/>
                  <a:t>HP</a:t>
                </a:r>
                <a:endParaRPr lang="ko-KR" altLang="en-US" sz="1400" dirty="0"/>
              </a:p>
            </p:txBody>
          </p:sp>
          <p:sp>
            <p:nvSpPr>
              <p:cNvPr id="57" name="막힌 원호 56">
                <a:extLst>
                  <a:ext uri="{FF2B5EF4-FFF2-40B4-BE49-F238E27FC236}">
                    <a16:creationId xmlns:a16="http://schemas.microsoft.com/office/drawing/2014/main" id="{3202A903-2839-0C33-8F3D-01366340D908}"/>
                  </a:ext>
                </a:extLst>
              </p:cNvPr>
              <p:cNvSpPr/>
              <p:nvPr/>
            </p:nvSpPr>
            <p:spPr>
              <a:xfrm rot="10607959">
                <a:off x="856112" y="3048562"/>
                <a:ext cx="3790041" cy="3045981"/>
              </a:xfrm>
              <a:prstGeom prst="blockArc">
                <a:avLst>
                  <a:gd name="adj1" fmla="val 8681753"/>
                  <a:gd name="adj2" fmla="val 21247967"/>
                  <a:gd name="adj3" fmla="val 14977"/>
                </a:avLst>
              </a:prstGeom>
              <a:noFill/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B6D02AF5-E2F3-6320-E5C5-388404ADC7F0}"/>
                  </a:ext>
                </a:extLst>
              </p:cNvPr>
              <p:cNvCxnSpPr>
                <a:cxnSpLocks/>
                <a:stCxn id="59" idx="1"/>
              </p:cNvCxnSpPr>
              <p:nvPr/>
            </p:nvCxnSpPr>
            <p:spPr>
              <a:xfrm flipH="1">
                <a:off x="4621428" y="4349578"/>
                <a:ext cx="376197" cy="0"/>
              </a:xfrm>
              <a:prstGeom prst="line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D929BC5-F06B-868B-5CF7-1CB12311E48F}"/>
                  </a:ext>
                </a:extLst>
              </p:cNvPr>
              <p:cNvSpPr txBox="1"/>
              <p:nvPr/>
            </p:nvSpPr>
            <p:spPr>
              <a:xfrm>
                <a:off x="4997625" y="4125119"/>
                <a:ext cx="1633847" cy="448917"/>
              </a:xfrm>
              <a:prstGeom prst="rect">
                <a:avLst/>
              </a:prstGeom>
              <a:noFill/>
              <a:ln w="38100">
                <a:solidFill>
                  <a:schemeClr val="accent4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1400"/>
                  <a:t>스태미나</a:t>
                </a:r>
                <a:endParaRPr lang="ko-KR" altLang="en-US" sz="1400" dirty="0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F3D52029-4B89-4025-FC83-C9995ECEBE77}"/>
                  </a:ext>
                </a:extLst>
              </p:cNvPr>
              <p:cNvSpPr/>
              <p:nvPr/>
            </p:nvSpPr>
            <p:spPr>
              <a:xfrm>
                <a:off x="4077730" y="5594082"/>
                <a:ext cx="770788" cy="456389"/>
              </a:xfrm>
              <a:prstGeom prst="rect">
                <a:avLst/>
              </a:prstGeom>
              <a:noFill/>
              <a:ln w="38100">
                <a:solidFill>
                  <a:srgbClr val="FF00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D82F716-10DB-F1DC-2639-A467A846C71E}"/>
                  </a:ext>
                </a:extLst>
              </p:cNvPr>
              <p:cNvCxnSpPr>
                <a:cxnSpLocks/>
                <a:stCxn id="62" idx="1"/>
                <a:endCxn id="60" idx="3"/>
              </p:cNvCxnSpPr>
              <p:nvPr/>
            </p:nvCxnSpPr>
            <p:spPr>
              <a:xfrm flipH="1" flipV="1">
                <a:off x="4848518" y="5822276"/>
                <a:ext cx="439724" cy="1"/>
              </a:xfrm>
              <a:prstGeom prst="line">
                <a:avLst/>
              </a:prstGeom>
              <a:ln w="38100">
                <a:solidFill>
                  <a:srgbClr val="FF00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A4280816-B36D-052D-7DFC-890C5AF7F634}"/>
                  </a:ext>
                </a:extLst>
              </p:cNvPr>
              <p:cNvSpPr txBox="1"/>
              <p:nvPr/>
            </p:nvSpPr>
            <p:spPr>
              <a:xfrm>
                <a:off x="5288242" y="5597819"/>
                <a:ext cx="1052615" cy="448917"/>
              </a:xfrm>
              <a:prstGeom prst="rect">
                <a:avLst/>
              </a:prstGeom>
              <a:noFill/>
              <a:ln w="38100">
                <a:solidFill>
                  <a:srgbClr val="FF00FF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ko-KR" altLang="en-US" sz="1400" dirty="0"/>
                  <a:t>무게</a:t>
                </a:r>
              </a:p>
            </p:txBody>
          </p:sp>
        </p:grpSp>
      </p:grpSp>
      <p:graphicFrame>
        <p:nvGraphicFramePr>
          <p:cNvPr id="15" name="내용 개체 틀 4">
            <a:extLst>
              <a:ext uri="{FF2B5EF4-FFF2-40B4-BE49-F238E27FC236}">
                <a16:creationId xmlns:a16="http://schemas.microsoft.com/office/drawing/2014/main" id="{62392BE2-16FB-BA03-C618-6F848D0C28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9026068"/>
              </p:ext>
            </p:extLst>
          </p:nvPr>
        </p:nvGraphicFramePr>
        <p:xfrm>
          <a:off x="862856" y="2131060"/>
          <a:ext cx="3330893" cy="340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0893">
                  <a:extLst>
                    <a:ext uri="{9D8B030D-6E8A-4147-A177-3AD203B41FA5}">
                      <a16:colId xmlns:a16="http://schemas.microsoft.com/office/drawing/2014/main" val="835889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solidFill>
                            <a:schemeClr val="tx1"/>
                          </a:solidFill>
                        </a:rPr>
                        <a:t>Leathal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868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아이템 스캔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아이템 줍기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1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UI : 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무게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, HP,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</a:rPr>
                        <a:t>스태미나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63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 시스템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 별 속도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스태미나 소모량 변화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맵 절차적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33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몬스터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07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7320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12E1-57EB-9FFB-E6C0-8F98F47F7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9A9FAC-2098-878F-CBED-8CF8CBDD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정리</a:t>
            </a:r>
            <a:r>
              <a:rPr lang="en-US" altLang="ko-KR" dirty="0"/>
              <a:t> _</a:t>
            </a:r>
            <a:r>
              <a:rPr lang="en-US" altLang="ko-KR" dirty="0" err="1"/>
              <a:t>Leathal</a:t>
            </a:r>
            <a:r>
              <a:rPr lang="en-US" altLang="ko-KR" dirty="0"/>
              <a:t> Company</a:t>
            </a:r>
            <a:r>
              <a:rPr lang="ko-KR" altLang="en-US" dirty="0"/>
              <a:t>와 동일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2180E5-3B0D-289C-1F57-D75634109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8E32FA-CEEE-B018-E0F6-2A235BE60E9A}"/>
              </a:ext>
            </a:extLst>
          </p:cNvPr>
          <p:cNvSpPr txBox="1"/>
          <p:nvPr/>
        </p:nvSpPr>
        <p:spPr>
          <a:xfrm>
            <a:off x="5054834" y="3537361"/>
            <a:ext cx="6721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highlight>
                  <a:srgbClr val="00FFFF"/>
                </a:highlight>
              </a:rPr>
              <a:t>무게 시스템</a:t>
            </a:r>
            <a:r>
              <a:rPr lang="en-US" altLang="ko-KR" b="1" dirty="0">
                <a:highlight>
                  <a:srgbClr val="00FFFF"/>
                </a:highlight>
              </a:rPr>
              <a:t>: </a:t>
            </a:r>
            <a:r>
              <a:rPr lang="ko-KR" altLang="en-US" b="1" dirty="0"/>
              <a:t>무게별 속도</a:t>
            </a:r>
            <a:r>
              <a:rPr lang="en-US" altLang="ko-KR" b="1" dirty="0"/>
              <a:t>,</a:t>
            </a:r>
            <a:r>
              <a:rPr lang="ko-KR" altLang="en-US" b="1" dirty="0"/>
              <a:t> 스태미나 소모량 변화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아이템</a:t>
            </a:r>
            <a:r>
              <a:rPr lang="en-US" altLang="ko-KR" dirty="0"/>
              <a:t>(</a:t>
            </a:r>
            <a:r>
              <a:rPr lang="ko-KR" altLang="en-US" dirty="0"/>
              <a:t>도구</a:t>
            </a:r>
            <a:r>
              <a:rPr lang="en-US" altLang="ko-KR" dirty="0"/>
              <a:t>/</a:t>
            </a:r>
            <a:r>
              <a:rPr lang="ko-KR" altLang="en-US" dirty="0"/>
              <a:t>자원</a:t>
            </a:r>
            <a:r>
              <a:rPr lang="en-US" altLang="ko-KR" dirty="0"/>
              <a:t>)</a:t>
            </a:r>
            <a:r>
              <a:rPr lang="ko-KR" altLang="en-US" dirty="0"/>
              <a:t>은 각각 고유한 무게를 갖는다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플레이어는 현재 가지고 있는 아이템의 무게에 따라 달릴 때</a:t>
            </a:r>
            <a:r>
              <a:rPr lang="en-US" altLang="ko-KR" dirty="0"/>
              <a:t>/</a:t>
            </a:r>
            <a:r>
              <a:rPr lang="ko-KR" altLang="en-US" dirty="0"/>
              <a:t>점프할 때 속도와 스태미나 소모량에 변화가 생긴다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2E14E9A2-8A57-8174-02A1-737A42CB2E8D}"/>
              </a:ext>
            </a:extLst>
          </p:cNvPr>
          <p:cNvGrpSpPr/>
          <p:nvPr/>
        </p:nvGrpSpPr>
        <p:grpSpPr>
          <a:xfrm>
            <a:off x="6822733" y="1190156"/>
            <a:ext cx="3185731" cy="2347205"/>
            <a:chOff x="856112" y="2779729"/>
            <a:chExt cx="5775360" cy="3423582"/>
          </a:xfrm>
        </p:grpSpPr>
        <p:pic>
          <p:nvPicPr>
            <p:cNvPr id="53" name="그림 52" descr="텍스트, 실내, 벽, 컴퓨터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8B9A83E-934D-B66F-C2AB-E53D58F507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48" t="11352" r="76082" b="62702"/>
            <a:stretch>
              <a:fillRect/>
            </a:stretch>
          </p:blipFill>
          <p:spPr>
            <a:xfrm>
              <a:off x="946150" y="3356519"/>
              <a:ext cx="3953878" cy="2846792"/>
            </a:xfrm>
            <a:prstGeom prst="rect">
              <a:avLst/>
            </a:prstGeom>
          </p:spPr>
        </p:pic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80080122-8A23-8F3F-67E4-0E5491A96305}"/>
                </a:ext>
              </a:extLst>
            </p:cNvPr>
            <p:cNvSpPr/>
            <p:nvPr/>
          </p:nvSpPr>
          <p:spPr>
            <a:xfrm>
              <a:off x="2150164" y="3645243"/>
              <a:ext cx="1507436" cy="1828800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1D865620-DEFC-DB23-F4AF-63567AA870C3}"/>
                </a:ext>
              </a:extLst>
            </p:cNvPr>
            <p:cNvCxnSpPr>
              <a:cxnSpLocks/>
              <a:stCxn id="54" idx="0"/>
              <a:endCxn id="56" idx="2"/>
            </p:cNvCxnSpPr>
            <p:nvPr/>
          </p:nvCxnSpPr>
          <p:spPr>
            <a:xfrm flipH="1" flipV="1">
              <a:off x="2903882" y="3228646"/>
              <a:ext cx="2" cy="416598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92E6476-70E3-874F-DCBB-9DDE1F117248}"/>
                </a:ext>
              </a:extLst>
            </p:cNvPr>
            <p:cNvSpPr txBox="1"/>
            <p:nvPr/>
          </p:nvSpPr>
          <p:spPr>
            <a:xfrm>
              <a:off x="2514399" y="2779729"/>
              <a:ext cx="778967" cy="44891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1400" dirty="0"/>
                <a:t>HP</a:t>
              </a:r>
              <a:endParaRPr lang="ko-KR" altLang="en-US" sz="1400" dirty="0"/>
            </a:p>
          </p:txBody>
        </p:sp>
        <p:sp>
          <p:nvSpPr>
            <p:cNvPr id="57" name="막힌 원호 56">
              <a:extLst>
                <a:ext uri="{FF2B5EF4-FFF2-40B4-BE49-F238E27FC236}">
                  <a16:creationId xmlns:a16="http://schemas.microsoft.com/office/drawing/2014/main" id="{EACF7281-E325-D400-EC5C-D5879F81BDF5}"/>
                </a:ext>
              </a:extLst>
            </p:cNvPr>
            <p:cNvSpPr/>
            <p:nvPr/>
          </p:nvSpPr>
          <p:spPr>
            <a:xfrm rot="10607959">
              <a:off x="856112" y="3048562"/>
              <a:ext cx="3790041" cy="3045981"/>
            </a:xfrm>
            <a:prstGeom prst="blockArc">
              <a:avLst>
                <a:gd name="adj1" fmla="val 8681753"/>
                <a:gd name="adj2" fmla="val 21247967"/>
                <a:gd name="adj3" fmla="val 14977"/>
              </a:avLst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AB7160E3-DED4-4556-E449-84D0D454F99D}"/>
                </a:ext>
              </a:extLst>
            </p:cNvPr>
            <p:cNvCxnSpPr>
              <a:cxnSpLocks/>
              <a:stCxn id="59" idx="1"/>
            </p:cNvCxnSpPr>
            <p:nvPr/>
          </p:nvCxnSpPr>
          <p:spPr>
            <a:xfrm flipH="1">
              <a:off x="4621428" y="4349578"/>
              <a:ext cx="376197" cy="0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9ECBCDA2-67EF-D1EE-8F8C-4DD0BE12E66A}"/>
                </a:ext>
              </a:extLst>
            </p:cNvPr>
            <p:cNvSpPr txBox="1"/>
            <p:nvPr/>
          </p:nvSpPr>
          <p:spPr>
            <a:xfrm>
              <a:off x="4997625" y="4125119"/>
              <a:ext cx="1633847" cy="448917"/>
            </a:xfrm>
            <a:prstGeom prst="rect">
              <a:avLst/>
            </a:prstGeom>
            <a:noFill/>
            <a:ln w="38100">
              <a:solidFill>
                <a:schemeClr val="accent4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/>
                <a:t>스태미나</a:t>
              </a:r>
              <a:endParaRPr lang="ko-KR" altLang="en-US" sz="1400" dirty="0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01F86022-0E57-DECA-8945-B2C354F6CC0D}"/>
                </a:ext>
              </a:extLst>
            </p:cNvPr>
            <p:cNvSpPr/>
            <p:nvPr/>
          </p:nvSpPr>
          <p:spPr>
            <a:xfrm>
              <a:off x="4077730" y="5594082"/>
              <a:ext cx="770788" cy="456389"/>
            </a:xfrm>
            <a:prstGeom prst="rect">
              <a:avLst/>
            </a:prstGeom>
            <a:noFill/>
            <a:ln w="38100">
              <a:solidFill>
                <a:srgbClr val="FF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6AF8AD71-8E4C-0959-C1D6-0B29A9904521}"/>
                </a:ext>
              </a:extLst>
            </p:cNvPr>
            <p:cNvCxnSpPr>
              <a:cxnSpLocks/>
              <a:stCxn id="62" idx="1"/>
              <a:endCxn id="60" idx="3"/>
            </p:cNvCxnSpPr>
            <p:nvPr/>
          </p:nvCxnSpPr>
          <p:spPr>
            <a:xfrm flipH="1" flipV="1">
              <a:off x="4848518" y="5822276"/>
              <a:ext cx="439724" cy="1"/>
            </a:xfrm>
            <a:prstGeom prst="line">
              <a:avLst/>
            </a:prstGeom>
            <a:ln w="38100">
              <a:solidFill>
                <a:srgbClr val="FF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0BCFE7-105D-BB5F-9A74-C218EFF3C9FD}"/>
                </a:ext>
              </a:extLst>
            </p:cNvPr>
            <p:cNvSpPr txBox="1"/>
            <p:nvPr/>
          </p:nvSpPr>
          <p:spPr>
            <a:xfrm>
              <a:off x="5288242" y="5597819"/>
              <a:ext cx="1052615" cy="448917"/>
            </a:xfrm>
            <a:prstGeom prst="rect">
              <a:avLst/>
            </a:prstGeom>
            <a:noFill/>
            <a:ln w="38100">
              <a:solidFill>
                <a:srgbClr val="FF00FF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ko-KR" altLang="en-US" sz="1400" dirty="0"/>
                <a:t>무게</a:t>
              </a:r>
            </a:p>
          </p:txBody>
        </p:sp>
      </p:grpSp>
      <p:graphicFrame>
        <p:nvGraphicFramePr>
          <p:cNvPr id="15" name="내용 개체 틀 4">
            <a:extLst>
              <a:ext uri="{FF2B5EF4-FFF2-40B4-BE49-F238E27FC236}">
                <a16:creationId xmlns:a16="http://schemas.microsoft.com/office/drawing/2014/main" id="{820EF0BB-A7D5-8C5D-B678-61CBBBD305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7500829"/>
              </p:ext>
            </p:extLst>
          </p:nvPr>
        </p:nvGraphicFramePr>
        <p:xfrm>
          <a:off x="862856" y="2131060"/>
          <a:ext cx="3330893" cy="340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0893">
                  <a:extLst>
                    <a:ext uri="{9D8B030D-6E8A-4147-A177-3AD203B41FA5}">
                      <a16:colId xmlns:a16="http://schemas.microsoft.com/office/drawing/2014/main" val="835889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solidFill>
                            <a:schemeClr val="tx1"/>
                          </a:solidFill>
                        </a:rPr>
                        <a:t>Leathal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868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아이템 스캔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아이템 줍기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1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UI : 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HP,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스태미나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63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무게 시스템 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:</a:t>
                      </a:r>
                    </a:p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무게 별 속도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, </a:t>
                      </a:r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00FFFF"/>
                          </a:highlight>
                        </a:rPr>
                        <a:t>스태미나 소모량 변화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맵 절차적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33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몬스터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07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333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15C1-601D-7550-DDA0-AEB4A61C7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96F92-198C-AC03-E443-0464EDB9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기능 정리</a:t>
            </a:r>
            <a:r>
              <a:rPr lang="en-US" altLang="ko-KR" dirty="0"/>
              <a:t> _</a:t>
            </a:r>
            <a:r>
              <a:rPr lang="en-US" altLang="ko-KR" dirty="0" err="1"/>
              <a:t>Leathal</a:t>
            </a:r>
            <a:r>
              <a:rPr lang="en-US" altLang="ko-KR" dirty="0"/>
              <a:t> Company</a:t>
            </a:r>
            <a:r>
              <a:rPr lang="ko-KR" altLang="en-US" dirty="0"/>
              <a:t>와 동일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68541C-8C23-3448-F2FE-DD71DFD38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15" name="내용 개체 틀 4">
            <a:extLst>
              <a:ext uri="{FF2B5EF4-FFF2-40B4-BE49-F238E27FC236}">
                <a16:creationId xmlns:a16="http://schemas.microsoft.com/office/drawing/2014/main" id="{9B0263CC-5CE6-4B42-FD88-F3144AE4F9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5544109"/>
              </p:ext>
            </p:extLst>
          </p:nvPr>
        </p:nvGraphicFramePr>
        <p:xfrm>
          <a:off x="862856" y="2131060"/>
          <a:ext cx="3330893" cy="340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0893">
                  <a:extLst>
                    <a:ext uri="{9D8B030D-6E8A-4147-A177-3AD203B41FA5}">
                      <a16:colId xmlns:a16="http://schemas.microsoft.com/office/drawing/2014/main" val="835889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 err="1">
                          <a:solidFill>
                            <a:schemeClr val="tx1"/>
                          </a:solidFill>
                        </a:rPr>
                        <a:t>Leathal</a:t>
                      </a:r>
                      <a:r>
                        <a:rPr lang="en-US" altLang="ko-KR" b="1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ko-KR" altLang="en-US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868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아이템 스캔</a:t>
                      </a:r>
                      <a:endParaRPr lang="en-US" altLang="ko-K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305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아이템 줍기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1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UI : 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HP,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스태미나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063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 시스템 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algn="ctr"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무게 별 속도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스태미나 소모량 변화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42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98A3DC"/>
                          </a:highlight>
                        </a:rPr>
                        <a:t>맵 절차적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33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chemeClr val="tx1"/>
                          </a:solidFill>
                          <a:highlight>
                            <a:srgbClr val="FF9999"/>
                          </a:highlight>
                        </a:rPr>
                        <a:t>몬스터 생성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07588"/>
                  </a:ext>
                </a:extLst>
              </a:tr>
            </a:tbl>
          </a:graphicData>
        </a:graphic>
      </p:graphicFrame>
      <p:grpSp>
        <p:nvGrpSpPr>
          <p:cNvPr id="21" name="그룹 20">
            <a:extLst>
              <a:ext uri="{FF2B5EF4-FFF2-40B4-BE49-F238E27FC236}">
                <a16:creationId xmlns:a16="http://schemas.microsoft.com/office/drawing/2014/main" id="{BD9D31FA-FCF3-1587-42CF-36259A076155}"/>
              </a:ext>
            </a:extLst>
          </p:cNvPr>
          <p:cNvGrpSpPr/>
          <p:nvPr/>
        </p:nvGrpSpPr>
        <p:grpSpPr>
          <a:xfrm>
            <a:off x="5054833" y="937709"/>
            <a:ext cx="6721531" cy="4982582"/>
            <a:chOff x="5054833" y="612475"/>
            <a:chExt cx="6721531" cy="4982582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5D8942F-A100-F829-CC77-4F5A4AED042B}"/>
                </a:ext>
              </a:extLst>
            </p:cNvPr>
            <p:cNvGrpSpPr/>
            <p:nvPr/>
          </p:nvGrpSpPr>
          <p:grpSpPr>
            <a:xfrm>
              <a:off x="5054833" y="612475"/>
              <a:ext cx="6721531" cy="4982582"/>
              <a:chOff x="5054833" y="1749829"/>
              <a:chExt cx="6721531" cy="4982582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0D6A7D-9F7A-6EF2-4A69-4BF73A4EA931}"/>
                  </a:ext>
                </a:extLst>
              </p:cNvPr>
              <p:cNvSpPr txBox="1"/>
              <p:nvPr/>
            </p:nvSpPr>
            <p:spPr>
              <a:xfrm>
                <a:off x="5054834" y="3592424"/>
                <a:ext cx="67215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highlight>
                      <a:srgbClr val="98A3DC"/>
                    </a:highlight>
                  </a:rPr>
                  <a:t>맵 절차적 생성</a:t>
                </a:r>
                <a:endParaRPr lang="en-US" altLang="ko-KR" b="1" dirty="0">
                  <a:highlight>
                    <a:srgbClr val="98A3DC"/>
                  </a:highlight>
                </a:endParaRPr>
              </a:p>
              <a:p>
                <a:r>
                  <a:rPr lang="en-US" altLang="ko-KR" dirty="0"/>
                  <a:t>- </a:t>
                </a:r>
                <a:r>
                  <a:rPr lang="ko-KR" altLang="en-US" dirty="0"/>
                  <a:t>방의 생성 규칙에 따라 매번 새로운 구조의 </a:t>
                </a:r>
                <a:r>
                  <a:rPr lang="ko-KR" altLang="en-US" dirty="0" err="1"/>
                  <a:t>맵이</a:t>
                </a:r>
                <a:r>
                  <a:rPr lang="ko-KR" altLang="en-US" dirty="0"/>
                  <a:t> 생성된다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  <p:grpSp>
            <p:nvGrpSpPr>
              <p:cNvPr id="3" name="그룹 2">
                <a:extLst>
                  <a:ext uri="{FF2B5EF4-FFF2-40B4-BE49-F238E27FC236}">
                    <a16:creationId xmlns:a16="http://schemas.microsoft.com/office/drawing/2014/main" id="{571C0C90-7FD8-B7AE-DF82-E96E6BF57382}"/>
                  </a:ext>
                </a:extLst>
              </p:cNvPr>
              <p:cNvGrpSpPr/>
              <p:nvPr/>
            </p:nvGrpSpPr>
            <p:grpSpPr>
              <a:xfrm>
                <a:off x="5636753" y="1749829"/>
                <a:ext cx="5557693" cy="1842595"/>
                <a:chOff x="4743495" y="3163784"/>
                <a:chExt cx="7057980" cy="2340000"/>
              </a:xfrm>
            </p:grpSpPr>
            <p:pic>
              <p:nvPicPr>
                <p:cNvPr id="5" name="그림 4" descr="스크린샷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CCB41AC6-833F-479C-D9D5-B3FB5669B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749" t="13634" r="30407"/>
                <a:stretch>
                  <a:fillRect/>
                </a:stretch>
              </p:blipFill>
              <p:spPr>
                <a:xfrm>
                  <a:off x="7096169" y="3163784"/>
                  <a:ext cx="2352631" cy="2340000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</p:pic>
            <p:pic>
              <p:nvPicPr>
                <p:cNvPr id="6" name="그림 5" descr="스크린샷, 3D 모델링, PC 게임, 디지털 합성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D4E40882-2767-AEFE-42CA-F5B1572AD2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749" r="22696"/>
                <a:stretch>
                  <a:fillRect/>
                </a:stretch>
              </p:blipFill>
              <p:spPr>
                <a:xfrm>
                  <a:off x="9448800" y="3163784"/>
                  <a:ext cx="2352675" cy="2340000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</p:pic>
            <p:pic>
              <p:nvPicPr>
                <p:cNvPr id="7" name="그림 6" descr="스크린샷, PC 게임, 3D 모델링, 비디오 게임 소프트웨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7BE1DE2E-6789-3BC2-1304-22019842612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749" r="22696"/>
                <a:stretch>
                  <a:fillRect/>
                </a:stretch>
              </p:blipFill>
              <p:spPr>
                <a:xfrm>
                  <a:off x="4743495" y="3163784"/>
                  <a:ext cx="2352675" cy="2340000"/>
                </a:xfrm>
                <a:prstGeom prst="rect">
                  <a:avLst/>
                </a:prstGeom>
                <a:ln>
                  <a:solidFill>
                    <a:schemeClr val="bg1"/>
                  </a:solidFill>
                </a:ln>
              </p:spPr>
            </p:pic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DAE107-8FB6-BC6E-31A1-CD7B18CE7C6E}"/>
                  </a:ext>
                </a:extLst>
              </p:cNvPr>
              <p:cNvSpPr txBox="1"/>
              <p:nvPr/>
            </p:nvSpPr>
            <p:spPr>
              <a:xfrm>
                <a:off x="5054833" y="6086080"/>
                <a:ext cx="672153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b="1" dirty="0">
                    <a:highlight>
                      <a:srgbClr val="FF9999"/>
                    </a:highlight>
                  </a:rPr>
                  <a:t>몬스터 생성</a:t>
                </a:r>
                <a:endParaRPr lang="en-US" altLang="ko-KR" b="1" dirty="0">
                  <a:highlight>
                    <a:srgbClr val="FF9999"/>
                  </a:highlight>
                </a:endParaRPr>
              </a:p>
              <a:p>
                <a:r>
                  <a:rPr lang="en-US" altLang="ko-KR" dirty="0"/>
                  <a:t>- </a:t>
                </a:r>
                <a:r>
                  <a:rPr lang="ko-KR" altLang="en-US" dirty="0"/>
                  <a:t>맵 내부에서 자원 수집을 방해하는 </a:t>
                </a:r>
                <a:r>
                  <a:rPr lang="ko-KR" altLang="en-US" dirty="0" err="1"/>
                  <a:t>몬스터들이</a:t>
                </a:r>
                <a:r>
                  <a:rPr lang="ko-KR" altLang="en-US" dirty="0"/>
                  <a:t> 생성된다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p:grp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F93F9C6B-888E-3950-30A4-0BF2CF7CFE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0000" contrast="-2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6827302" y="3156486"/>
              <a:ext cx="3186206" cy="1792240"/>
            </a:xfrm>
            <a:prstGeom prst="rect">
              <a:avLst/>
            </a:prstGeom>
          </p:spPr>
        </p:pic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904616EF-0D9E-870C-9D15-5C3A7DB51BD8}"/>
              </a:ext>
            </a:extLst>
          </p:cNvPr>
          <p:cNvSpPr/>
          <p:nvPr/>
        </p:nvSpPr>
        <p:spPr>
          <a:xfrm rot="16200000">
            <a:off x="7672577" y="3854583"/>
            <a:ext cx="1468736" cy="1259846"/>
          </a:xfrm>
          <a:prstGeom prst="ellipse">
            <a:avLst/>
          </a:prstGeom>
          <a:noFill/>
          <a:ln w="28575">
            <a:solidFill>
              <a:srgbClr val="FF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7226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177EC-4EC7-5239-E313-532985D8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</a:t>
            </a:r>
            <a:r>
              <a:rPr lang="en-US" altLang="ko-KR" dirty="0"/>
              <a:t>_</a:t>
            </a:r>
            <a:r>
              <a:rPr lang="ko-KR" altLang="en-US" dirty="0" err="1"/>
              <a:t>인게임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99D70-62E6-6018-F1E4-69A78D564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88" y="953655"/>
            <a:ext cx="11809164" cy="4994707"/>
          </a:xfrm>
        </p:spPr>
        <p:txBody>
          <a:bodyPr/>
          <a:lstStyle/>
          <a:p>
            <a:r>
              <a:rPr lang="ko-KR" altLang="en-US" dirty="0"/>
              <a:t>키보드</a:t>
            </a:r>
            <a:r>
              <a:rPr lang="en-US" altLang="ko-KR" dirty="0"/>
              <a:t>, </a:t>
            </a:r>
            <a:r>
              <a:rPr lang="ko-KR" altLang="en-US" dirty="0"/>
              <a:t>마우스 사용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DD6CF3-8CD7-FC15-4127-BBD198F7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7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0CC7068-6DE4-39B6-F8FA-DA2A5DA0738F}"/>
              </a:ext>
            </a:extLst>
          </p:cNvPr>
          <p:cNvGraphicFramePr>
            <a:graphicFrameLocks noGrp="1"/>
          </p:cNvGraphicFramePr>
          <p:nvPr/>
        </p:nvGraphicFramePr>
        <p:xfrm>
          <a:off x="4105165" y="306365"/>
          <a:ext cx="7463600" cy="6245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168">
                  <a:extLst>
                    <a:ext uri="{9D8B030D-6E8A-4147-A177-3AD203B41FA5}">
                      <a16:colId xmlns:a16="http://schemas.microsoft.com/office/drawing/2014/main" val="2213432409"/>
                    </a:ext>
                  </a:extLst>
                </a:gridCol>
                <a:gridCol w="1924177">
                  <a:extLst>
                    <a:ext uri="{9D8B030D-6E8A-4147-A177-3AD203B41FA5}">
                      <a16:colId xmlns:a16="http://schemas.microsoft.com/office/drawing/2014/main" val="776345817"/>
                    </a:ext>
                  </a:extLst>
                </a:gridCol>
                <a:gridCol w="3945255">
                  <a:extLst>
                    <a:ext uri="{9D8B030D-6E8A-4147-A177-3AD203B41FA5}">
                      <a16:colId xmlns:a16="http://schemas.microsoft.com/office/drawing/2014/main" val="3629389943"/>
                    </a:ext>
                  </a:extLst>
                </a:gridCol>
              </a:tblGrid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05748"/>
                  </a:ext>
                </a:extLst>
              </a:tr>
              <a:tr h="52245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W, A, S, D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[W], [A], [S], [D]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앞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A: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S: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뒤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, D: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우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걷기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(Walk)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481121"/>
                  </a:ext>
                </a:extLst>
              </a:tr>
              <a:tr h="52245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Shift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[W], [A], [S], [D] + [Shift]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W, A, S, D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방향으로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달리기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(Run)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5039341"/>
                  </a:ext>
                </a:extLst>
              </a:tr>
              <a:tr h="313473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Space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[Space]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점프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(Jump)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942450"/>
                  </a:ext>
                </a:extLst>
              </a:tr>
              <a:tr h="313473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Ctrl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[Ctrl]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웅크리기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DuckDown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토글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99296"/>
                  </a:ext>
                </a:extLst>
              </a:tr>
              <a:tr h="5224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[W], [A], [S], [D] + [Ctrl]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W, A, S, D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방향으로 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웅크린 채 걷기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DuckDownWalk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149395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[Z]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인벤토리 열기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닫기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395337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[C]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인벤토리 열린 상태에서 옆으로 한 칸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637918"/>
                  </a:ext>
                </a:extLst>
              </a:tr>
              <a:tr h="52245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V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[V]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퀵슬롯에서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들고 있는 도구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인벤토리에서 선택된 자원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버리기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014760"/>
                  </a:ext>
                </a:extLst>
              </a:tr>
              <a:tr h="52245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[E]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ctr" latinLnBrk="0"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아이템 줍기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ctr" latinLnBrk="0">
                        <a:buFontTx/>
                        <a:buChar char="-"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상호작용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990798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[T]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마이크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온오프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토글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446778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mouseLeft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mouseLeft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손에 든 도구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047699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mouseRight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mouseRight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(Scan)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반경 내 아이템 유무 확인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반경 내 몬스터 정보 확인</a:t>
                      </a:r>
                      <a:endParaRPr lang="en-US" altLang="ko-KR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33097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mouseWheelUp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mouseWheelUp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퀵슬롯에서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 한 칸 위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아래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(Up/Down)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의 슬롯이 선택됨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해당 슬롯의 도구 들기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421477"/>
                  </a:ext>
                </a:extLst>
              </a:tr>
              <a:tr h="31860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err="1">
                          <a:solidFill>
                            <a:schemeClr val="tx1"/>
                          </a:solidFill>
                        </a:rPr>
                        <a:t>mouseWheelDown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[</a:t>
                      </a:r>
                      <a:r>
                        <a:rPr lang="en-US" altLang="ko-KR" sz="1200" dirty="0" err="1">
                          <a:solidFill>
                            <a:schemeClr val="tx1"/>
                          </a:solidFill>
                        </a:rPr>
                        <a:t>mouseWheelDown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]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3166778"/>
                  </a:ext>
                </a:extLst>
              </a:tr>
              <a:tr h="318606">
                <a:tc grid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tx1"/>
                          </a:solidFill>
                        </a:rPr>
                        <a:t>마우스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플레이어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인칭 카메라 각도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90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1302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C31-1ED4-C017-1B2C-A4D2CAC3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컨트롤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4FB3CE-0951-DD92-C668-72A658E99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8</a:t>
            </a:fld>
            <a:endParaRPr lang="ko-KR" altLang="en-US" dirty="0"/>
          </a:p>
        </p:txBody>
      </p:sp>
      <p:pic>
        <p:nvPicPr>
          <p:cNvPr id="10" name="내용 개체 틀 9" descr="키보드, 전자제품, 사무 장비, 입력 장치이(가) 표시된 사진&#10;&#10;AI 생성 콘텐츠는 정확하지 않을 수 있습니다.">
            <a:hlinkClick r:id="rId2"/>
            <a:extLst>
              <a:ext uri="{FF2B5EF4-FFF2-40B4-BE49-F238E27FC236}">
                <a16:creationId xmlns:a16="http://schemas.microsoft.com/office/drawing/2014/main" id="{FCB45E72-2CC5-8205-2985-E0B88AA18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556" r="17880"/>
          <a:stretch>
            <a:fillRect/>
          </a:stretch>
        </p:blipFill>
        <p:spPr>
          <a:xfrm>
            <a:off x="177800" y="1075182"/>
            <a:ext cx="7719291" cy="2650016"/>
          </a:xfrm>
        </p:spPr>
      </p:pic>
      <p:pic>
        <p:nvPicPr>
          <p:cNvPr id="12" name="그림 11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FC095E-7B80-E886-6409-5001D06226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695" y="1771612"/>
            <a:ext cx="3083564" cy="3083564"/>
          </a:xfrm>
          <a:prstGeom prst="rect">
            <a:avLst/>
          </a:prstGeom>
        </p:spPr>
      </p:pic>
      <p:grpSp>
        <p:nvGrpSpPr>
          <p:cNvPr id="80" name="그룹 79">
            <a:extLst>
              <a:ext uri="{FF2B5EF4-FFF2-40B4-BE49-F238E27FC236}">
                <a16:creationId xmlns:a16="http://schemas.microsoft.com/office/drawing/2014/main" id="{8EEF1718-EEB3-8BA5-7C52-32092D002AD9}"/>
              </a:ext>
            </a:extLst>
          </p:cNvPr>
          <p:cNvGrpSpPr/>
          <p:nvPr/>
        </p:nvGrpSpPr>
        <p:grpSpPr>
          <a:xfrm>
            <a:off x="289014" y="3901810"/>
            <a:ext cx="2064325" cy="1955877"/>
            <a:chOff x="309420" y="3923535"/>
            <a:chExt cx="2064325" cy="1955877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B13E7A82-2067-54A6-E717-C0C5974C3CA3}"/>
                </a:ext>
              </a:extLst>
            </p:cNvPr>
            <p:cNvGrpSpPr/>
            <p:nvPr/>
          </p:nvGrpSpPr>
          <p:grpSpPr>
            <a:xfrm>
              <a:off x="309420" y="3923535"/>
              <a:ext cx="1895503" cy="307777"/>
              <a:chOff x="309420" y="4724885"/>
              <a:chExt cx="1895503" cy="307777"/>
            </a:xfrm>
          </p:grpSpPr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4238C5A0-381E-9CD6-5614-3DB99C50D0E0}"/>
                  </a:ext>
                </a:extLst>
              </p:cNvPr>
              <p:cNvSpPr/>
              <p:nvPr/>
            </p:nvSpPr>
            <p:spPr>
              <a:xfrm>
                <a:off x="309420" y="4724885"/>
                <a:ext cx="1223818" cy="307777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W, A, S, D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5E5EB9A7-F735-BCC7-FD99-7A550D1CCF6A}"/>
                  </a:ext>
                </a:extLst>
              </p:cNvPr>
              <p:cNvSpPr/>
              <p:nvPr/>
            </p:nvSpPr>
            <p:spPr>
              <a:xfrm>
                <a:off x="1533238" y="4724885"/>
                <a:ext cx="671685" cy="307777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걷기</a:t>
                </a:r>
              </a:p>
            </p:txBody>
          </p:sp>
        </p:grp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id="{CB45EB6E-97C7-432F-B10C-FB96E7038841}"/>
                </a:ext>
              </a:extLst>
            </p:cNvPr>
            <p:cNvGrpSpPr/>
            <p:nvPr/>
          </p:nvGrpSpPr>
          <p:grpSpPr>
            <a:xfrm>
              <a:off x="856675" y="4464091"/>
              <a:ext cx="1517070" cy="873928"/>
              <a:chOff x="2660072" y="4724885"/>
              <a:chExt cx="1517070" cy="873928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3694F338-4F73-4905-CCF7-FDD042BE3DC9}"/>
                  </a:ext>
                </a:extLst>
              </p:cNvPr>
              <p:cNvGrpSpPr/>
              <p:nvPr/>
            </p:nvGrpSpPr>
            <p:grpSpPr>
              <a:xfrm>
                <a:off x="2660072" y="4724885"/>
                <a:ext cx="1517070" cy="307777"/>
                <a:chOff x="309420" y="4724885"/>
                <a:chExt cx="1517070" cy="307777"/>
              </a:xfrm>
            </p:grpSpPr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EC1B345F-D275-233D-712F-F3B4E98EA53F}"/>
                    </a:ext>
                  </a:extLst>
                </p:cNvPr>
                <p:cNvSpPr/>
                <p:nvPr/>
              </p:nvSpPr>
              <p:spPr>
                <a:xfrm>
                  <a:off x="309420" y="4724885"/>
                  <a:ext cx="671684" cy="307777"/>
                </a:xfrm>
                <a:prstGeom prst="rect">
                  <a:avLst/>
                </a:prstGeom>
                <a:solidFill>
                  <a:srgbClr val="00B0F0">
                    <a:alpha val="20000"/>
                  </a:srgbClr>
                </a:solidFill>
                <a:ln w="28575"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</a:rPr>
                    <a:t>Shift</a:t>
                  </a:r>
                  <a:endParaRPr lang="ko-KR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0BE9A1E0-8DEA-B26E-15D1-FD6A29CB8608}"/>
                    </a:ext>
                  </a:extLst>
                </p:cNvPr>
                <p:cNvSpPr/>
                <p:nvPr/>
              </p:nvSpPr>
              <p:spPr>
                <a:xfrm>
                  <a:off x="985983" y="4724885"/>
                  <a:ext cx="840507" cy="30777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ko-KR" altLang="en-US" sz="1400" dirty="0">
                      <a:solidFill>
                        <a:schemeClr val="tx1"/>
                      </a:solidFill>
                    </a:rPr>
                    <a:t>달리기</a:t>
                  </a:r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31F7C0FF-DF2C-716D-6619-19D4051CCF61}"/>
                  </a:ext>
                </a:extLst>
              </p:cNvPr>
              <p:cNvGrpSpPr/>
              <p:nvPr/>
            </p:nvGrpSpPr>
            <p:grpSpPr>
              <a:xfrm>
                <a:off x="2660072" y="5291036"/>
                <a:ext cx="1517070" cy="307777"/>
                <a:chOff x="309420" y="4724885"/>
                <a:chExt cx="1517070" cy="307777"/>
              </a:xfrm>
            </p:grpSpPr>
            <p:sp>
              <p:nvSpPr>
                <p:cNvPr id="32" name="직사각형 31">
                  <a:extLst>
                    <a:ext uri="{FF2B5EF4-FFF2-40B4-BE49-F238E27FC236}">
                      <a16:creationId xmlns:a16="http://schemas.microsoft.com/office/drawing/2014/main" id="{33620028-3C95-237F-5386-085A6674F149}"/>
                    </a:ext>
                  </a:extLst>
                </p:cNvPr>
                <p:cNvSpPr/>
                <p:nvPr/>
              </p:nvSpPr>
              <p:spPr>
                <a:xfrm>
                  <a:off x="309420" y="4724885"/>
                  <a:ext cx="671684" cy="307777"/>
                </a:xfrm>
                <a:prstGeom prst="rect">
                  <a:avLst/>
                </a:prstGeom>
                <a:solidFill>
                  <a:srgbClr val="0070C0">
                    <a:alpha val="20000"/>
                  </a:srgbClr>
                </a:solidFill>
                <a:ln w="28575"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altLang="ko-KR" sz="1400" dirty="0">
                      <a:solidFill>
                        <a:schemeClr val="tx1"/>
                      </a:solidFill>
                    </a:rPr>
                    <a:t>Ctrl</a:t>
                  </a:r>
                  <a:endParaRPr lang="ko-KR" altLang="en-US" sz="14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34220121-055F-FB4A-5AE4-57BD55FE8D4A}"/>
                    </a:ext>
                  </a:extLst>
                </p:cNvPr>
                <p:cNvSpPr/>
                <p:nvPr/>
              </p:nvSpPr>
              <p:spPr>
                <a:xfrm>
                  <a:off x="985983" y="4724885"/>
                  <a:ext cx="840507" cy="307777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chemeClr val="tx1"/>
                      </a:solidFill>
                    </a:rPr>
                    <a:t>: </a:t>
                  </a:r>
                  <a:r>
                    <a:rPr lang="ko-KR" altLang="en-US" sz="1400" dirty="0">
                      <a:solidFill>
                        <a:schemeClr val="tx1"/>
                      </a:solidFill>
                    </a:rPr>
                    <a:t>숙이기</a:t>
                  </a:r>
                </a:p>
              </p:txBody>
            </p:sp>
          </p:grpSp>
        </p:grp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1E08647-6745-0664-B0D7-C0F9E61B1CDB}"/>
                </a:ext>
              </a:extLst>
            </p:cNvPr>
            <p:cNvGrpSpPr/>
            <p:nvPr/>
          </p:nvGrpSpPr>
          <p:grpSpPr>
            <a:xfrm>
              <a:off x="309420" y="5571635"/>
              <a:ext cx="1590969" cy="307777"/>
              <a:chOff x="309420" y="4724885"/>
              <a:chExt cx="1590969" cy="307777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AED03ECB-55E1-3C65-FE8D-BF39A687D62A}"/>
                  </a:ext>
                </a:extLst>
              </p:cNvPr>
              <p:cNvSpPr/>
              <p:nvPr/>
            </p:nvSpPr>
            <p:spPr>
              <a:xfrm>
                <a:off x="309420" y="4724885"/>
                <a:ext cx="923642" cy="307777"/>
              </a:xfrm>
              <a:prstGeom prst="rect">
                <a:avLst/>
              </a:prstGeom>
              <a:solidFill>
                <a:srgbClr val="FFC000">
                  <a:alpha val="20000"/>
                </a:srgbClr>
              </a:solidFill>
              <a:ln w="28575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SPACE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7EED5F88-FD89-DDF9-0B66-A97827F1FE8B}"/>
                  </a:ext>
                </a:extLst>
              </p:cNvPr>
              <p:cNvSpPr/>
              <p:nvPr/>
            </p:nvSpPr>
            <p:spPr>
              <a:xfrm>
                <a:off x="1233062" y="4724885"/>
                <a:ext cx="667327" cy="307777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점프</a:t>
                </a:r>
              </a:p>
            </p:txBody>
          </p: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69BEF25-3BD4-B70A-13D1-2F4065FA65C3}"/>
              </a:ext>
            </a:extLst>
          </p:cNvPr>
          <p:cNvGrpSpPr/>
          <p:nvPr/>
        </p:nvGrpSpPr>
        <p:grpSpPr>
          <a:xfrm>
            <a:off x="2759030" y="3901810"/>
            <a:ext cx="4091710" cy="1762530"/>
            <a:chOff x="2660072" y="4724885"/>
            <a:chExt cx="4091710" cy="1762530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02760EFD-E25E-B12E-E612-BA1DBD59C889}"/>
                </a:ext>
              </a:extLst>
            </p:cNvPr>
            <p:cNvGrpSpPr/>
            <p:nvPr/>
          </p:nvGrpSpPr>
          <p:grpSpPr>
            <a:xfrm>
              <a:off x="2660072" y="4724885"/>
              <a:ext cx="2290619" cy="307777"/>
              <a:chOff x="309420" y="4724885"/>
              <a:chExt cx="2290619" cy="307777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06BDC83F-F1C8-4AC5-316B-900ED7D4A640}"/>
                  </a:ext>
                </a:extLst>
              </p:cNvPr>
              <p:cNvSpPr/>
              <p:nvPr/>
            </p:nvSpPr>
            <p:spPr>
              <a:xfrm>
                <a:off x="309420" y="4724885"/>
                <a:ext cx="362521" cy="307777"/>
              </a:xfrm>
              <a:prstGeom prst="rect">
                <a:avLst/>
              </a:prstGeom>
              <a:solidFill>
                <a:srgbClr val="00B050">
                  <a:alpha val="20000"/>
                </a:srgbClr>
              </a:solidFill>
              <a:ln w="28575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Z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DBB77106-F631-5FA9-195A-06EB17F3F41F}"/>
                  </a:ext>
                </a:extLst>
              </p:cNvPr>
              <p:cNvSpPr/>
              <p:nvPr/>
            </p:nvSpPr>
            <p:spPr>
              <a:xfrm>
                <a:off x="671941" y="4724885"/>
                <a:ext cx="1928098" cy="307777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인벤토리 열기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닫기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ADFFD93F-43C7-BADE-4075-CC64DFDA9239}"/>
                </a:ext>
              </a:extLst>
            </p:cNvPr>
            <p:cNvGrpSpPr/>
            <p:nvPr/>
          </p:nvGrpSpPr>
          <p:grpSpPr>
            <a:xfrm>
              <a:off x="2660072" y="5242358"/>
              <a:ext cx="3906983" cy="338554"/>
              <a:chOff x="309420" y="4709497"/>
              <a:chExt cx="3906983" cy="338554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A7799BC4-F559-A7F4-ACC5-EEEFEE8EDBEA}"/>
                  </a:ext>
                </a:extLst>
              </p:cNvPr>
              <p:cNvSpPr/>
              <p:nvPr/>
            </p:nvSpPr>
            <p:spPr>
              <a:xfrm>
                <a:off x="309420" y="4724885"/>
                <a:ext cx="362521" cy="307777"/>
              </a:xfrm>
              <a:prstGeom prst="rect">
                <a:avLst/>
              </a:prstGeom>
              <a:solidFill>
                <a:srgbClr val="92D050">
                  <a:alpha val="20000"/>
                </a:srgbClr>
              </a:solidFill>
              <a:ln w="28575">
                <a:solidFill>
                  <a:srgbClr val="92D05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C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277042A8-FC1B-CF10-3A58-67E0644D1A3B}"/>
                  </a:ext>
                </a:extLst>
              </p:cNvPr>
              <p:cNvSpPr/>
              <p:nvPr/>
            </p:nvSpPr>
            <p:spPr>
              <a:xfrm>
                <a:off x="671941" y="4709497"/>
                <a:ext cx="3544462" cy="338554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인벤토리 연 상태에서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 한 칸 옆으로 이동</a:t>
                </a:r>
              </a:p>
            </p:txBody>
          </p:sp>
        </p:grpSp>
        <p:grpSp>
          <p:nvGrpSpPr>
            <p:cNvPr id="55" name="그룹 54">
              <a:extLst>
                <a:ext uri="{FF2B5EF4-FFF2-40B4-BE49-F238E27FC236}">
                  <a16:creationId xmlns:a16="http://schemas.microsoft.com/office/drawing/2014/main" id="{9FBDE68B-4DA5-74C0-F2A8-9509AD46A23E}"/>
                </a:ext>
              </a:extLst>
            </p:cNvPr>
            <p:cNvGrpSpPr/>
            <p:nvPr/>
          </p:nvGrpSpPr>
          <p:grpSpPr>
            <a:xfrm>
              <a:off x="2660072" y="5790609"/>
              <a:ext cx="4091710" cy="696806"/>
              <a:chOff x="309420" y="4709497"/>
              <a:chExt cx="4091710" cy="696806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CADF5C47-A09B-4252-D81D-5572E7732186}"/>
                  </a:ext>
                </a:extLst>
              </p:cNvPr>
              <p:cNvSpPr/>
              <p:nvPr/>
            </p:nvSpPr>
            <p:spPr>
              <a:xfrm>
                <a:off x="309420" y="4724885"/>
                <a:ext cx="362521" cy="307777"/>
              </a:xfrm>
              <a:prstGeom prst="rect">
                <a:avLst/>
              </a:prstGeom>
              <a:solidFill>
                <a:srgbClr val="74D6B1">
                  <a:alpha val="20000"/>
                </a:srgbClr>
              </a:solidFill>
              <a:ln w="28575">
                <a:solidFill>
                  <a:srgbClr val="74D6B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V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3737E1C1-AEDB-D562-8C56-BFF5FD917BC4}"/>
                  </a:ext>
                </a:extLst>
              </p:cNvPr>
              <p:cNvSpPr/>
              <p:nvPr/>
            </p:nvSpPr>
            <p:spPr>
              <a:xfrm>
                <a:off x="671941" y="4709497"/>
                <a:ext cx="3729189" cy="338554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인벤토리 연 상태에서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,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 해당 칸 자원 버리기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8298ED11-B057-0DB5-FA4A-C4E179B4D131}"/>
                  </a:ext>
                </a:extLst>
              </p:cNvPr>
              <p:cNvSpPr/>
              <p:nvPr/>
            </p:nvSpPr>
            <p:spPr>
              <a:xfrm>
                <a:off x="671941" y="5067749"/>
                <a:ext cx="3211952" cy="338554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 err="1">
                    <a:solidFill>
                      <a:schemeClr val="tx1"/>
                    </a:solidFill>
                  </a:rPr>
                  <a:t>퀵슬롯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 선택된 칸 도구 버리기</a:t>
                </a:r>
                <a:endParaRPr lang="en-US" altLang="ko-KR" sz="14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4153B2A2-7849-266E-ACF6-79971A7DE818}"/>
              </a:ext>
            </a:extLst>
          </p:cNvPr>
          <p:cNvGrpSpPr/>
          <p:nvPr/>
        </p:nvGrpSpPr>
        <p:grpSpPr>
          <a:xfrm>
            <a:off x="276712" y="1620128"/>
            <a:ext cx="5024961" cy="2013115"/>
            <a:chOff x="276712" y="2392219"/>
            <a:chExt cx="5024961" cy="2013115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51B4967E-D85C-B498-9BC7-3BE2CAE9728A}"/>
                </a:ext>
              </a:extLst>
            </p:cNvPr>
            <p:cNvSpPr/>
            <p:nvPr/>
          </p:nvSpPr>
          <p:spPr>
            <a:xfrm>
              <a:off x="1533237" y="2392219"/>
              <a:ext cx="498763" cy="49876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96CF108-EEA6-32A5-1FA8-818A0EC3E2C4}"/>
                </a:ext>
              </a:extLst>
            </p:cNvPr>
            <p:cNvSpPr/>
            <p:nvPr/>
          </p:nvSpPr>
          <p:spPr>
            <a:xfrm>
              <a:off x="1662546" y="2890982"/>
              <a:ext cx="498763" cy="49876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6DEF817-85BE-1A1D-1189-9DF51BF1F6C2}"/>
                </a:ext>
              </a:extLst>
            </p:cNvPr>
            <p:cNvSpPr/>
            <p:nvPr/>
          </p:nvSpPr>
          <p:spPr>
            <a:xfrm>
              <a:off x="1163783" y="2890982"/>
              <a:ext cx="498763" cy="49876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8F28662-2BA5-B276-EF60-F1BF5168FE86}"/>
                </a:ext>
              </a:extLst>
            </p:cNvPr>
            <p:cNvSpPr/>
            <p:nvPr/>
          </p:nvSpPr>
          <p:spPr>
            <a:xfrm>
              <a:off x="2161309" y="2890982"/>
              <a:ext cx="498763" cy="498763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63179CA3-CD19-1168-2D87-C0D40DAA35E3}"/>
                </a:ext>
              </a:extLst>
            </p:cNvPr>
            <p:cNvSpPr/>
            <p:nvPr/>
          </p:nvSpPr>
          <p:spPr>
            <a:xfrm>
              <a:off x="276712" y="3389745"/>
              <a:ext cx="1118455" cy="498763"/>
            </a:xfrm>
            <a:prstGeom prst="rect">
              <a:avLst/>
            </a:prstGeom>
            <a:solidFill>
              <a:srgbClr val="00B0F0">
                <a:alpha val="20000"/>
              </a:srgbClr>
            </a:solidFill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774D1E65-0893-2E93-94B8-DE8157169A64}"/>
                </a:ext>
              </a:extLst>
            </p:cNvPr>
            <p:cNvSpPr/>
            <p:nvPr/>
          </p:nvSpPr>
          <p:spPr>
            <a:xfrm>
              <a:off x="276712" y="3906571"/>
              <a:ext cx="600743" cy="498763"/>
            </a:xfrm>
            <a:prstGeom prst="rect">
              <a:avLst/>
            </a:prstGeom>
            <a:solidFill>
              <a:srgbClr val="0070C0">
                <a:alpha val="20000"/>
              </a:srgbClr>
            </a:solidFill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BF5BF21-F182-E793-9F33-5EDE2D05B0AE}"/>
                </a:ext>
              </a:extLst>
            </p:cNvPr>
            <p:cNvSpPr/>
            <p:nvPr/>
          </p:nvSpPr>
          <p:spPr>
            <a:xfrm>
              <a:off x="2161309" y="3903333"/>
              <a:ext cx="3140364" cy="498763"/>
            </a:xfrm>
            <a:prstGeom prst="rect">
              <a:avLst/>
            </a:prstGeom>
            <a:solidFill>
              <a:srgbClr val="FFC000">
                <a:alpha val="20000"/>
              </a:srgbClr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4A913CF-1B2E-25C7-4525-4F398375BD71}"/>
                </a:ext>
              </a:extLst>
            </p:cNvPr>
            <p:cNvSpPr/>
            <p:nvPr/>
          </p:nvSpPr>
          <p:spPr>
            <a:xfrm>
              <a:off x="1401626" y="3389745"/>
              <a:ext cx="498763" cy="498763"/>
            </a:xfrm>
            <a:prstGeom prst="rect">
              <a:avLst/>
            </a:prstGeom>
            <a:solidFill>
              <a:srgbClr val="00B050">
                <a:alpha val="20000"/>
              </a:srgbClr>
            </a:solidFill>
            <a:ln w="28575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B2E8624-91F0-F111-4669-CE83DFCD5F1B}"/>
                </a:ext>
              </a:extLst>
            </p:cNvPr>
            <p:cNvSpPr/>
            <p:nvPr/>
          </p:nvSpPr>
          <p:spPr>
            <a:xfrm>
              <a:off x="2412993" y="3389745"/>
              <a:ext cx="498763" cy="498763"/>
            </a:xfrm>
            <a:prstGeom prst="rect">
              <a:avLst/>
            </a:prstGeom>
            <a:solidFill>
              <a:srgbClr val="92D050">
                <a:alpha val="20000"/>
              </a:srgbClr>
            </a:solidFill>
            <a:ln w="28575"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18C1385-9BFA-55A4-B85F-B32C77903201}"/>
                </a:ext>
              </a:extLst>
            </p:cNvPr>
            <p:cNvSpPr/>
            <p:nvPr/>
          </p:nvSpPr>
          <p:spPr>
            <a:xfrm>
              <a:off x="2918689" y="3389745"/>
              <a:ext cx="498763" cy="498763"/>
            </a:xfrm>
            <a:prstGeom prst="rect">
              <a:avLst/>
            </a:prstGeom>
            <a:solidFill>
              <a:srgbClr val="74D6B1">
                <a:alpha val="20000"/>
              </a:srgbClr>
            </a:solidFill>
            <a:ln w="28575">
              <a:solidFill>
                <a:srgbClr val="74D6B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8211C1C1-BE1D-726B-6294-813139C82253}"/>
                </a:ext>
              </a:extLst>
            </p:cNvPr>
            <p:cNvSpPr/>
            <p:nvPr/>
          </p:nvSpPr>
          <p:spPr>
            <a:xfrm>
              <a:off x="2032000" y="2392219"/>
              <a:ext cx="498763" cy="498763"/>
            </a:xfrm>
            <a:prstGeom prst="rect">
              <a:avLst/>
            </a:prstGeom>
            <a:solidFill>
              <a:schemeClr val="accent5">
                <a:alpha val="20000"/>
              </a:schemeClr>
            </a:solidFill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EFD635C-0C60-9D85-D744-35363EA6B319}"/>
                </a:ext>
              </a:extLst>
            </p:cNvPr>
            <p:cNvSpPr/>
            <p:nvPr/>
          </p:nvSpPr>
          <p:spPr>
            <a:xfrm>
              <a:off x="3036455" y="2392219"/>
              <a:ext cx="498763" cy="498763"/>
            </a:xfrm>
            <a:prstGeom prst="rect">
              <a:avLst/>
            </a:prstGeom>
            <a:solidFill>
              <a:schemeClr val="bg2">
                <a:lumMod val="25000"/>
                <a:alpha val="20000"/>
              </a:schemeClr>
            </a:solidFill>
            <a:ln w="2857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A778214A-DDC2-E2CA-BE3E-DF90FA615C7E}"/>
              </a:ext>
            </a:extLst>
          </p:cNvPr>
          <p:cNvGrpSpPr/>
          <p:nvPr/>
        </p:nvGrpSpPr>
        <p:grpSpPr>
          <a:xfrm>
            <a:off x="276712" y="6168566"/>
            <a:ext cx="3842591" cy="651327"/>
            <a:chOff x="6836948" y="4724885"/>
            <a:chExt cx="3842591" cy="651327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1EA4AE9B-532E-F3DD-07E5-B37CB915DA6C}"/>
                </a:ext>
              </a:extLst>
            </p:cNvPr>
            <p:cNvGrpSpPr/>
            <p:nvPr/>
          </p:nvGrpSpPr>
          <p:grpSpPr>
            <a:xfrm>
              <a:off x="6836948" y="4724885"/>
              <a:ext cx="1633817" cy="651327"/>
              <a:chOff x="309420" y="4724885"/>
              <a:chExt cx="1633817" cy="651327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4291EFEB-3CE8-A8F6-48E4-CB3B801D3244}"/>
                  </a:ext>
                </a:extLst>
              </p:cNvPr>
              <p:cNvSpPr/>
              <p:nvPr/>
            </p:nvSpPr>
            <p:spPr>
              <a:xfrm>
                <a:off x="309420" y="4724885"/>
                <a:ext cx="362521" cy="307777"/>
              </a:xfrm>
              <a:prstGeom prst="rect">
                <a:avLst/>
              </a:prstGeom>
              <a:solidFill>
                <a:schemeClr val="accent5">
                  <a:alpha val="2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E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C3081349-02AC-D953-A144-37129E9F00A8}"/>
                  </a:ext>
                </a:extLst>
              </p:cNvPr>
              <p:cNvSpPr/>
              <p:nvPr/>
            </p:nvSpPr>
            <p:spPr>
              <a:xfrm>
                <a:off x="671941" y="4724885"/>
                <a:ext cx="1271296" cy="307777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아이템 줍기</a:t>
                </a: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B38D6466-112C-F675-61ED-EBF3784DE1D5}"/>
                  </a:ext>
                </a:extLst>
              </p:cNvPr>
              <p:cNvSpPr/>
              <p:nvPr/>
            </p:nvSpPr>
            <p:spPr>
              <a:xfrm>
                <a:off x="671941" y="5068435"/>
                <a:ext cx="1271296" cy="307777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상호작용</a:t>
                </a:r>
              </a:p>
            </p:txBody>
          </p:sp>
        </p:grp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9BE66837-D153-B72C-6A4B-EC46B66BBB6D}"/>
                </a:ext>
              </a:extLst>
            </p:cNvPr>
            <p:cNvGrpSpPr/>
            <p:nvPr/>
          </p:nvGrpSpPr>
          <p:grpSpPr>
            <a:xfrm>
              <a:off x="8833286" y="4724885"/>
              <a:ext cx="1846253" cy="307777"/>
              <a:chOff x="309420" y="4724885"/>
              <a:chExt cx="1846253" cy="307777"/>
            </a:xfrm>
          </p:grpSpPr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0B8F3F90-1391-E792-D492-B76B82FA963B}"/>
                  </a:ext>
                </a:extLst>
              </p:cNvPr>
              <p:cNvSpPr/>
              <p:nvPr/>
            </p:nvSpPr>
            <p:spPr>
              <a:xfrm>
                <a:off x="309420" y="4724885"/>
                <a:ext cx="362521" cy="307777"/>
              </a:xfrm>
              <a:prstGeom prst="rect">
                <a:avLst/>
              </a:prstGeom>
              <a:solidFill>
                <a:schemeClr val="bg2">
                  <a:lumMod val="25000"/>
                  <a:alpha val="20000"/>
                </a:schemeClr>
              </a:solidFill>
              <a:ln w="28575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1400" dirty="0">
                    <a:solidFill>
                      <a:schemeClr val="tx1"/>
                    </a:solidFill>
                  </a:rPr>
                  <a:t>T</a:t>
                </a:r>
                <a:endParaRPr lang="ko-KR" altLang="en-US" sz="1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69D8F13C-91F3-33F0-2A8B-B50AA2F23646}"/>
                  </a:ext>
                </a:extLst>
              </p:cNvPr>
              <p:cNvSpPr/>
              <p:nvPr/>
            </p:nvSpPr>
            <p:spPr>
              <a:xfrm>
                <a:off x="671941" y="4724885"/>
                <a:ext cx="1483732" cy="307777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spAutoFit/>
              </a:bodyPr>
              <a:lstStyle/>
              <a:p>
                <a:r>
                  <a:rPr lang="en-US" altLang="ko-KR" sz="1400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마이크 온</a:t>
                </a:r>
                <a:r>
                  <a:rPr lang="en-US" altLang="ko-KR" sz="140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1400" dirty="0">
                    <a:solidFill>
                      <a:schemeClr val="tx1"/>
                    </a:solidFill>
                  </a:rPr>
                  <a:t>오프</a:t>
                </a:r>
              </a:p>
            </p:txBody>
          </p:sp>
        </p:grp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33AF1CE-D156-717F-31E6-49668CB358D6}"/>
              </a:ext>
            </a:extLst>
          </p:cNvPr>
          <p:cNvSpPr/>
          <p:nvPr/>
        </p:nvSpPr>
        <p:spPr>
          <a:xfrm>
            <a:off x="9199184" y="2518631"/>
            <a:ext cx="498763" cy="591320"/>
          </a:xfrm>
          <a:prstGeom prst="rect">
            <a:avLst/>
          </a:prstGeom>
          <a:solidFill>
            <a:srgbClr val="FF631D">
              <a:alpha val="20000"/>
            </a:srgbClr>
          </a:solidFill>
          <a:ln w="28575">
            <a:solidFill>
              <a:srgbClr val="FF63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E1A48E4-C6C1-C5E7-C16E-B1EBB1C4BA36}"/>
              </a:ext>
            </a:extLst>
          </p:cNvPr>
          <p:cNvSpPr/>
          <p:nvPr/>
        </p:nvSpPr>
        <p:spPr>
          <a:xfrm>
            <a:off x="10191697" y="2518631"/>
            <a:ext cx="498763" cy="591320"/>
          </a:xfrm>
          <a:prstGeom prst="rect">
            <a:avLst/>
          </a:prstGeom>
          <a:solidFill>
            <a:srgbClr val="FF47DC">
              <a:alpha val="20000"/>
            </a:srgbClr>
          </a:solidFill>
          <a:ln w="28575">
            <a:solidFill>
              <a:srgbClr val="FF47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C797CD2-7BDC-4320-4096-8FF7F85BDB50}"/>
              </a:ext>
            </a:extLst>
          </p:cNvPr>
          <p:cNvSpPr/>
          <p:nvPr/>
        </p:nvSpPr>
        <p:spPr>
          <a:xfrm>
            <a:off x="9471485" y="3349213"/>
            <a:ext cx="973414" cy="935280"/>
          </a:xfrm>
          <a:prstGeom prst="rect">
            <a:avLst/>
          </a:prstGeom>
          <a:solidFill>
            <a:srgbClr val="1D22FF">
              <a:alpha val="20000"/>
            </a:srgbClr>
          </a:solidFill>
          <a:ln w="28575">
            <a:solidFill>
              <a:srgbClr val="1D22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D7ACB038-5297-113B-9A67-A5E0C1C442D6}"/>
              </a:ext>
            </a:extLst>
          </p:cNvPr>
          <p:cNvSpPr/>
          <p:nvPr/>
        </p:nvSpPr>
        <p:spPr>
          <a:xfrm>
            <a:off x="9797952" y="2428648"/>
            <a:ext cx="288728" cy="448201"/>
          </a:xfrm>
          <a:prstGeom prst="rect">
            <a:avLst/>
          </a:prstGeom>
          <a:solidFill>
            <a:srgbClr val="1DFF33">
              <a:alpha val="20000"/>
            </a:srgbClr>
          </a:solidFill>
          <a:ln w="28575">
            <a:solidFill>
              <a:srgbClr val="1DFF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2BD6B813-B257-A841-4718-800C4E01E4A3}"/>
              </a:ext>
            </a:extLst>
          </p:cNvPr>
          <p:cNvCxnSpPr>
            <a:cxnSpLocks/>
            <a:stCxn id="86" idx="2"/>
            <a:endCxn id="95" idx="0"/>
          </p:cNvCxnSpPr>
          <p:nvPr/>
        </p:nvCxnSpPr>
        <p:spPr>
          <a:xfrm>
            <a:off x="9958192" y="4284493"/>
            <a:ext cx="0" cy="538712"/>
          </a:xfrm>
          <a:prstGeom prst="line">
            <a:avLst/>
          </a:prstGeom>
          <a:ln w="28575">
            <a:solidFill>
              <a:srgbClr val="1D2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CEDA63BF-A259-29C5-2E0A-9B85191C4BEB}"/>
              </a:ext>
            </a:extLst>
          </p:cNvPr>
          <p:cNvSpPr txBox="1"/>
          <p:nvPr/>
        </p:nvSpPr>
        <p:spPr>
          <a:xfrm>
            <a:off x="9127256" y="4823205"/>
            <a:ext cx="1661871" cy="523220"/>
          </a:xfrm>
          <a:prstGeom prst="rect">
            <a:avLst/>
          </a:prstGeom>
          <a:noFill/>
          <a:ln w="28575">
            <a:solidFill>
              <a:srgbClr val="1D22FF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마우스 이동</a:t>
            </a:r>
            <a:endParaRPr lang="en-US" altLang="ko-KR" sz="1400" b="1" dirty="0"/>
          </a:p>
          <a:p>
            <a:r>
              <a:rPr lang="en-US" altLang="ko-KR" sz="1400" dirty="0"/>
              <a:t>: </a:t>
            </a:r>
            <a:r>
              <a:rPr lang="ko-KR" altLang="en-US" sz="1400" dirty="0"/>
              <a:t>카메라 각도 조정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20D10F55-5CC0-8277-D446-996268F0E6DE}"/>
              </a:ext>
            </a:extLst>
          </p:cNvPr>
          <p:cNvCxnSpPr>
            <a:cxnSpLocks/>
            <a:stCxn id="87" idx="0"/>
            <a:endCxn id="103" idx="2"/>
          </p:cNvCxnSpPr>
          <p:nvPr/>
        </p:nvCxnSpPr>
        <p:spPr>
          <a:xfrm flipV="1">
            <a:off x="9942316" y="1609761"/>
            <a:ext cx="0" cy="818887"/>
          </a:xfrm>
          <a:prstGeom prst="line">
            <a:avLst/>
          </a:prstGeom>
          <a:ln w="28575">
            <a:solidFill>
              <a:srgbClr val="1DFF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4819DF3C-0088-6B7F-4D35-49F582D2A057}"/>
              </a:ext>
            </a:extLst>
          </p:cNvPr>
          <p:cNvSpPr txBox="1"/>
          <p:nvPr/>
        </p:nvSpPr>
        <p:spPr>
          <a:xfrm>
            <a:off x="8600747" y="1086541"/>
            <a:ext cx="2683138" cy="523220"/>
          </a:xfrm>
          <a:prstGeom prst="rect">
            <a:avLst/>
          </a:prstGeom>
          <a:noFill/>
          <a:ln w="28575">
            <a:solidFill>
              <a:srgbClr val="1DFF33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err="1"/>
              <a:t>MouseWheelUp</a:t>
            </a:r>
            <a:r>
              <a:rPr lang="en-US" altLang="ko-KR" sz="1400" b="1" dirty="0"/>
              <a:t>/Down</a:t>
            </a:r>
          </a:p>
          <a:p>
            <a:r>
              <a:rPr lang="en-US" altLang="ko-KR" sz="1400" dirty="0"/>
              <a:t>: </a:t>
            </a:r>
            <a:r>
              <a:rPr lang="ko-KR" altLang="en-US" sz="1400" dirty="0" err="1"/>
              <a:t>퀵슬롯에서</a:t>
            </a:r>
            <a:r>
              <a:rPr lang="ko-KR" altLang="en-US" sz="1400" dirty="0"/>
              <a:t> 슬롯 위</a:t>
            </a:r>
            <a:r>
              <a:rPr lang="en-US" altLang="ko-KR" sz="1400" dirty="0"/>
              <a:t>/</a:t>
            </a:r>
            <a:r>
              <a:rPr lang="ko-KR" altLang="en-US" sz="1400" dirty="0"/>
              <a:t>아래 이동</a:t>
            </a:r>
          </a:p>
        </p:txBody>
      </p:sp>
      <p:cxnSp>
        <p:nvCxnSpPr>
          <p:cNvPr id="132" name="연결선: 꺾임 131">
            <a:extLst>
              <a:ext uri="{FF2B5EF4-FFF2-40B4-BE49-F238E27FC236}">
                <a16:creationId xmlns:a16="http://schemas.microsoft.com/office/drawing/2014/main" id="{827D6A9E-CC54-2E93-7AD3-6ABE58439539}"/>
              </a:ext>
            </a:extLst>
          </p:cNvPr>
          <p:cNvCxnSpPr>
            <a:cxnSpLocks/>
            <a:stCxn id="83" idx="1"/>
            <a:endCxn id="133" idx="0"/>
          </p:cNvCxnSpPr>
          <p:nvPr/>
        </p:nvCxnSpPr>
        <p:spPr>
          <a:xfrm rot="10800000" flipV="1">
            <a:off x="8476260" y="2814290"/>
            <a:ext cx="722924" cy="2833735"/>
          </a:xfrm>
          <a:prstGeom prst="bentConnector2">
            <a:avLst/>
          </a:prstGeom>
          <a:ln w="28575">
            <a:solidFill>
              <a:srgbClr val="FF63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404A01B4-245F-44D4-CEE5-4B4E76754360}"/>
              </a:ext>
            </a:extLst>
          </p:cNvPr>
          <p:cNvSpPr txBox="1"/>
          <p:nvPr/>
        </p:nvSpPr>
        <p:spPr>
          <a:xfrm>
            <a:off x="7645324" y="5648026"/>
            <a:ext cx="1661871" cy="523220"/>
          </a:xfrm>
          <a:prstGeom prst="rect">
            <a:avLst/>
          </a:prstGeom>
          <a:noFill/>
          <a:ln w="28575">
            <a:solidFill>
              <a:srgbClr val="FF631D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err="1"/>
              <a:t>mouseLeft</a:t>
            </a:r>
            <a:endParaRPr lang="en-US" altLang="ko-KR" sz="1400" b="1" dirty="0"/>
          </a:p>
          <a:p>
            <a:r>
              <a:rPr lang="en-US" altLang="ko-KR" sz="1400" dirty="0"/>
              <a:t>: </a:t>
            </a:r>
            <a:r>
              <a:rPr lang="ko-KR" altLang="en-US" sz="1400" dirty="0"/>
              <a:t>선택된 도구 사용</a:t>
            </a:r>
          </a:p>
        </p:txBody>
      </p:sp>
      <p:cxnSp>
        <p:nvCxnSpPr>
          <p:cNvPr id="139" name="연결선: 꺾임 138">
            <a:extLst>
              <a:ext uri="{FF2B5EF4-FFF2-40B4-BE49-F238E27FC236}">
                <a16:creationId xmlns:a16="http://schemas.microsoft.com/office/drawing/2014/main" id="{FD511743-59F9-FC50-6EE5-BB9C8C6B481E}"/>
              </a:ext>
            </a:extLst>
          </p:cNvPr>
          <p:cNvCxnSpPr>
            <a:cxnSpLocks/>
            <a:stCxn id="85" idx="3"/>
            <a:endCxn id="140" idx="0"/>
          </p:cNvCxnSpPr>
          <p:nvPr/>
        </p:nvCxnSpPr>
        <p:spPr>
          <a:xfrm>
            <a:off x="10690460" y="2814291"/>
            <a:ext cx="559519" cy="2833735"/>
          </a:xfrm>
          <a:prstGeom prst="bentConnector2">
            <a:avLst/>
          </a:prstGeom>
          <a:ln w="28575">
            <a:solidFill>
              <a:srgbClr val="FF47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1E6F2A3F-9234-D397-1CDF-E209416AA922}"/>
              </a:ext>
            </a:extLst>
          </p:cNvPr>
          <p:cNvSpPr txBox="1"/>
          <p:nvPr/>
        </p:nvSpPr>
        <p:spPr>
          <a:xfrm>
            <a:off x="10619017" y="5648026"/>
            <a:ext cx="1261924" cy="523220"/>
          </a:xfrm>
          <a:prstGeom prst="rect">
            <a:avLst/>
          </a:prstGeom>
          <a:noFill/>
          <a:ln w="28575">
            <a:solidFill>
              <a:srgbClr val="FF47DC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400" b="1" dirty="0" err="1"/>
              <a:t>mouseRight</a:t>
            </a:r>
            <a:endParaRPr lang="en-US" altLang="ko-KR" sz="1400" b="1" dirty="0"/>
          </a:p>
          <a:p>
            <a:r>
              <a:rPr lang="en-US" altLang="ko-KR" sz="1400" dirty="0"/>
              <a:t>: </a:t>
            </a:r>
            <a:r>
              <a:rPr lang="ko-KR" altLang="en-US" sz="1400" dirty="0"/>
              <a:t>반경 스캔</a:t>
            </a:r>
          </a:p>
        </p:txBody>
      </p:sp>
    </p:spTree>
    <p:extLst>
      <p:ext uri="{BB962C8B-B14F-4D97-AF65-F5344CB8AC3E}">
        <p14:creationId xmlns:p14="http://schemas.microsoft.com/office/powerpoint/2010/main" val="126711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BCBCC5-C243-7C36-052F-35906D2F6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</a:t>
            </a:r>
            <a:r>
              <a:rPr lang="en-US" altLang="ko-KR" dirty="0"/>
              <a:t>- </a:t>
            </a:r>
            <a:r>
              <a:rPr lang="ko-KR" altLang="en-US" dirty="0"/>
              <a:t>상태</a:t>
            </a:r>
            <a:r>
              <a:rPr lang="en-US" altLang="ko-KR" dirty="0"/>
              <a:t>(state)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D2A4D6-F38F-43AB-1D4F-B5C82F134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B2340-D9D9-227B-8B52-04D48887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9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3B0C8E-AB04-CF13-B476-BC7CC00E7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166304"/>
              </p:ext>
            </p:extLst>
          </p:nvPr>
        </p:nvGraphicFramePr>
        <p:xfrm>
          <a:off x="3010686" y="1189130"/>
          <a:ext cx="6142168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016">
                  <a:extLst>
                    <a:ext uri="{9D8B030D-6E8A-4147-A177-3AD203B41FA5}">
                      <a16:colId xmlns:a16="http://schemas.microsoft.com/office/drawing/2014/main" val="540027138"/>
                    </a:ext>
                  </a:extLst>
                </a:gridCol>
                <a:gridCol w="1616392">
                  <a:extLst>
                    <a:ext uri="{9D8B030D-6E8A-4147-A177-3AD203B41FA5}">
                      <a16:colId xmlns:a16="http://schemas.microsoft.com/office/drawing/2014/main" val="1754040923"/>
                    </a:ext>
                  </a:extLst>
                </a:gridCol>
                <a:gridCol w="2182760">
                  <a:extLst>
                    <a:ext uri="{9D8B030D-6E8A-4147-A177-3AD203B41FA5}">
                      <a16:colId xmlns:a16="http://schemas.microsoft.com/office/drawing/2014/main" val="23659548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상태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 (state)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상태</a:t>
                      </a:r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_</a:t>
                      </a:r>
                      <a:r>
                        <a:rPr lang="ko-KR" altLang="en-US" sz="16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73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Idle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대기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51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Walk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걷기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494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Run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달리기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초당 스태미나 소모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385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Jump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점프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회당 스태미나 소모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868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 err="1">
                          <a:solidFill>
                            <a:schemeClr val="tx1"/>
                          </a:solidFill>
                        </a:rPr>
                        <a:t>DuckDown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웅크리기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886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 err="1">
                          <a:solidFill>
                            <a:schemeClr val="tx1"/>
                          </a:solidFill>
                        </a:rPr>
                        <a:t>DuckDownWalk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웅크린 채 걷기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036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Stun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기절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743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Hit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피격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574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Dead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사망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457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Attack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공격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060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상호작용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7524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 err="1">
                          <a:solidFill>
                            <a:schemeClr val="tx1"/>
                          </a:solidFill>
                        </a:rPr>
                        <a:t>PickUp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아이템 줍기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D1D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0">
                        <a:buFontTx/>
                        <a:buNone/>
                      </a:pP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6874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8823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F6F60B-9BA5-2C22-9299-986E5D6E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플레이어 </a:t>
            </a:r>
            <a:r>
              <a:rPr lang="en-US" altLang="ko-KR" dirty="0"/>
              <a:t>– </a:t>
            </a:r>
            <a:r>
              <a:rPr lang="ko-KR" altLang="en-US" dirty="0" err="1"/>
              <a:t>스탯</a:t>
            </a:r>
            <a:r>
              <a:rPr lang="en-US" altLang="ko-KR" dirty="0"/>
              <a:t>(stat)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73BA58-6A95-84B8-6EC4-EE826DACB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771D07-C395-6829-F77A-7176F56B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10</a:t>
            </a:fld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E2BEEF3-FCB5-7CC9-DB3E-06CB3787D0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55246"/>
              </p:ext>
            </p:extLst>
          </p:nvPr>
        </p:nvGraphicFramePr>
        <p:xfrm>
          <a:off x="1585843" y="1098968"/>
          <a:ext cx="8918828" cy="4704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367">
                  <a:extLst>
                    <a:ext uri="{9D8B030D-6E8A-4147-A177-3AD203B41FA5}">
                      <a16:colId xmlns:a16="http://schemas.microsoft.com/office/drawing/2014/main" val="1240864632"/>
                    </a:ext>
                  </a:extLst>
                </a:gridCol>
                <a:gridCol w="867429">
                  <a:extLst>
                    <a:ext uri="{9D8B030D-6E8A-4147-A177-3AD203B41FA5}">
                      <a16:colId xmlns:a16="http://schemas.microsoft.com/office/drawing/2014/main" val="752755729"/>
                    </a:ext>
                  </a:extLst>
                </a:gridCol>
                <a:gridCol w="867429">
                  <a:extLst>
                    <a:ext uri="{9D8B030D-6E8A-4147-A177-3AD203B41FA5}">
                      <a16:colId xmlns:a16="http://schemas.microsoft.com/office/drawing/2014/main" val="2669217487"/>
                    </a:ext>
                  </a:extLst>
                </a:gridCol>
                <a:gridCol w="5386603">
                  <a:extLst>
                    <a:ext uri="{9D8B030D-6E8A-4147-A177-3AD203B41FA5}">
                      <a16:colId xmlns:a16="http://schemas.microsoft.com/office/drawing/2014/main" val="644144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스탯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type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2464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HP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HP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≦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0 :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플레이어 사망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최대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783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스태미나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달릴 때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점프할 때 소모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무게에 비례해 소모량이 증가함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나중에 추가 설명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715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이동 속도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(m/s)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5556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달리기 속도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(m/s)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075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최대 인벤토리 무게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(kg)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4831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600" b="1" dirty="0">
                          <a:solidFill>
                            <a:schemeClr val="tx1"/>
                          </a:solidFill>
                        </a:rPr>
                        <a:t>현재 인벤토리 무게</a:t>
                      </a:r>
                      <a:endParaRPr lang="en-US" altLang="ko-KR" sz="1600" b="1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(kg)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플레이어의 현재 인벤토리 무게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49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600" b="1" dirty="0">
                          <a:solidFill>
                            <a:schemeClr val="tx1"/>
                          </a:solidFill>
                        </a:rPr>
                        <a:t>...</a:t>
                      </a:r>
                      <a:endParaRPr lang="ko-KR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 algn="l" latinLnBrk="0">
                        <a:buFontTx/>
                        <a:buChar char="-"/>
                      </a:pP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9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345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4A02BA-E591-90E0-447F-8BC0B7801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자원 수집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D16AB-5CAB-BBA7-E2C4-D5FCF891E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[E]</a:t>
            </a:r>
            <a:r>
              <a:rPr lang="ko-KR" altLang="en-US" dirty="0"/>
              <a:t>키로 </a:t>
            </a:r>
            <a:r>
              <a:rPr lang="ko-KR" altLang="en-US" dirty="0" err="1"/>
              <a:t>맵에</a:t>
            </a:r>
            <a:r>
              <a:rPr lang="ko-KR" altLang="en-US" dirty="0"/>
              <a:t> 생성된 아이템</a:t>
            </a:r>
            <a:r>
              <a:rPr lang="en-US" altLang="ko-KR" dirty="0"/>
              <a:t>(</a:t>
            </a:r>
            <a:r>
              <a:rPr lang="ko-KR" altLang="en-US" dirty="0"/>
              <a:t>이하 </a:t>
            </a:r>
            <a:r>
              <a:rPr lang="en-US" altLang="ko-KR" dirty="0"/>
              <a:t>‘</a:t>
            </a:r>
            <a:r>
              <a:rPr lang="ko-KR" altLang="en-US" dirty="0"/>
              <a:t>자원</a:t>
            </a:r>
            <a:r>
              <a:rPr lang="en-US" altLang="ko-KR" dirty="0"/>
              <a:t>‘)</a:t>
            </a:r>
            <a:r>
              <a:rPr lang="ko-KR" altLang="en-US" dirty="0"/>
              <a:t>을 수집한다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자원은 일정 거리만큼 다가가면 주울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‘</a:t>
            </a:r>
            <a:r>
              <a:rPr lang="ko-KR" altLang="en-US" dirty="0"/>
              <a:t>스캔</a:t>
            </a:r>
            <a:r>
              <a:rPr lang="en-US" altLang="ko-KR" dirty="0"/>
              <a:t>‘ </a:t>
            </a:r>
            <a:r>
              <a:rPr lang="ko-KR" altLang="en-US" dirty="0"/>
              <a:t>기능을 이용하면</a:t>
            </a:r>
            <a:r>
              <a:rPr lang="en-US" altLang="ko-KR" dirty="0"/>
              <a:t>, </a:t>
            </a:r>
            <a:r>
              <a:rPr lang="ko-KR" altLang="en-US" dirty="0"/>
              <a:t>특정 반경 내의 자원을 확인할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맵에서</a:t>
            </a:r>
            <a:r>
              <a:rPr lang="ko-KR" altLang="en-US" dirty="0"/>
              <a:t> 수집한 자원을 함선</a:t>
            </a:r>
            <a:r>
              <a:rPr lang="en-US" altLang="ko-KR" dirty="0"/>
              <a:t>(</a:t>
            </a:r>
            <a:r>
              <a:rPr lang="ko-KR" altLang="en-US" dirty="0"/>
              <a:t>아지트</a:t>
            </a:r>
            <a:r>
              <a:rPr lang="en-US" altLang="ko-KR" dirty="0"/>
              <a:t>?)</a:t>
            </a:r>
            <a:r>
              <a:rPr lang="ko-KR" altLang="en-US" dirty="0"/>
              <a:t>에 내려두면 자원은 게임 오버 전</a:t>
            </a:r>
            <a:r>
              <a:rPr lang="en-US" altLang="ko-KR" dirty="0"/>
              <a:t>, </a:t>
            </a:r>
            <a:r>
              <a:rPr lang="ko-KR" altLang="en-US" dirty="0"/>
              <a:t>판매 전까지 함선에 보관된다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F47E72-8B82-7D09-CDE1-9CE34FA6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224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1A2C0-B4E1-5405-29FB-E8FDA664D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8EE0B6-7773-AEE8-9B15-51E126328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자원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ko-KR" altLang="en-US" dirty="0" err="1"/>
              <a:t>맵에서</a:t>
            </a:r>
            <a:r>
              <a:rPr lang="ko-KR" altLang="en-US" dirty="0"/>
              <a:t> 획득 가능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판매하여 돈을 벌 수 있는 아이템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 err="1"/>
              <a:t>스탯</a:t>
            </a:r>
            <a:r>
              <a:rPr lang="en-US" altLang="ko-KR" dirty="0"/>
              <a:t>: </a:t>
            </a:r>
            <a:r>
              <a:rPr lang="ko-KR" altLang="en-US" dirty="0"/>
              <a:t>이름</a:t>
            </a:r>
            <a:r>
              <a:rPr lang="en-US" altLang="ko-KR" dirty="0"/>
              <a:t>, </a:t>
            </a:r>
            <a:r>
              <a:rPr lang="ko-KR" altLang="en-US" dirty="0"/>
              <a:t>가격</a:t>
            </a:r>
            <a:r>
              <a:rPr lang="en-US" altLang="ko-KR" dirty="0"/>
              <a:t>, </a:t>
            </a:r>
            <a:r>
              <a:rPr lang="ko-KR" altLang="en-US" dirty="0"/>
              <a:t>무게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r>
              <a:rPr lang="ko-KR" altLang="en-US" b="1" dirty="0"/>
              <a:t>도구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ko-KR" altLang="en-US" dirty="0"/>
              <a:t>플레이어가 사용하는 아이템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(ex. </a:t>
            </a:r>
            <a:r>
              <a:rPr lang="ko-KR" altLang="en-US" dirty="0"/>
              <a:t>무기</a:t>
            </a:r>
            <a:r>
              <a:rPr lang="en-US" altLang="ko-KR" dirty="0"/>
              <a:t>, </a:t>
            </a:r>
            <a:r>
              <a:rPr lang="ko-KR" altLang="en-US" dirty="0"/>
              <a:t>손전등 등</a:t>
            </a:r>
            <a:r>
              <a:rPr lang="en-US" altLang="ko-KR" dirty="0"/>
              <a:t>)</a:t>
            </a:r>
          </a:p>
          <a:p>
            <a:pPr>
              <a:buFontTx/>
              <a:buChar char="-"/>
            </a:pPr>
            <a:r>
              <a:rPr lang="ko-KR" altLang="en-US" dirty="0"/>
              <a:t>상점에서 구매 가능</a:t>
            </a: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판매 불가능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ADD0DA-23F1-BA2B-4F61-DB1C2362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DE8EEDE3-7FFB-9254-ED88-E97A3FACE2D0}"/>
              </a:ext>
            </a:extLst>
          </p:cNvPr>
          <p:cNvGrpSpPr/>
          <p:nvPr/>
        </p:nvGrpSpPr>
        <p:grpSpPr>
          <a:xfrm>
            <a:off x="5184404" y="1513673"/>
            <a:ext cx="6638141" cy="3830653"/>
            <a:chOff x="5184404" y="953655"/>
            <a:chExt cx="6638141" cy="3830653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467780C-335C-DA5F-E5DC-8EEFCC2A3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249007" y="953655"/>
              <a:ext cx="6573538" cy="3697614"/>
            </a:xfrm>
            <a:prstGeom prst="rect">
              <a:avLst/>
            </a:prstGeom>
          </p:spPr>
        </p:pic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B499D319-6B29-81B2-FB11-7B4D2228AC96}"/>
                </a:ext>
              </a:extLst>
            </p:cNvPr>
            <p:cNvSpPr/>
            <p:nvPr/>
          </p:nvSpPr>
          <p:spPr>
            <a:xfrm>
              <a:off x="7860579" y="2043103"/>
              <a:ext cx="2003858" cy="1278572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CAA5CF97-0B90-E9DE-4056-4C5E6E8A5F89}"/>
                </a:ext>
              </a:extLst>
            </p:cNvPr>
            <p:cNvCxnSpPr>
              <a:cxnSpLocks/>
              <a:stCxn id="7" idx="6"/>
              <a:endCxn id="9" idx="1"/>
            </p:cNvCxnSpPr>
            <p:nvPr/>
          </p:nvCxnSpPr>
          <p:spPr>
            <a:xfrm>
              <a:off x="9864437" y="2682389"/>
              <a:ext cx="498764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950605-FBC2-5E1A-E0E2-D6A6F3447C3B}"/>
                </a:ext>
              </a:extLst>
            </p:cNvPr>
            <p:cNvSpPr txBox="1"/>
            <p:nvPr/>
          </p:nvSpPr>
          <p:spPr>
            <a:xfrm>
              <a:off x="10363201" y="2497723"/>
              <a:ext cx="692226" cy="3693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>
                  <a:solidFill>
                    <a:schemeClr val="bg1"/>
                  </a:solidFill>
                </a:rPr>
                <a:t>자원</a:t>
              </a:r>
              <a:endParaRPr lang="ko-KR" altLang="en-US" dirty="0">
                <a:solidFill>
                  <a:schemeClr val="bg1"/>
                </a:solidFill>
              </a:endParaRPr>
            </a:p>
          </p:txBody>
        </p: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5290EBBE-A10E-C5CC-BF28-8A37E44E2020}"/>
                </a:ext>
              </a:extLst>
            </p:cNvPr>
            <p:cNvGrpSpPr/>
            <p:nvPr/>
          </p:nvGrpSpPr>
          <p:grpSpPr>
            <a:xfrm>
              <a:off x="5184404" y="2414872"/>
              <a:ext cx="2617902" cy="2369436"/>
              <a:chOff x="8301408" y="2241756"/>
              <a:chExt cx="2617902" cy="2369436"/>
            </a:xfrm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4FBFDEDD-1206-08A6-C1B6-95720593CC0C}"/>
                  </a:ext>
                </a:extLst>
              </p:cNvPr>
              <p:cNvSpPr/>
              <p:nvPr/>
            </p:nvSpPr>
            <p:spPr>
              <a:xfrm rot="16200000">
                <a:off x="8034306" y="2508858"/>
                <a:ext cx="2369436" cy="1835231"/>
              </a:xfrm>
              <a:prstGeom prst="ellipse">
                <a:avLst/>
              </a:prstGeom>
              <a:noFill/>
              <a:ln w="28575"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6" name="직선 연결선 25">
                <a:extLst>
                  <a:ext uri="{FF2B5EF4-FFF2-40B4-BE49-F238E27FC236}">
                    <a16:creationId xmlns:a16="http://schemas.microsoft.com/office/drawing/2014/main" id="{19AEF7A0-E63D-F7C3-EA0B-CBFFA2D99BF4}"/>
                  </a:ext>
                </a:extLst>
              </p:cNvPr>
              <p:cNvCxnSpPr>
                <a:cxnSpLocks/>
                <a:stCxn id="25" idx="4"/>
                <a:endCxn id="27" idx="2"/>
              </p:cNvCxnSpPr>
              <p:nvPr/>
            </p:nvCxnSpPr>
            <p:spPr>
              <a:xfrm flipV="1">
                <a:off x="10136640" y="2878605"/>
                <a:ext cx="383559" cy="547869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40A557-CE46-D6EF-9FED-2687499DECB7}"/>
                  </a:ext>
                </a:extLst>
              </p:cNvPr>
              <p:cNvSpPr txBox="1"/>
              <p:nvPr/>
            </p:nvSpPr>
            <p:spPr>
              <a:xfrm>
                <a:off x="10121088" y="2509273"/>
                <a:ext cx="798222" cy="369332"/>
              </a:xfrm>
              <a:prstGeom prst="rect">
                <a:avLst/>
              </a:prstGeom>
              <a:noFill/>
              <a:ln w="28575"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b="1">
                    <a:solidFill>
                      <a:schemeClr val="bg1"/>
                    </a:solidFill>
                  </a:rPr>
                  <a:t>도구</a:t>
                </a:r>
                <a:endParaRPr lang="ko-KR" altLang="en-US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20601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78FB6-A5AA-5C17-096E-D7A861266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6949D-ABC3-0AB3-EBB8-EE2CA78E9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849BA-BA0E-AD44-46B3-1ACDE0C4F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2D385D39-F4DE-A789-3256-373DC26CA09F}"/>
              </a:ext>
            </a:extLst>
          </p:cNvPr>
          <p:cNvGrpSpPr/>
          <p:nvPr/>
        </p:nvGrpSpPr>
        <p:grpSpPr>
          <a:xfrm>
            <a:off x="3215999" y="1809000"/>
            <a:ext cx="5760001" cy="3377314"/>
            <a:chOff x="3215999" y="1809000"/>
            <a:chExt cx="5760001" cy="3377314"/>
          </a:xfrm>
        </p:grpSpPr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9144C557-5DAD-5C15-D64A-5C953D9D00F9}"/>
                </a:ext>
              </a:extLst>
            </p:cNvPr>
            <p:cNvGrpSpPr/>
            <p:nvPr/>
          </p:nvGrpSpPr>
          <p:grpSpPr>
            <a:xfrm>
              <a:off x="3215999" y="1809000"/>
              <a:ext cx="5760001" cy="3240000"/>
              <a:chOff x="3215999" y="1809000"/>
              <a:chExt cx="5760001" cy="3240000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B1182E0-B6D7-051C-2CB8-BC34BAD7C40B}"/>
                  </a:ext>
                </a:extLst>
              </p:cNvPr>
              <p:cNvSpPr/>
              <p:nvPr/>
            </p:nvSpPr>
            <p:spPr>
              <a:xfrm>
                <a:off x="3216000" y="1809000"/>
                <a:ext cx="5760000" cy="32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3E47DA72-5F78-DC80-B2C3-901B0C63BCEA}"/>
                  </a:ext>
                </a:extLst>
              </p:cNvPr>
              <p:cNvSpPr/>
              <p:nvPr/>
            </p:nvSpPr>
            <p:spPr>
              <a:xfrm>
                <a:off x="4699819" y="1809000"/>
                <a:ext cx="2792362" cy="1848600"/>
              </a:xfrm>
              <a:prstGeom prst="rect">
                <a:avLst/>
              </a:prstGeom>
              <a:solidFill>
                <a:srgbClr val="7B7B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사다리꼴 6">
                <a:extLst>
                  <a:ext uri="{FF2B5EF4-FFF2-40B4-BE49-F238E27FC236}">
                    <a16:creationId xmlns:a16="http://schemas.microsoft.com/office/drawing/2014/main" id="{A3614797-1173-914B-5A26-374979EA5141}"/>
                  </a:ext>
                </a:extLst>
              </p:cNvPr>
              <p:cNvSpPr/>
              <p:nvPr/>
            </p:nvSpPr>
            <p:spPr>
              <a:xfrm>
                <a:off x="3216000" y="3657600"/>
                <a:ext cx="5760000" cy="1391400"/>
              </a:xfrm>
              <a:prstGeom prst="trapezoid">
                <a:avLst>
                  <a:gd name="adj" fmla="val 105557"/>
                </a:avLst>
              </a:prstGeom>
              <a:gradFill flip="none" rotWithShape="1">
                <a:gsLst>
                  <a:gs pos="0">
                    <a:schemeClr val="bg1">
                      <a:lumMod val="50000"/>
                      <a:shade val="30000"/>
                      <a:satMod val="115000"/>
                    </a:schemeClr>
                  </a:gs>
                  <a:gs pos="50000">
                    <a:schemeClr val="bg1">
                      <a:lumMod val="50000"/>
                      <a:shade val="67500"/>
                      <a:satMod val="115000"/>
                    </a:schemeClr>
                  </a:gs>
                  <a:gs pos="100000">
                    <a:schemeClr val="bg1">
                      <a:lumMod val="50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8" name="그림 7" descr="텍스트, 실내, 벽, 컴퓨터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01F1F95-310A-D2E0-D311-C55897D3D8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8" t="11352" r="76082" b="62702"/>
              <a:stretch>
                <a:fillRect/>
              </a:stretch>
            </p:blipFill>
            <p:spPr>
              <a:xfrm>
                <a:off x="3363596" y="1919975"/>
                <a:ext cx="784807" cy="702321"/>
              </a:xfrm>
              <a:prstGeom prst="rect">
                <a:avLst/>
              </a:prstGeom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9CA61D51-1CFF-D9C5-3296-6FDAEC8082B7}"/>
                  </a:ext>
                </a:extLst>
              </p:cNvPr>
              <p:cNvSpPr/>
              <p:nvPr/>
            </p:nvSpPr>
            <p:spPr>
              <a:xfrm>
                <a:off x="3216000" y="1809000"/>
                <a:ext cx="5760000" cy="324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06051B63-6AF8-0376-5C00-122A6E0BA675}"/>
                  </a:ext>
                </a:extLst>
              </p:cNvPr>
              <p:cNvGrpSpPr/>
              <p:nvPr/>
            </p:nvGrpSpPr>
            <p:grpSpPr>
              <a:xfrm>
                <a:off x="8487096" y="2477940"/>
                <a:ext cx="405643" cy="1902120"/>
                <a:chOff x="8487099" y="2346123"/>
                <a:chExt cx="405643" cy="1902120"/>
              </a:xfrm>
            </p:grpSpPr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FDBE3819-F4A0-9F0A-3767-3EFC892BAFDA}"/>
                    </a:ext>
                  </a:extLst>
                </p:cNvPr>
                <p:cNvSpPr/>
                <p:nvPr/>
              </p:nvSpPr>
              <p:spPr>
                <a:xfrm rot="5400000">
                  <a:off x="8487389" y="2345833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  <a:ln w="38100"/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FF83CF79-5AAE-1007-7989-813E24D29660}"/>
                    </a:ext>
                  </a:extLst>
                </p:cNvPr>
                <p:cNvSpPr/>
                <p:nvPr/>
              </p:nvSpPr>
              <p:spPr>
                <a:xfrm rot="5400000">
                  <a:off x="8487390" y="2844853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8" name="직사각형 47">
                  <a:extLst>
                    <a:ext uri="{FF2B5EF4-FFF2-40B4-BE49-F238E27FC236}">
                      <a16:creationId xmlns:a16="http://schemas.microsoft.com/office/drawing/2014/main" id="{80BE1FBE-AE82-16BE-82F7-D7D51AE10756}"/>
                    </a:ext>
                  </a:extLst>
                </p:cNvPr>
                <p:cNvSpPr/>
                <p:nvPr/>
              </p:nvSpPr>
              <p:spPr>
                <a:xfrm rot="5400000">
                  <a:off x="8487390" y="3343873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CFC4BCE6-70E0-F54E-FD0E-F8F19F9D1AFB}"/>
                    </a:ext>
                  </a:extLst>
                </p:cNvPr>
                <p:cNvSpPr/>
                <p:nvPr/>
              </p:nvSpPr>
              <p:spPr>
                <a:xfrm rot="5400000">
                  <a:off x="8487390" y="3842892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원통형 49">
                  <a:extLst>
                    <a:ext uri="{FF2B5EF4-FFF2-40B4-BE49-F238E27FC236}">
                      <a16:creationId xmlns:a16="http://schemas.microsoft.com/office/drawing/2014/main" id="{96549665-E465-76C8-48D9-8A522B1CF3F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887530" flipH="1">
                  <a:off x="8625313" y="2404654"/>
                  <a:ext cx="129213" cy="288000"/>
                </a:xfrm>
                <a:prstGeom prst="can">
                  <a:avLst/>
                </a:prstGeom>
                <a:solidFill>
                  <a:schemeClr val="accent2">
                    <a:lumMod val="75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1CCFC90E-4653-C59D-DEBA-C7255DDD74D5}"/>
                  </a:ext>
                </a:extLst>
              </p:cNvPr>
              <p:cNvSpPr/>
              <p:nvPr/>
            </p:nvSpPr>
            <p:spPr>
              <a:xfrm>
                <a:off x="3215999" y="2733300"/>
                <a:ext cx="468000" cy="467100"/>
              </a:xfrm>
              <a:prstGeom prst="rect">
                <a:avLst/>
              </a:prstGeom>
              <a:solidFill>
                <a:srgbClr val="CCB29C">
                  <a:alpha val="49804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90F4FCC5-0499-F50D-C36A-8146855B4D15}"/>
                  </a:ext>
                </a:extLst>
              </p:cNvPr>
              <p:cNvSpPr/>
              <p:nvPr/>
            </p:nvSpPr>
            <p:spPr>
              <a:xfrm rot="1474258">
                <a:off x="3325310" y="2799112"/>
                <a:ext cx="252060" cy="345078"/>
              </a:xfrm>
              <a:custGeom>
                <a:avLst/>
                <a:gdLst>
                  <a:gd name="connsiteX0" fmla="*/ 79751 w 252060"/>
                  <a:gd name="connsiteY0" fmla="*/ 0 h 345078"/>
                  <a:gd name="connsiteX1" fmla="*/ 122383 w 252060"/>
                  <a:gd name="connsiteY1" fmla="*/ 85264 h 345078"/>
                  <a:gd name="connsiteX2" fmla="*/ 167807 w 252060"/>
                  <a:gd name="connsiteY2" fmla="*/ 16385 h 345078"/>
                  <a:gd name="connsiteX3" fmla="*/ 178389 w 252060"/>
                  <a:gd name="connsiteY3" fmla="*/ 94567 h 345078"/>
                  <a:gd name="connsiteX4" fmla="*/ 250311 w 252060"/>
                  <a:gd name="connsiteY4" fmla="*/ 38901 h 345078"/>
                  <a:gd name="connsiteX5" fmla="*/ 208979 w 252060"/>
                  <a:gd name="connsiteY5" fmla="*/ 124797 h 345078"/>
                  <a:gd name="connsiteX6" fmla="*/ 211221 w 252060"/>
                  <a:gd name="connsiteY6" fmla="*/ 126168 h 345078"/>
                  <a:gd name="connsiteX7" fmla="*/ 240620 w 252060"/>
                  <a:gd name="connsiteY7" fmla="*/ 166654 h 345078"/>
                  <a:gd name="connsiteX8" fmla="*/ 178423 w 252060"/>
                  <a:gd name="connsiteY8" fmla="*/ 333638 h 345078"/>
                  <a:gd name="connsiteX9" fmla="*/ 11440 w 252060"/>
                  <a:gd name="connsiteY9" fmla="*/ 271441 h 345078"/>
                  <a:gd name="connsiteX10" fmla="*/ 73637 w 252060"/>
                  <a:gd name="connsiteY10" fmla="*/ 104457 h 345078"/>
                  <a:gd name="connsiteX11" fmla="*/ 79751 w 252060"/>
                  <a:gd name="connsiteY11" fmla="*/ 103028 h 345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2060" h="345078">
                    <a:moveTo>
                      <a:pt x="79751" y="0"/>
                    </a:moveTo>
                    <a:lnTo>
                      <a:pt x="122383" y="85264"/>
                    </a:lnTo>
                    <a:lnTo>
                      <a:pt x="167807" y="16385"/>
                    </a:lnTo>
                    <a:lnTo>
                      <a:pt x="178389" y="94567"/>
                    </a:lnTo>
                    <a:lnTo>
                      <a:pt x="250311" y="38901"/>
                    </a:lnTo>
                    <a:lnTo>
                      <a:pt x="208979" y="124797"/>
                    </a:lnTo>
                    <a:lnTo>
                      <a:pt x="211221" y="126168"/>
                    </a:lnTo>
                    <a:cubicBezTo>
                      <a:pt x="223288" y="137226"/>
                      <a:pt x="233386" y="150833"/>
                      <a:pt x="240620" y="166654"/>
                    </a:cubicBezTo>
                    <a:cubicBezTo>
                      <a:pt x="269556" y="229941"/>
                      <a:pt x="241710" y="304702"/>
                      <a:pt x="178423" y="333638"/>
                    </a:cubicBezTo>
                    <a:cubicBezTo>
                      <a:pt x="115137" y="362574"/>
                      <a:pt x="40376" y="334728"/>
                      <a:pt x="11440" y="271441"/>
                    </a:cubicBezTo>
                    <a:cubicBezTo>
                      <a:pt x="-17496" y="208154"/>
                      <a:pt x="10350" y="133393"/>
                      <a:pt x="73637" y="104457"/>
                    </a:cubicBezTo>
                    <a:lnTo>
                      <a:pt x="79751" y="103028"/>
                    </a:lnTo>
                    <a:close/>
                  </a:path>
                </a:pathLst>
              </a:custGeom>
              <a:solidFill>
                <a:srgbClr val="B69172"/>
              </a:solidFill>
              <a:ln>
                <a:solidFill>
                  <a:srgbClr val="563F2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원호 62">
                <a:extLst>
                  <a:ext uri="{FF2B5EF4-FFF2-40B4-BE49-F238E27FC236}">
                    <a16:creationId xmlns:a16="http://schemas.microsoft.com/office/drawing/2014/main" id="{D404DE8B-67FD-DA89-874D-4FA193CF9E34}"/>
                  </a:ext>
                </a:extLst>
              </p:cNvPr>
              <p:cNvSpPr/>
              <p:nvPr/>
            </p:nvSpPr>
            <p:spPr>
              <a:xfrm rot="10257279">
                <a:off x="3434759" y="2772512"/>
                <a:ext cx="196494" cy="196494"/>
              </a:xfrm>
              <a:prstGeom prst="arc">
                <a:avLst/>
              </a:prstGeom>
              <a:ln>
                <a:solidFill>
                  <a:srgbClr val="563F2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F98609B0-1A1A-4A24-331A-5A95B91D5536}"/>
                  </a:ext>
                </a:extLst>
              </p:cNvPr>
              <p:cNvSpPr txBox="1"/>
              <p:nvPr/>
            </p:nvSpPr>
            <p:spPr>
              <a:xfrm>
                <a:off x="3232332" y="2836960"/>
                <a:ext cx="43873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200" dirty="0">
                    <a:solidFill>
                      <a:srgbClr val="C00000"/>
                    </a:solidFill>
                    <a:effectLst>
                      <a:glow rad="101600">
                        <a:schemeClr val="bg2">
                          <a:lumMod val="90000"/>
                          <a:alpha val="60000"/>
                        </a:schemeClr>
                      </a:glow>
                    </a:effectLst>
                  </a:rPr>
                  <a:t>0kg</a:t>
                </a:r>
                <a:endParaRPr lang="ko-KR" altLang="en-US" sz="1200" dirty="0">
                  <a:solidFill>
                    <a:srgbClr val="C00000"/>
                  </a:solidFill>
                  <a:effectLst>
                    <a:glow rad="101600">
                      <a:schemeClr val="bg2">
                        <a:lumMod val="90000"/>
                        <a:alpha val="60000"/>
                      </a:schemeClr>
                    </a:glow>
                  </a:effectLst>
                </a:endParaRPr>
              </a:p>
            </p:txBody>
          </p:sp>
        </p:grpSp>
        <p:grpSp>
          <p:nvGrpSpPr>
            <p:cNvPr id="157" name="그룹 156">
              <a:extLst>
                <a:ext uri="{FF2B5EF4-FFF2-40B4-BE49-F238E27FC236}">
                  <a16:creationId xmlns:a16="http://schemas.microsoft.com/office/drawing/2014/main" id="{C9870164-805C-6372-0E95-A85DC25112EF}"/>
                </a:ext>
              </a:extLst>
            </p:cNvPr>
            <p:cNvGrpSpPr/>
            <p:nvPr/>
          </p:nvGrpSpPr>
          <p:grpSpPr>
            <a:xfrm>
              <a:off x="7422579" y="3524328"/>
              <a:ext cx="1006884" cy="1661986"/>
              <a:chOff x="7422579" y="3524328"/>
              <a:chExt cx="1006884" cy="1661986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904CFB5D-87AE-C9B2-27E1-443A0829D911}"/>
                  </a:ext>
                </a:extLst>
              </p:cNvPr>
              <p:cNvSpPr/>
              <p:nvPr/>
            </p:nvSpPr>
            <p:spPr>
              <a:xfrm rot="21043907" flipH="1">
                <a:off x="7564603" y="3954270"/>
                <a:ext cx="519952" cy="63707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5B14567A-CD2F-F090-5895-4683553096AF}"/>
                  </a:ext>
                </a:extLst>
              </p:cNvPr>
              <p:cNvGrpSpPr/>
              <p:nvPr/>
            </p:nvGrpSpPr>
            <p:grpSpPr>
              <a:xfrm>
                <a:off x="7422579" y="3524328"/>
                <a:ext cx="914400" cy="914400"/>
                <a:chOff x="9822468" y="717680"/>
                <a:chExt cx="914400" cy="914400"/>
              </a:xfrm>
            </p:grpSpPr>
            <p:sp>
              <p:nvSpPr>
                <p:cNvPr id="139" name="자유형: 도형 138">
                  <a:extLst>
                    <a:ext uri="{FF2B5EF4-FFF2-40B4-BE49-F238E27FC236}">
                      <a16:creationId xmlns:a16="http://schemas.microsoft.com/office/drawing/2014/main" id="{7A271FCD-ACDB-5302-65CE-54C9A251E145}"/>
                    </a:ext>
                  </a:extLst>
                </p:cNvPr>
                <p:cNvSpPr/>
                <p:nvPr/>
              </p:nvSpPr>
              <p:spPr>
                <a:xfrm rot="10800000">
                  <a:off x="10131748" y="817659"/>
                  <a:ext cx="297492" cy="813194"/>
                </a:xfrm>
                <a:custGeom>
                  <a:avLst/>
                  <a:gdLst>
                    <a:gd name="connsiteX0" fmla="*/ 297492 w 297492"/>
                    <a:gd name="connsiteY0" fmla="*/ 813194 h 813194"/>
                    <a:gd name="connsiteX1" fmla="*/ 0 w 297492"/>
                    <a:gd name="connsiteY1" fmla="*/ 813194 h 813194"/>
                    <a:gd name="connsiteX2" fmla="*/ 0 w 297492"/>
                    <a:gd name="connsiteY2" fmla="*/ 667106 h 813194"/>
                    <a:gd name="connsiteX3" fmla="*/ 83186 w 297492"/>
                    <a:gd name="connsiteY3" fmla="*/ 583920 h 813194"/>
                    <a:gd name="connsiteX4" fmla="*/ 83186 w 297492"/>
                    <a:gd name="connsiteY4" fmla="*/ 0 h 813194"/>
                    <a:gd name="connsiteX5" fmla="*/ 224571 w 297492"/>
                    <a:gd name="connsiteY5" fmla="*/ 0 h 813194"/>
                    <a:gd name="connsiteX6" fmla="*/ 224571 w 297492"/>
                    <a:gd name="connsiteY6" fmla="*/ 594185 h 813194"/>
                    <a:gd name="connsiteX7" fmla="*/ 297492 w 297492"/>
                    <a:gd name="connsiteY7" fmla="*/ 667106 h 8131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97492" h="813194">
                      <a:moveTo>
                        <a:pt x="297492" y="813194"/>
                      </a:moveTo>
                      <a:lnTo>
                        <a:pt x="0" y="813194"/>
                      </a:lnTo>
                      <a:lnTo>
                        <a:pt x="0" y="667106"/>
                      </a:lnTo>
                      <a:lnTo>
                        <a:pt x="83186" y="583920"/>
                      </a:lnTo>
                      <a:lnTo>
                        <a:pt x="83186" y="0"/>
                      </a:lnTo>
                      <a:lnTo>
                        <a:pt x="224571" y="0"/>
                      </a:lnTo>
                      <a:lnTo>
                        <a:pt x="224571" y="594185"/>
                      </a:lnTo>
                      <a:lnTo>
                        <a:pt x="297492" y="667106"/>
                      </a:lnTo>
                      <a:close/>
                    </a:path>
                  </a:pathLst>
                </a:custGeom>
                <a:solidFill>
                  <a:srgbClr val="C04F1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  <p:pic>
              <p:nvPicPr>
                <p:cNvPr id="132" name="그래픽 131" descr="회중전등 윤곽선">
                  <a:extLst>
                    <a:ext uri="{FF2B5EF4-FFF2-40B4-BE49-F238E27FC236}">
                      <a16:creationId xmlns:a16="http://schemas.microsoft.com/office/drawing/2014/main" id="{14D60B6D-0EEA-5CEA-47A9-FF5A2312DF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 rot="18900000">
                  <a:off x="9822468" y="717680"/>
                  <a:ext cx="914400" cy="914400"/>
                </a:xfrm>
                <a:prstGeom prst="rect">
                  <a:avLst/>
                </a:prstGeom>
              </p:spPr>
            </p:pic>
          </p:grp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1A6EA481-5443-3309-3DCB-4D202BD99EE7}"/>
                  </a:ext>
                </a:extLst>
              </p:cNvPr>
              <p:cNvGrpSpPr/>
              <p:nvPr/>
            </p:nvGrpSpPr>
            <p:grpSpPr>
              <a:xfrm>
                <a:off x="7536387" y="3930512"/>
                <a:ext cx="581320" cy="595454"/>
                <a:chOff x="6968341" y="3612013"/>
                <a:chExt cx="755935" cy="774314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53B6A23F-9EC3-18D0-8AB5-2F72558E4EEA}"/>
                    </a:ext>
                  </a:extLst>
                </p:cNvPr>
                <p:cNvSpPr/>
                <p:nvPr/>
              </p:nvSpPr>
              <p:spPr>
                <a:xfrm flipH="1">
                  <a:off x="6968341" y="3612013"/>
                  <a:ext cx="505001" cy="77431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30" name="사각형: 둥근 모서리 129">
                  <a:extLst>
                    <a:ext uri="{FF2B5EF4-FFF2-40B4-BE49-F238E27FC236}">
                      <a16:creationId xmlns:a16="http://schemas.microsoft.com/office/drawing/2014/main" id="{F231E5D3-DB62-31C7-4BC4-DDA35F600905}"/>
                    </a:ext>
                  </a:extLst>
                </p:cNvPr>
                <p:cNvSpPr/>
                <p:nvPr/>
              </p:nvSpPr>
              <p:spPr>
                <a:xfrm rot="17911201" flipH="1">
                  <a:off x="7409375" y="3684717"/>
                  <a:ext cx="225974" cy="40382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56" name="자유형: 도형 155">
                <a:extLst>
                  <a:ext uri="{FF2B5EF4-FFF2-40B4-BE49-F238E27FC236}">
                    <a16:creationId xmlns:a16="http://schemas.microsoft.com/office/drawing/2014/main" id="{0FEBEC50-96F4-6D96-CD90-6C89972E3226}"/>
                  </a:ext>
                </a:extLst>
              </p:cNvPr>
              <p:cNvSpPr/>
              <p:nvPr/>
            </p:nvSpPr>
            <p:spPr>
              <a:xfrm rot="20364504" flipH="1">
                <a:off x="7762760" y="4458293"/>
                <a:ext cx="666703" cy="728021"/>
              </a:xfrm>
              <a:custGeom>
                <a:avLst/>
                <a:gdLst>
                  <a:gd name="connsiteX0" fmla="*/ 141748 w 666703"/>
                  <a:gd name="connsiteY0" fmla="*/ 13262 h 728021"/>
                  <a:gd name="connsiteX1" fmla="*/ 38675 w 666703"/>
                  <a:gd name="connsiteY1" fmla="*/ 168763 h 728021"/>
                  <a:gd name="connsiteX2" fmla="*/ 38675 w 666703"/>
                  <a:gd name="connsiteY2" fmla="*/ 324841 h 728021"/>
                  <a:gd name="connsiteX3" fmla="*/ 40517 w 666703"/>
                  <a:gd name="connsiteY3" fmla="*/ 333966 h 728021"/>
                  <a:gd name="connsiteX4" fmla="*/ 35508 w 666703"/>
                  <a:gd name="connsiteY4" fmla="*/ 531304 h 728021"/>
                  <a:gd name="connsiteX5" fmla="*/ 38677 w 666703"/>
                  <a:gd name="connsiteY5" fmla="*/ 531384 h 728021"/>
                  <a:gd name="connsiteX6" fmla="*/ 0 w 666703"/>
                  <a:gd name="connsiteY6" fmla="*/ 728021 h 728021"/>
                  <a:gd name="connsiteX7" fmla="*/ 171097 w 666703"/>
                  <a:gd name="connsiteY7" fmla="*/ 663738 h 728021"/>
                  <a:gd name="connsiteX8" fmla="*/ 168959 w 666703"/>
                  <a:gd name="connsiteY8" fmla="*/ 660730 h 728021"/>
                  <a:gd name="connsiteX9" fmla="*/ 639374 w 666703"/>
                  <a:gd name="connsiteY9" fmla="*/ 483992 h 728021"/>
                  <a:gd name="connsiteX10" fmla="*/ 613925 w 666703"/>
                  <a:gd name="connsiteY10" fmla="*/ 471979 h 728021"/>
                  <a:gd name="connsiteX11" fmla="*/ 664951 w 666703"/>
                  <a:gd name="connsiteY11" fmla="*/ 471946 h 728021"/>
                  <a:gd name="connsiteX12" fmla="*/ 664862 w 666703"/>
                  <a:gd name="connsiteY12" fmla="*/ 333961 h 728021"/>
                  <a:gd name="connsiteX13" fmla="*/ 666703 w 666703"/>
                  <a:gd name="connsiteY13" fmla="*/ 324841 h 728021"/>
                  <a:gd name="connsiteX14" fmla="*/ 666703 w 666703"/>
                  <a:gd name="connsiteY14" fmla="*/ 168763 h 728021"/>
                  <a:gd name="connsiteX15" fmla="*/ 664748 w 666703"/>
                  <a:gd name="connsiteY15" fmla="*/ 159083 h 728021"/>
                  <a:gd name="connsiteX16" fmla="*/ 664740 w 666703"/>
                  <a:gd name="connsiteY16" fmla="*/ 145949 h 728021"/>
                  <a:gd name="connsiteX17" fmla="*/ 662487 w 666703"/>
                  <a:gd name="connsiteY17" fmla="*/ 147884 h 728021"/>
                  <a:gd name="connsiteX18" fmla="*/ 653441 w 666703"/>
                  <a:gd name="connsiteY18" fmla="*/ 103073 h 728021"/>
                  <a:gd name="connsiteX19" fmla="*/ 497940 w 666703"/>
                  <a:gd name="connsiteY19" fmla="*/ 0 h 728021"/>
                  <a:gd name="connsiteX20" fmla="*/ 207438 w 666703"/>
                  <a:gd name="connsiteY20" fmla="*/ 0 h 728021"/>
                  <a:gd name="connsiteX21" fmla="*/ 141748 w 666703"/>
                  <a:gd name="connsiteY21" fmla="*/ 13262 h 7280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66703" h="728021">
                    <a:moveTo>
                      <a:pt x="141748" y="13262"/>
                    </a:moveTo>
                    <a:cubicBezTo>
                      <a:pt x="81176" y="38882"/>
                      <a:pt x="38675" y="98859"/>
                      <a:pt x="38675" y="168763"/>
                    </a:cubicBezTo>
                    <a:lnTo>
                      <a:pt x="38675" y="324841"/>
                    </a:lnTo>
                    <a:lnTo>
                      <a:pt x="40517" y="333966"/>
                    </a:lnTo>
                    <a:lnTo>
                      <a:pt x="35508" y="531304"/>
                    </a:lnTo>
                    <a:lnTo>
                      <a:pt x="38677" y="531384"/>
                    </a:lnTo>
                    <a:lnTo>
                      <a:pt x="0" y="728021"/>
                    </a:lnTo>
                    <a:lnTo>
                      <a:pt x="171097" y="663738"/>
                    </a:lnTo>
                    <a:lnTo>
                      <a:pt x="168959" y="660730"/>
                    </a:lnTo>
                    <a:lnTo>
                      <a:pt x="639374" y="483992"/>
                    </a:lnTo>
                    <a:lnTo>
                      <a:pt x="613925" y="471979"/>
                    </a:lnTo>
                    <a:lnTo>
                      <a:pt x="664951" y="471946"/>
                    </a:lnTo>
                    <a:lnTo>
                      <a:pt x="664862" y="333961"/>
                    </a:lnTo>
                    <a:lnTo>
                      <a:pt x="666703" y="324841"/>
                    </a:lnTo>
                    <a:lnTo>
                      <a:pt x="666703" y="168763"/>
                    </a:lnTo>
                    <a:lnTo>
                      <a:pt x="664748" y="159083"/>
                    </a:lnTo>
                    <a:lnTo>
                      <a:pt x="664740" y="145949"/>
                    </a:lnTo>
                    <a:lnTo>
                      <a:pt x="662487" y="147884"/>
                    </a:lnTo>
                    <a:lnTo>
                      <a:pt x="653441" y="103073"/>
                    </a:lnTo>
                    <a:cubicBezTo>
                      <a:pt x="627821" y="42501"/>
                      <a:pt x="567844" y="0"/>
                      <a:pt x="497940" y="0"/>
                    </a:cubicBezTo>
                    <a:lnTo>
                      <a:pt x="207438" y="0"/>
                    </a:lnTo>
                    <a:cubicBezTo>
                      <a:pt x="184137" y="0"/>
                      <a:pt x="161939" y="4723"/>
                      <a:pt x="141748" y="13262"/>
                    </a:cubicBezTo>
                    <a:close/>
                  </a:path>
                </a:pathLst>
              </a:cu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1167E72-C383-D38F-D03B-DC2996BD7C59}"/>
              </a:ext>
            </a:extLst>
          </p:cNvPr>
          <p:cNvGrpSpPr/>
          <p:nvPr/>
        </p:nvGrpSpPr>
        <p:grpSpPr>
          <a:xfrm>
            <a:off x="673883" y="2503144"/>
            <a:ext cx="3179468" cy="923330"/>
            <a:chOff x="673883" y="2503144"/>
            <a:chExt cx="3179468" cy="923330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A7A21B19-4062-F011-18E9-B2668535C223}"/>
                </a:ext>
              </a:extLst>
            </p:cNvPr>
            <p:cNvSpPr/>
            <p:nvPr/>
          </p:nvSpPr>
          <p:spPr>
            <a:xfrm>
              <a:off x="3046647" y="2563498"/>
              <a:ext cx="806704" cy="80670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766909BE-30FA-C88D-102B-89935E80A19C}"/>
                </a:ext>
              </a:extLst>
            </p:cNvPr>
            <p:cNvCxnSpPr>
              <a:cxnSpLocks/>
              <a:stCxn id="17" idx="2"/>
              <a:endCxn id="21" idx="3"/>
            </p:cNvCxnSpPr>
            <p:nvPr/>
          </p:nvCxnSpPr>
          <p:spPr>
            <a:xfrm flipH="1" flipV="1">
              <a:off x="2451772" y="2964809"/>
              <a:ext cx="594875" cy="2041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B3C530-16BA-6F20-8100-36CABA4D0691}"/>
                </a:ext>
              </a:extLst>
            </p:cNvPr>
            <p:cNvSpPr txBox="1"/>
            <p:nvPr/>
          </p:nvSpPr>
          <p:spPr>
            <a:xfrm>
              <a:off x="673883" y="2503144"/>
              <a:ext cx="1777889" cy="92333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자원 인벤토리</a:t>
              </a:r>
              <a:endParaRPr lang="en-US" altLang="ko-KR" b="1" dirty="0"/>
            </a:p>
            <a:p>
              <a:r>
                <a:rPr lang="en-US" altLang="ko-KR" dirty="0"/>
                <a:t>: </a:t>
              </a:r>
              <a:r>
                <a:rPr lang="ko-KR" altLang="en-US" dirty="0"/>
                <a:t>획득한 자원이 보관된다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E60EF790-D1CA-484B-3A65-781075960B78}"/>
              </a:ext>
            </a:extLst>
          </p:cNvPr>
          <p:cNvGrpSpPr/>
          <p:nvPr/>
        </p:nvGrpSpPr>
        <p:grpSpPr>
          <a:xfrm>
            <a:off x="8301409" y="2241756"/>
            <a:ext cx="3507133" cy="2369436"/>
            <a:chOff x="8301409" y="2241756"/>
            <a:chExt cx="3507133" cy="2369436"/>
          </a:xfrm>
        </p:grpSpPr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37B43EF3-CFC1-677C-9B51-7A10A60F33DB}"/>
                </a:ext>
              </a:extLst>
            </p:cNvPr>
            <p:cNvSpPr/>
            <p:nvPr/>
          </p:nvSpPr>
          <p:spPr>
            <a:xfrm rot="16200000">
              <a:off x="7505198" y="3037967"/>
              <a:ext cx="2369436" cy="777014"/>
            </a:xfrm>
            <a:prstGeom prst="ellipse">
              <a:avLst/>
            </a:prstGeom>
            <a:noFill/>
            <a:ln w="28575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4DE6F499-F533-7902-A218-FB33C028A6F5}"/>
                </a:ext>
              </a:extLst>
            </p:cNvPr>
            <p:cNvCxnSpPr>
              <a:cxnSpLocks/>
              <a:stCxn id="29" idx="4"/>
              <a:endCxn id="33" idx="1"/>
            </p:cNvCxnSpPr>
            <p:nvPr/>
          </p:nvCxnSpPr>
          <p:spPr>
            <a:xfrm>
              <a:off x="9078423" y="3426474"/>
              <a:ext cx="511945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6F621AE-B369-4315-B9BD-11B07FC4237F}"/>
                </a:ext>
              </a:extLst>
            </p:cNvPr>
            <p:cNvSpPr txBox="1"/>
            <p:nvPr/>
          </p:nvSpPr>
          <p:spPr>
            <a:xfrm>
              <a:off x="9590368" y="2964809"/>
              <a:ext cx="2218174" cy="923330"/>
            </a:xfrm>
            <a:prstGeom prst="rect">
              <a:avLst/>
            </a:prstGeom>
            <a:noFill/>
            <a:ln w="28575">
              <a:solidFill>
                <a:srgbClr val="00B0F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도구 </a:t>
              </a:r>
              <a:r>
                <a:rPr lang="ko-KR" altLang="en-US" b="1" dirty="0" err="1"/>
                <a:t>퀵슬롯</a:t>
              </a:r>
              <a:endParaRPr lang="en-US" altLang="ko-KR" b="1" dirty="0"/>
            </a:p>
            <a:p>
              <a:r>
                <a:rPr lang="en-US" altLang="ko-KR" dirty="0"/>
                <a:t>: </a:t>
              </a:r>
              <a:r>
                <a:rPr lang="ko-KR" altLang="en-US" dirty="0"/>
                <a:t>최대 </a:t>
              </a:r>
              <a:r>
                <a:rPr lang="en-US" altLang="ko-KR" dirty="0"/>
                <a:t>4</a:t>
              </a:r>
              <a:r>
                <a:rPr lang="ko-KR" altLang="en-US" dirty="0"/>
                <a:t>개의 도구를 넣을 수 있다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9850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8263E-9B48-35B4-6D54-C7A703CB0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158F2B-ADEA-9353-4018-C373BAF01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F34CDC-6C8B-496B-FB1F-F8ADB134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14</a:t>
            </a:fld>
            <a:endParaRPr lang="ko-KR" altLang="en-US"/>
          </a:p>
        </p:txBody>
      </p: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9E067A9A-3681-37AC-361B-E47AA057FB9D}"/>
              </a:ext>
            </a:extLst>
          </p:cNvPr>
          <p:cNvGrpSpPr/>
          <p:nvPr/>
        </p:nvGrpSpPr>
        <p:grpSpPr>
          <a:xfrm>
            <a:off x="3215999" y="1809000"/>
            <a:ext cx="5760001" cy="3377314"/>
            <a:chOff x="3215999" y="1809000"/>
            <a:chExt cx="5760001" cy="3377314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56E8C7EC-0F03-4147-1C82-FF67A6C31933}"/>
                </a:ext>
              </a:extLst>
            </p:cNvPr>
            <p:cNvGrpSpPr/>
            <p:nvPr/>
          </p:nvGrpSpPr>
          <p:grpSpPr>
            <a:xfrm>
              <a:off x="3215999" y="1809000"/>
              <a:ext cx="5760001" cy="3377314"/>
              <a:chOff x="3215999" y="1809000"/>
              <a:chExt cx="5760001" cy="3377314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54889D5-EA6B-E82B-53CF-D367B41DA083}"/>
                  </a:ext>
                </a:extLst>
              </p:cNvPr>
              <p:cNvSpPr/>
              <p:nvPr/>
            </p:nvSpPr>
            <p:spPr>
              <a:xfrm>
                <a:off x="3216000" y="1809000"/>
                <a:ext cx="5760000" cy="3240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shade val="30000"/>
                      <a:satMod val="115000"/>
                    </a:schemeClr>
                  </a:gs>
                  <a:gs pos="50000">
                    <a:schemeClr val="bg1">
                      <a:lumMod val="75000"/>
                      <a:shade val="67500"/>
                      <a:satMod val="115000"/>
                    </a:schemeClr>
                  </a:gs>
                  <a:gs pos="100000">
                    <a:schemeClr val="bg1">
                      <a:lumMod val="75000"/>
                      <a:shade val="100000"/>
                      <a:satMod val="1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5AE8263-0BB9-DBBB-8722-727D3AF95DB8}"/>
                  </a:ext>
                </a:extLst>
              </p:cNvPr>
              <p:cNvSpPr/>
              <p:nvPr/>
            </p:nvSpPr>
            <p:spPr>
              <a:xfrm>
                <a:off x="4699819" y="1809000"/>
                <a:ext cx="2792362" cy="1848600"/>
              </a:xfrm>
              <a:prstGeom prst="rect">
                <a:avLst/>
              </a:prstGeom>
              <a:solidFill>
                <a:srgbClr val="7B7B7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사다리꼴 25">
                <a:extLst>
                  <a:ext uri="{FF2B5EF4-FFF2-40B4-BE49-F238E27FC236}">
                    <a16:creationId xmlns:a16="http://schemas.microsoft.com/office/drawing/2014/main" id="{97B2B640-6B6A-23FA-70C1-5ED3791ED578}"/>
                  </a:ext>
                </a:extLst>
              </p:cNvPr>
              <p:cNvSpPr/>
              <p:nvPr/>
            </p:nvSpPr>
            <p:spPr>
              <a:xfrm>
                <a:off x="3216000" y="3657600"/>
                <a:ext cx="5760000" cy="1391400"/>
              </a:xfrm>
              <a:prstGeom prst="trapezoid">
                <a:avLst>
                  <a:gd name="adj" fmla="val 105557"/>
                </a:avLst>
              </a:prstGeom>
              <a:gradFill flip="none" rotWithShape="1">
                <a:gsLst>
                  <a:gs pos="0">
                    <a:schemeClr val="bg1">
                      <a:lumMod val="50000"/>
                      <a:shade val="30000"/>
                      <a:satMod val="115000"/>
                    </a:schemeClr>
                  </a:gs>
                  <a:gs pos="50000">
                    <a:schemeClr val="bg1">
                      <a:lumMod val="50000"/>
                      <a:shade val="67500"/>
                      <a:satMod val="115000"/>
                    </a:schemeClr>
                  </a:gs>
                  <a:gs pos="100000">
                    <a:schemeClr val="bg1">
                      <a:lumMod val="50000"/>
                      <a:shade val="100000"/>
                      <a:satMod val="115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27" name="그림 26" descr="텍스트, 실내, 벽, 컴퓨터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D23D673-BD6C-91FC-0667-3F0AB92C89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648" t="11352" r="76082" b="62702"/>
              <a:stretch>
                <a:fillRect/>
              </a:stretch>
            </p:blipFill>
            <p:spPr>
              <a:xfrm>
                <a:off x="3363596" y="1919975"/>
                <a:ext cx="784807" cy="702321"/>
              </a:xfrm>
              <a:prstGeom prst="rect">
                <a:avLst/>
              </a:prstGeom>
            </p:spPr>
          </p:pic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98F31973-643C-B0E4-880A-CC159FCF173B}"/>
                  </a:ext>
                </a:extLst>
              </p:cNvPr>
              <p:cNvSpPr/>
              <p:nvPr/>
            </p:nvSpPr>
            <p:spPr>
              <a:xfrm>
                <a:off x="3216000" y="1809000"/>
                <a:ext cx="5760000" cy="3240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51D794DF-39C6-D21D-6ABF-1847880992DB}"/>
                  </a:ext>
                </a:extLst>
              </p:cNvPr>
              <p:cNvSpPr/>
              <p:nvPr/>
            </p:nvSpPr>
            <p:spPr>
              <a:xfrm>
                <a:off x="3215999" y="2733300"/>
                <a:ext cx="468000" cy="467100"/>
              </a:xfrm>
              <a:prstGeom prst="rect">
                <a:avLst/>
              </a:prstGeom>
              <a:solidFill>
                <a:srgbClr val="CCB29C">
                  <a:alpha val="49804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883E82F8-C049-01FA-9F8C-CEE42BDF7269}"/>
                  </a:ext>
                </a:extLst>
              </p:cNvPr>
              <p:cNvSpPr/>
              <p:nvPr/>
            </p:nvSpPr>
            <p:spPr>
              <a:xfrm rot="1474258">
                <a:off x="3325310" y="2799112"/>
                <a:ext cx="252060" cy="345078"/>
              </a:xfrm>
              <a:custGeom>
                <a:avLst/>
                <a:gdLst>
                  <a:gd name="connsiteX0" fmla="*/ 79751 w 252060"/>
                  <a:gd name="connsiteY0" fmla="*/ 0 h 345078"/>
                  <a:gd name="connsiteX1" fmla="*/ 122383 w 252060"/>
                  <a:gd name="connsiteY1" fmla="*/ 85264 h 345078"/>
                  <a:gd name="connsiteX2" fmla="*/ 167807 w 252060"/>
                  <a:gd name="connsiteY2" fmla="*/ 16385 h 345078"/>
                  <a:gd name="connsiteX3" fmla="*/ 178389 w 252060"/>
                  <a:gd name="connsiteY3" fmla="*/ 94567 h 345078"/>
                  <a:gd name="connsiteX4" fmla="*/ 250311 w 252060"/>
                  <a:gd name="connsiteY4" fmla="*/ 38901 h 345078"/>
                  <a:gd name="connsiteX5" fmla="*/ 208979 w 252060"/>
                  <a:gd name="connsiteY5" fmla="*/ 124797 h 345078"/>
                  <a:gd name="connsiteX6" fmla="*/ 211221 w 252060"/>
                  <a:gd name="connsiteY6" fmla="*/ 126168 h 345078"/>
                  <a:gd name="connsiteX7" fmla="*/ 240620 w 252060"/>
                  <a:gd name="connsiteY7" fmla="*/ 166654 h 345078"/>
                  <a:gd name="connsiteX8" fmla="*/ 178423 w 252060"/>
                  <a:gd name="connsiteY8" fmla="*/ 333638 h 345078"/>
                  <a:gd name="connsiteX9" fmla="*/ 11440 w 252060"/>
                  <a:gd name="connsiteY9" fmla="*/ 271441 h 345078"/>
                  <a:gd name="connsiteX10" fmla="*/ 73637 w 252060"/>
                  <a:gd name="connsiteY10" fmla="*/ 104457 h 345078"/>
                  <a:gd name="connsiteX11" fmla="*/ 79751 w 252060"/>
                  <a:gd name="connsiteY11" fmla="*/ 103028 h 345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52060" h="345078">
                    <a:moveTo>
                      <a:pt x="79751" y="0"/>
                    </a:moveTo>
                    <a:lnTo>
                      <a:pt x="122383" y="85264"/>
                    </a:lnTo>
                    <a:lnTo>
                      <a:pt x="167807" y="16385"/>
                    </a:lnTo>
                    <a:lnTo>
                      <a:pt x="178389" y="94567"/>
                    </a:lnTo>
                    <a:lnTo>
                      <a:pt x="250311" y="38901"/>
                    </a:lnTo>
                    <a:lnTo>
                      <a:pt x="208979" y="124797"/>
                    </a:lnTo>
                    <a:lnTo>
                      <a:pt x="211221" y="126168"/>
                    </a:lnTo>
                    <a:cubicBezTo>
                      <a:pt x="223288" y="137226"/>
                      <a:pt x="233386" y="150833"/>
                      <a:pt x="240620" y="166654"/>
                    </a:cubicBezTo>
                    <a:cubicBezTo>
                      <a:pt x="269556" y="229941"/>
                      <a:pt x="241710" y="304702"/>
                      <a:pt x="178423" y="333638"/>
                    </a:cubicBezTo>
                    <a:cubicBezTo>
                      <a:pt x="115137" y="362574"/>
                      <a:pt x="40376" y="334728"/>
                      <a:pt x="11440" y="271441"/>
                    </a:cubicBezTo>
                    <a:cubicBezTo>
                      <a:pt x="-17496" y="208154"/>
                      <a:pt x="10350" y="133393"/>
                      <a:pt x="73637" y="104457"/>
                    </a:cubicBezTo>
                    <a:lnTo>
                      <a:pt x="79751" y="103028"/>
                    </a:lnTo>
                    <a:close/>
                  </a:path>
                </a:pathLst>
              </a:custGeom>
              <a:solidFill>
                <a:srgbClr val="B69172"/>
              </a:solidFill>
              <a:ln>
                <a:solidFill>
                  <a:srgbClr val="563F2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699027E5-B70A-A070-D6FB-442123AA374A}"/>
                  </a:ext>
                </a:extLst>
              </p:cNvPr>
              <p:cNvGrpSpPr/>
              <p:nvPr/>
            </p:nvGrpSpPr>
            <p:grpSpPr>
              <a:xfrm>
                <a:off x="8487096" y="2477940"/>
                <a:ext cx="405643" cy="1902120"/>
                <a:chOff x="8487099" y="2346123"/>
                <a:chExt cx="405643" cy="1902120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7C223BA3-7180-B06E-BA51-D8B066C64BA2}"/>
                    </a:ext>
                  </a:extLst>
                </p:cNvPr>
                <p:cNvSpPr/>
                <p:nvPr/>
              </p:nvSpPr>
              <p:spPr>
                <a:xfrm rot="5400000">
                  <a:off x="8487389" y="2345833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  <a:ln w="38100"/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7EA7349B-600D-68D6-4C9F-FFB4A928F707}"/>
                    </a:ext>
                  </a:extLst>
                </p:cNvPr>
                <p:cNvSpPr/>
                <p:nvPr/>
              </p:nvSpPr>
              <p:spPr>
                <a:xfrm rot="5400000">
                  <a:off x="8487390" y="2844853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754A7858-1989-4A49-1A71-E5915F4B7B5F}"/>
                    </a:ext>
                  </a:extLst>
                </p:cNvPr>
                <p:cNvSpPr/>
                <p:nvPr/>
              </p:nvSpPr>
              <p:spPr>
                <a:xfrm rot="5400000">
                  <a:off x="8487390" y="3343873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78" name="직사각형 77">
                  <a:extLst>
                    <a:ext uri="{FF2B5EF4-FFF2-40B4-BE49-F238E27FC236}">
                      <a16:creationId xmlns:a16="http://schemas.microsoft.com/office/drawing/2014/main" id="{568C04B3-C715-7992-914D-8A6FFC42EE10}"/>
                    </a:ext>
                  </a:extLst>
                </p:cNvPr>
                <p:cNvSpPr/>
                <p:nvPr/>
              </p:nvSpPr>
              <p:spPr>
                <a:xfrm rot="5400000">
                  <a:off x="8487390" y="3842892"/>
                  <a:ext cx="405061" cy="405642"/>
                </a:xfrm>
                <a:prstGeom prst="rect">
                  <a:avLst/>
                </a:prstGeom>
                <a:solidFill>
                  <a:srgbClr val="D1D1D1">
                    <a:alpha val="50196"/>
                  </a:srgb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원통형 78">
                  <a:extLst>
                    <a:ext uri="{FF2B5EF4-FFF2-40B4-BE49-F238E27FC236}">
                      <a16:creationId xmlns:a16="http://schemas.microsoft.com/office/drawing/2014/main" id="{917DB957-CBB4-6D42-B5BB-70BEC5EF0CD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18887530" flipH="1">
                  <a:off x="8625313" y="2404654"/>
                  <a:ext cx="129213" cy="288000"/>
                </a:xfrm>
                <a:prstGeom prst="can">
                  <a:avLst/>
                </a:prstGeom>
                <a:solidFill>
                  <a:schemeClr val="accent2">
                    <a:lumMod val="75000"/>
                  </a:schemeClr>
                </a:solidFill>
                <a:ln w="127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8D93885E-3FA4-8AA9-6676-72EF27A1C4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83999" y="2321560"/>
                <a:ext cx="745761" cy="411740"/>
              </a:xfrm>
              <a:prstGeom prst="line">
                <a:avLst/>
              </a:prstGeom>
              <a:ln>
                <a:solidFill>
                  <a:srgbClr val="000000">
                    <a:alpha val="50196"/>
                  </a:srgb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5FD47A36-0A7D-93B5-3007-5046CD5E39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9618" y="3200400"/>
                <a:ext cx="616536" cy="1201541"/>
              </a:xfrm>
              <a:prstGeom prst="line">
                <a:avLst/>
              </a:prstGeom>
              <a:ln>
                <a:solidFill>
                  <a:srgbClr val="000000">
                    <a:alpha val="50196"/>
                  </a:srgb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원호 35">
                <a:extLst>
                  <a:ext uri="{FF2B5EF4-FFF2-40B4-BE49-F238E27FC236}">
                    <a16:creationId xmlns:a16="http://schemas.microsoft.com/office/drawing/2014/main" id="{A6B0C7E6-4BA5-2DE7-9B8D-0C38BB7ABB0E}"/>
                  </a:ext>
                </a:extLst>
              </p:cNvPr>
              <p:cNvSpPr/>
              <p:nvPr/>
            </p:nvSpPr>
            <p:spPr>
              <a:xfrm rot="10257279">
                <a:off x="3434759" y="2772512"/>
                <a:ext cx="196494" cy="196494"/>
              </a:xfrm>
              <a:prstGeom prst="arc">
                <a:avLst/>
              </a:prstGeom>
              <a:ln>
                <a:solidFill>
                  <a:srgbClr val="563F2C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E7E8FD5E-8625-CA81-C0B0-1E03BCC81408}"/>
                  </a:ext>
                </a:extLst>
              </p:cNvPr>
              <p:cNvGrpSpPr/>
              <p:nvPr/>
            </p:nvGrpSpPr>
            <p:grpSpPr>
              <a:xfrm>
                <a:off x="7422579" y="3524328"/>
                <a:ext cx="1006884" cy="1661986"/>
                <a:chOff x="7422579" y="3524328"/>
                <a:chExt cx="1006884" cy="1661986"/>
              </a:xfrm>
            </p:grpSpPr>
            <p:sp>
              <p:nvSpPr>
                <p:cNvPr id="15" name="사각형: 둥근 모서리 14">
                  <a:extLst>
                    <a:ext uri="{FF2B5EF4-FFF2-40B4-BE49-F238E27FC236}">
                      <a16:creationId xmlns:a16="http://schemas.microsoft.com/office/drawing/2014/main" id="{C2256BF1-4323-0462-E6ED-232FB9BD304C}"/>
                    </a:ext>
                  </a:extLst>
                </p:cNvPr>
                <p:cNvSpPr/>
                <p:nvPr/>
              </p:nvSpPr>
              <p:spPr>
                <a:xfrm rot="21043907" flipH="1">
                  <a:off x="7564603" y="3954270"/>
                  <a:ext cx="519952" cy="63707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6" name="그룹 15">
                  <a:extLst>
                    <a:ext uri="{FF2B5EF4-FFF2-40B4-BE49-F238E27FC236}">
                      <a16:creationId xmlns:a16="http://schemas.microsoft.com/office/drawing/2014/main" id="{B38817CE-A394-A042-658F-27A2C4886B96}"/>
                    </a:ext>
                  </a:extLst>
                </p:cNvPr>
                <p:cNvGrpSpPr/>
                <p:nvPr/>
              </p:nvGrpSpPr>
              <p:grpSpPr>
                <a:xfrm>
                  <a:off x="7422579" y="3524328"/>
                  <a:ext cx="914400" cy="914400"/>
                  <a:chOff x="9822468" y="717680"/>
                  <a:chExt cx="914400" cy="914400"/>
                </a:xfrm>
              </p:grpSpPr>
              <p:sp>
                <p:nvSpPr>
                  <p:cNvPr id="21" name="자유형: 도형 20">
                    <a:extLst>
                      <a:ext uri="{FF2B5EF4-FFF2-40B4-BE49-F238E27FC236}">
                        <a16:creationId xmlns:a16="http://schemas.microsoft.com/office/drawing/2014/main" id="{87D2FB91-C8C4-7036-2B5F-BB2F9E7C705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10131748" y="817659"/>
                    <a:ext cx="297492" cy="813194"/>
                  </a:xfrm>
                  <a:custGeom>
                    <a:avLst/>
                    <a:gdLst>
                      <a:gd name="connsiteX0" fmla="*/ 297492 w 297492"/>
                      <a:gd name="connsiteY0" fmla="*/ 813194 h 813194"/>
                      <a:gd name="connsiteX1" fmla="*/ 0 w 297492"/>
                      <a:gd name="connsiteY1" fmla="*/ 813194 h 813194"/>
                      <a:gd name="connsiteX2" fmla="*/ 0 w 297492"/>
                      <a:gd name="connsiteY2" fmla="*/ 667106 h 813194"/>
                      <a:gd name="connsiteX3" fmla="*/ 83186 w 297492"/>
                      <a:gd name="connsiteY3" fmla="*/ 583920 h 813194"/>
                      <a:gd name="connsiteX4" fmla="*/ 83186 w 297492"/>
                      <a:gd name="connsiteY4" fmla="*/ 0 h 813194"/>
                      <a:gd name="connsiteX5" fmla="*/ 224571 w 297492"/>
                      <a:gd name="connsiteY5" fmla="*/ 0 h 813194"/>
                      <a:gd name="connsiteX6" fmla="*/ 224571 w 297492"/>
                      <a:gd name="connsiteY6" fmla="*/ 594185 h 813194"/>
                      <a:gd name="connsiteX7" fmla="*/ 297492 w 297492"/>
                      <a:gd name="connsiteY7" fmla="*/ 667106 h 8131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97492" h="813194">
                        <a:moveTo>
                          <a:pt x="297492" y="813194"/>
                        </a:moveTo>
                        <a:lnTo>
                          <a:pt x="0" y="813194"/>
                        </a:lnTo>
                        <a:lnTo>
                          <a:pt x="0" y="667106"/>
                        </a:lnTo>
                        <a:lnTo>
                          <a:pt x="83186" y="583920"/>
                        </a:lnTo>
                        <a:lnTo>
                          <a:pt x="83186" y="0"/>
                        </a:lnTo>
                        <a:lnTo>
                          <a:pt x="224571" y="0"/>
                        </a:lnTo>
                        <a:lnTo>
                          <a:pt x="224571" y="594185"/>
                        </a:lnTo>
                        <a:lnTo>
                          <a:pt x="297492" y="667106"/>
                        </a:lnTo>
                        <a:close/>
                      </a:path>
                    </a:pathLst>
                  </a:custGeom>
                  <a:solidFill>
                    <a:srgbClr val="C04F1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ko-KR" altLang="en-US"/>
                  </a:p>
                </p:txBody>
              </p:sp>
              <p:pic>
                <p:nvPicPr>
                  <p:cNvPr id="22" name="그래픽 21" descr="회중전등 윤곽선">
                    <a:extLst>
                      <a:ext uri="{FF2B5EF4-FFF2-40B4-BE49-F238E27FC236}">
                        <a16:creationId xmlns:a16="http://schemas.microsoft.com/office/drawing/2014/main" id="{311547D0-EA1C-EE38-90FF-754E7273B6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 rot="18900000">
                    <a:off x="9822468" y="717680"/>
                    <a:ext cx="914400" cy="91440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" name="그룹 16">
                  <a:extLst>
                    <a:ext uri="{FF2B5EF4-FFF2-40B4-BE49-F238E27FC236}">
                      <a16:creationId xmlns:a16="http://schemas.microsoft.com/office/drawing/2014/main" id="{1759C070-E277-3137-5D38-7986E16C3D1B}"/>
                    </a:ext>
                  </a:extLst>
                </p:cNvPr>
                <p:cNvGrpSpPr/>
                <p:nvPr/>
              </p:nvGrpSpPr>
              <p:grpSpPr>
                <a:xfrm>
                  <a:off x="7536387" y="3930512"/>
                  <a:ext cx="581320" cy="595454"/>
                  <a:chOff x="6968341" y="3612013"/>
                  <a:chExt cx="755935" cy="774314"/>
                </a:xfrm>
              </p:grpSpPr>
              <p:sp>
                <p:nvSpPr>
                  <p:cNvPr id="19" name="사각형: 둥근 모서리 18">
                    <a:extLst>
                      <a:ext uri="{FF2B5EF4-FFF2-40B4-BE49-F238E27FC236}">
                        <a16:creationId xmlns:a16="http://schemas.microsoft.com/office/drawing/2014/main" id="{FC341447-42E1-A364-AA91-492B9FAF3988}"/>
                      </a:ext>
                    </a:extLst>
                  </p:cNvPr>
                  <p:cNvSpPr/>
                  <p:nvPr/>
                </p:nvSpPr>
                <p:spPr>
                  <a:xfrm flipH="1">
                    <a:off x="6968341" y="3612013"/>
                    <a:ext cx="505001" cy="77431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20" name="사각형: 둥근 모서리 19">
                    <a:extLst>
                      <a:ext uri="{FF2B5EF4-FFF2-40B4-BE49-F238E27FC236}">
                        <a16:creationId xmlns:a16="http://schemas.microsoft.com/office/drawing/2014/main" id="{3841973F-1648-B7B2-342D-30ECAF5819FD}"/>
                      </a:ext>
                    </a:extLst>
                  </p:cNvPr>
                  <p:cNvSpPr/>
                  <p:nvPr/>
                </p:nvSpPr>
                <p:spPr>
                  <a:xfrm rot="17911201" flipH="1">
                    <a:off x="7409375" y="3684717"/>
                    <a:ext cx="225974" cy="40382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95000"/>
                    </a:schemeClr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sp>
              <p:nvSpPr>
                <p:cNvPr id="18" name="자유형: 도형 17">
                  <a:extLst>
                    <a:ext uri="{FF2B5EF4-FFF2-40B4-BE49-F238E27FC236}">
                      <a16:creationId xmlns:a16="http://schemas.microsoft.com/office/drawing/2014/main" id="{ADD70963-ECCE-E77B-A3FA-2FB0AC612761}"/>
                    </a:ext>
                  </a:extLst>
                </p:cNvPr>
                <p:cNvSpPr/>
                <p:nvPr/>
              </p:nvSpPr>
              <p:spPr>
                <a:xfrm rot="20364504" flipH="1">
                  <a:off x="7762760" y="4458293"/>
                  <a:ext cx="666703" cy="728021"/>
                </a:xfrm>
                <a:custGeom>
                  <a:avLst/>
                  <a:gdLst>
                    <a:gd name="connsiteX0" fmla="*/ 141748 w 666703"/>
                    <a:gd name="connsiteY0" fmla="*/ 13262 h 728021"/>
                    <a:gd name="connsiteX1" fmla="*/ 38675 w 666703"/>
                    <a:gd name="connsiteY1" fmla="*/ 168763 h 728021"/>
                    <a:gd name="connsiteX2" fmla="*/ 38675 w 666703"/>
                    <a:gd name="connsiteY2" fmla="*/ 324841 h 728021"/>
                    <a:gd name="connsiteX3" fmla="*/ 40517 w 666703"/>
                    <a:gd name="connsiteY3" fmla="*/ 333966 h 728021"/>
                    <a:gd name="connsiteX4" fmla="*/ 35508 w 666703"/>
                    <a:gd name="connsiteY4" fmla="*/ 531304 h 728021"/>
                    <a:gd name="connsiteX5" fmla="*/ 38677 w 666703"/>
                    <a:gd name="connsiteY5" fmla="*/ 531384 h 728021"/>
                    <a:gd name="connsiteX6" fmla="*/ 0 w 666703"/>
                    <a:gd name="connsiteY6" fmla="*/ 728021 h 728021"/>
                    <a:gd name="connsiteX7" fmla="*/ 171097 w 666703"/>
                    <a:gd name="connsiteY7" fmla="*/ 663738 h 728021"/>
                    <a:gd name="connsiteX8" fmla="*/ 168959 w 666703"/>
                    <a:gd name="connsiteY8" fmla="*/ 660730 h 728021"/>
                    <a:gd name="connsiteX9" fmla="*/ 639374 w 666703"/>
                    <a:gd name="connsiteY9" fmla="*/ 483992 h 728021"/>
                    <a:gd name="connsiteX10" fmla="*/ 613925 w 666703"/>
                    <a:gd name="connsiteY10" fmla="*/ 471979 h 728021"/>
                    <a:gd name="connsiteX11" fmla="*/ 664951 w 666703"/>
                    <a:gd name="connsiteY11" fmla="*/ 471946 h 728021"/>
                    <a:gd name="connsiteX12" fmla="*/ 664862 w 666703"/>
                    <a:gd name="connsiteY12" fmla="*/ 333961 h 728021"/>
                    <a:gd name="connsiteX13" fmla="*/ 666703 w 666703"/>
                    <a:gd name="connsiteY13" fmla="*/ 324841 h 728021"/>
                    <a:gd name="connsiteX14" fmla="*/ 666703 w 666703"/>
                    <a:gd name="connsiteY14" fmla="*/ 168763 h 728021"/>
                    <a:gd name="connsiteX15" fmla="*/ 664748 w 666703"/>
                    <a:gd name="connsiteY15" fmla="*/ 159083 h 728021"/>
                    <a:gd name="connsiteX16" fmla="*/ 664740 w 666703"/>
                    <a:gd name="connsiteY16" fmla="*/ 145949 h 728021"/>
                    <a:gd name="connsiteX17" fmla="*/ 662487 w 666703"/>
                    <a:gd name="connsiteY17" fmla="*/ 147884 h 728021"/>
                    <a:gd name="connsiteX18" fmla="*/ 653441 w 666703"/>
                    <a:gd name="connsiteY18" fmla="*/ 103073 h 728021"/>
                    <a:gd name="connsiteX19" fmla="*/ 497940 w 666703"/>
                    <a:gd name="connsiteY19" fmla="*/ 0 h 728021"/>
                    <a:gd name="connsiteX20" fmla="*/ 207438 w 666703"/>
                    <a:gd name="connsiteY20" fmla="*/ 0 h 728021"/>
                    <a:gd name="connsiteX21" fmla="*/ 141748 w 666703"/>
                    <a:gd name="connsiteY21" fmla="*/ 13262 h 7280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666703" h="728021">
                      <a:moveTo>
                        <a:pt x="141748" y="13262"/>
                      </a:moveTo>
                      <a:cubicBezTo>
                        <a:pt x="81176" y="38882"/>
                        <a:pt x="38675" y="98859"/>
                        <a:pt x="38675" y="168763"/>
                      </a:cubicBezTo>
                      <a:lnTo>
                        <a:pt x="38675" y="324841"/>
                      </a:lnTo>
                      <a:lnTo>
                        <a:pt x="40517" y="333966"/>
                      </a:lnTo>
                      <a:lnTo>
                        <a:pt x="35508" y="531304"/>
                      </a:lnTo>
                      <a:lnTo>
                        <a:pt x="38677" y="531384"/>
                      </a:lnTo>
                      <a:lnTo>
                        <a:pt x="0" y="728021"/>
                      </a:lnTo>
                      <a:lnTo>
                        <a:pt x="171097" y="663738"/>
                      </a:lnTo>
                      <a:lnTo>
                        <a:pt x="168959" y="660730"/>
                      </a:lnTo>
                      <a:lnTo>
                        <a:pt x="639374" y="483992"/>
                      </a:lnTo>
                      <a:lnTo>
                        <a:pt x="613925" y="471979"/>
                      </a:lnTo>
                      <a:lnTo>
                        <a:pt x="664951" y="471946"/>
                      </a:lnTo>
                      <a:lnTo>
                        <a:pt x="664862" y="333961"/>
                      </a:lnTo>
                      <a:lnTo>
                        <a:pt x="666703" y="324841"/>
                      </a:lnTo>
                      <a:lnTo>
                        <a:pt x="666703" y="168763"/>
                      </a:lnTo>
                      <a:lnTo>
                        <a:pt x="664748" y="159083"/>
                      </a:lnTo>
                      <a:lnTo>
                        <a:pt x="664740" y="145949"/>
                      </a:lnTo>
                      <a:lnTo>
                        <a:pt x="662487" y="147884"/>
                      </a:lnTo>
                      <a:lnTo>
                        <a:pt x="653441" y="103073"/>
                      </a:lnTo>
                      <a:cubicBezTo>
                        <a:pt x="627821" y="42501"/>
                        <a:pt x="567844" y="0"/>
                        <a:pt x="497940" y="0"/>
                      </a:cubicBezTo>
                      <a:lnTo>
                        <a:pt x="207438" y="0"/>
                      </a:lnTo>
                      <a:cubicBezTo>
                        <a:pt x="184137" y="0"/>
                        <a:pt x="161939" y="4723"/>
                        <a:pt x="141748" y="13262"/>
                      </a:cubicBez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80" name="그룹 79">
                <a:extLst>
                  <a:ext uri="{FF2B5EF4-FFF2-40B4-BE49-F238E27FC236}">
                    <a16:creationId xmlns:a16="http://schemas.microsoft.com/office/drawing/2014/main" id="{D76D0301-9FC8-65DD-2CAD-4C9AA54156D5}"/>
                  </a:ext>
                </a:extLst>
              </p:cNvPr>
              <p:cNvGrpSpPr/>
              <p:nvPr/>
            </p:nvGrpSpPr>
            <p:grpSpPr>
              <a:xfrm>
                <a:off x="4277360" y="2286287"/>
                <a:ext cx="3637280" cy="2285430"/>
                <a:chOff x="4277360" y="2286287"/>
                <a:chExt cx="3637280" cy="2285430"/>
              </a:xfrm>
            </p:grpSpPr>
            <p:sp>
              <p:nvSpPr>
                <p:cNvPr id="31" name="사각형: 둥근 모서리 30">
                  <a:extLst>
                    <a:ext uri="{FF2B5EF4-FFF2-40B4-BE49-F238E27FC236}">
                      <a16:creationId xmlns:a16="http://schemas.microsoft.com/office/drawing/2014/main" id="{7C7DA72D-9D5B-3BE0-8CD0-F78D62E15DF3}"/>
                    </a:ext>
                  </a:extLst>
                </p:cNvPr>
                <p:cNvSpPr/>
                <p:nvPr/>
              </p:nvSpPr>
              <p:spPr>
                <a:xfrm>
                  <a:off x="4277360" y="2286287"/>
                  <a:ext cx="3637280" cy="2285426"/>
                </a:xfrm>
                <a:prstGeom prst="roundRect">
                  <a:avLst>
                    <a:gd name="adj" fmla="val 12133"/>
                  </a:avLst>
                </a:prstGeom>
                <a:solidFill>
                  <a:srgbClr val="B69172">
                    <a:alpha val="60000"/>
                  </a:srgbClr>
                </a:solidFill>
                <a:ln>
                  <a:solidFill>
                    <a:srgbClr val="000000">
                      <a:alpha val="50196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35" name="그룹 34">
                  <a:extLst>
                    <a:ext uri="{FF2B5EF4-FFF2-40B4-BE49-F238E27FC236}">
                      <a16:creationId xmlns:a16="http://schemas.microsoft.com/office/drawing/2014/main" id="{B369C9E8-CED2-4262-EBF9-58827ACB84C5}"/>
                    </a:ext>
                  </a:extLst>
                </p:cNvPr>
                <p:cNvGrpSpPr/>
                <p:nvPr/>
              </p:nvGrpSpPr>
              <p:grpSpPr>
                <a:xfrm>
                  <a:off x="4611168" y="2413120"/>
                  <a:ext cx="2969664" cy="2158597"/>
                  <a:chOff x="4611168" y="2495845"/>
                  <a:chExt cx="2969664" cy="2158597"/>
                </a:xfrm>
              </p:grpSpPr>
              <p:grpSp>
                <p:nvGrpSpPr>
                  <p:cNvPr id="64" name="그룹 63">
                    <a:extLst>
                      <a:ext uri="{FF2B5EF4-FFF2-40B4-BE49-F238E27FC236}">
                        <a16:creationId xmlns:a16="http://schemas.microsoft.com/office/drawing/2014/main" id="{298220E8-BD74-1651-42C8-DC864CFBFF0D}"/>
                      </a:ext>
                    </a:extLst>
                  </p:cNvPr>
                  <p:cNvGrpSpPr/>
                  <p:nvPr/>
                </p:nvGrpSpPr>
                <p:grpSpPr>
                  <a:xfrm>
                    <a:off x="4611168" y="2495845"/>
                    <a:ext cx="2969664" cy="806667"/>
                    <a:chOff x="4569597" y="2506005"/>
                    <a:chExt cx="2276729" cy="618441"/>
                  </a:xfrm>
                </p:grpSpPr>
                <p:sp>
                  <p:nvSpPr>
                    <p:cNvPr id="72" name="직사각형 71">
                      <a:extLst>
                        <a:ext uri="{FF2B5EF4-FFF2-40B4-BE49-F238E27FC236}">
                          <a16:creationId xmlns:a16="http://schemas.microsoft.com/office/drawing/2014/main" id="{CD191627-B463-232B-1871-177A2ECA34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69597" y="2506005"/>
                      <a:ext cx="617555" cy="618441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73" name="직사각형 72">
                      <a:extLst>
                        <a:ext uri="{FF2B5EF4-FFF2-40B4-BE49-F238E27FC236}">
                          <a16:creationId xmlns:a16="http://schemas.microsoft.com/office/drawing/2014/main" id="{7550EB37-E879-9853-9D04-090220B5CD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9184" y="2506005"/>
                      <a:ext cx="617555" cy="618441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74" name="직사각형 73">
                      <a:extLst>
                        <a:ext uri="{FF2B5EF4-FFF2-40B4-BE49-F238E27FC236}">
                          <a16:creationId xmlns:a16="http://schemas.microsoft.com/office/drawing/2014/main" id="{880467F4-DBE3-4CC3-FEA3-55E801A7BA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28771" y="2506005"/>
                      <a:ext cx="617555" cy="618441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</p:grpSp>
              <p:grpSp>
                <p:nvGrpSpPr>
                  <p:cNvPr id="65" name="그룹 64">
                    <a:extLst>
                      <a:ext uri="{FF2B5EF4-FFF2-40B4-BE49-F238E27FC236}">
                        <a16:creationId xmlns:a16="http://schemas.microsoft.com/office/drawing/2014/main" id="{750A294B-1CF1-626A-065E-70CF4B44978A}"/>
                      </a:ext>
                    </a:extLst>
                  </p:cNvPr>
                  <p:cNvGrpSpPr/>
                  <p:nvPr/>
                </p:nvGrpSpPr>
                <p:grpSpPr>
                  <a:xfrm>
                    <a:off x="4611168" y="3410945"/>
                    <a:ext cx="2969664" cy="1243497"/>
                    <a:chOff x="4569597" y="2409568"/>
                    <a:chExt cx="2276729" cy="953342"/>
                  </a:xfrm>
                </p:grpSpPr>
                <p:sp>
                  <p:nvSpPr>
                    <p:cNvPr id="66" name="직사각형 65">
                      <a:extLst>
                        <a:ext uri="{FF2B5EF4-FFF2-40B4-BE49-F238E27FC236}">
                          <a16:creationId xmlns:a16="http://schemas.microsoft.com/office/drawing/2014/main" id="{817B84AC-45C1-8A7F-C4F7-832EED7AEA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69597" y="2409569"/>
                      <a:ext cx="617555" cy="618441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67" name="직사각형 66">
                      <a:extLst>
                        <a:ext uri="{FF2B5EF4-FFF2-40B4-BE49-F238E27FC236}">
                          <a16:creationId xmlns:a16="http://schemas.microsoft.com/office/drawing/2014/main" id="{67241F57-4376-AB9E-EA31-8AC478AC8E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9184" y="2409568"/>
                      <a:ext cx="617555" cy="618441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68" name="직사각형 67">
                      <a:extLst>
                        <a:ext uri="{FF2B5EF4-FFF2-40B4-BE49-F238E27FC236}">
                          <a16:creationId xmlns:a16="http://schemas.microsoft.com/office/drawing/2014/main" id="{F849B22D-F015-E1D3-5A1E-FADAFA74E3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28771" y="2409569"/>
                      <a:ext cx="617555" cy="618441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69" name="직사각형 68">
                      <a:extLst>
                        <a:ext uri="{FF2B5EF4-FFF2-40B4-BE49-F238E27FC236}">
                          <a16:creationId xmlns:a16="http://schemas.microsoft.com/office/drawing/2014/main" id="{0082852F-27E1-7CFA-33D9-A382C1DAAE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69597" y="3128661"/>
                      <a:ext cx="617555" cy="234249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  <p:sp>
                  <p:nvSpPr>
                    <p:cNvPr id="70" name="직사각형 69">
                      <a:extLst>
                        <a:ext uri="{FF2B5EF4-FFF2-40B4-BE49-F238E27FC236}">
                          <a16:creationId xmlns:a16="http://schemas.microsoft.com/office/drawing/2014/main" id="{CC739C05-3078-81FE-F10B-A5515053D1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399184" y="3128660"/>
                      <a:ext cx="617555" cy="234249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/>
                    </a:p>
                  </p:txBody>
                </p:sp>
                <p:sp>
                  <p:nvSpPr>
                    <p:cNvPr id="71" name="직사각형 70">
                      <a:extLst>
                        <a:ext uri="{FF2B5EF4-FFF2-40B4-BE49-F238E27FC236}">
                          <a16:creationId xmlns:a16="http://schemas.microsoft.com/office/drawing/2014/main" id="{898B0D63-63EB-5511-D9D5-25A5638954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28771" y="3128661"/>
                      <a:ext cx="617555" cy="234249"/>
                    </a:xfrm>
                    <a:prstGeom prst="rect">
                      <a:avLst/>
                    </a:prstGeom>
                    <a:solidFill>
                      <a:srgbClr val="D1D1D1">
                        <a:alpha val="50196"/>
                      </a:srgbClr>
                    </a:solidFill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/>
                    </a:p>
                  </p:txBody>
                </p:sp>
              </p:grpSp>
            </p:grpSp>
            <p:grpSp>
              <p:nvGrpSpPr>
                <p:cNvPr id="37" name="그룹 36">
                  <a:extLst>
                    <a:ext uri="{FF2B5EF4-FFF2-40B4-BE49-F238E27FC236}">
                      <a16:creationId xmlns:a16="http://schemas.microsoft.com/office/drawing/2014/main" id="{C0962AA1-B66E-EB2F-8FD4-76E56C54C03A}"/>
                    </a:ext>
                  </a:extLst>
                </p:cNvPr>
                <p:cNvGrpSpPr/>
                <p:nvPr/>
              </p:nvGrpSpPr>
              <p:grpSpPr>
                <a:xfrm>
                  <a:off x="4647579" y="2424303"/>
                  <a:ext cx="733191" cy="733191"/>
                  <a:chOff x="929149" y="3982373"/>
                  <a:chExt cx="914400" cy="914400"/>
                </a:xfrm>
              </p:grpSpPr>
              <p:grpSp>
                <p:nvGrpSpPr>
                  <p:cNvPr id="40" name="그룹 39">
                    <a:extLst>
                      <a:ext uri="{FF2B5EF4-FFF2-40B4-BE49-F238E27FC236}">
                        <a16:creationId xmlns:a16="http://schemas.microsoft.com/office/drawing/2014/main" id="{F656DE12-A6E0-42EE-677E-484EFCE4D2EA}"/>
                      </a:ext>
                    </a:extLst>
                  </p:cNvPr>
                  <p:cNvGrpSpPr/>
                  <p:nvPr/>
                </p:nvGrpSpPr>
                <p:grpSpPr>
                  <a:xfrm>
                    <a:off x="1034320" y="4241760"/>
                    <a:ext cx="695520" cy="396720"/>
                    <a:chOff x="1034320" y="4241760"/>
                    <a:chExt cx="695520" cy="396720"/>
                  </a:xfrm>
                </p:grpSpPr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5">
                      <p14:nvContentPartPr>
                        <p14:cNvPr id="42" name="잉크 41">
                          <a:extLst>
                            <a:ext uri="{FF2B5EF4-FFF2-40B4-BE49-F238E27FC236}">
                              <a16:creationId xmlns:a16="http://schemas.microsoft.com/office/drawing/2014/main" id="{4C78BEE2-2D54-9754-2987-5AE28FB1B372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198480" y="4637760"/>
                        <a:ext cx="333360" cy="720"/>
                      </p14:xfrm>
                    </p:contentPart>
                  </mc:Choice>
                  <mc:Fallback xmlns="">
                    <p:pic>
                      <p:nvPicPr>
                        <p:cNvPr id="42" name="잉크 41">
                          <a:extLst>
                            <a:ext uri="{FF2B5EF4-FFF2-40B4-BE49-F238E27FC236}">
                              <a16:creationId xmlns:a16="http://schemas.microsoft.com/office/drawing/2014/main" id="{4C78BEE2-2D54-9754-2987-5AE28FB1B37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120412" y="4511760"/>
                          <a:ext cx="489945" cy="25200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7">
                      <p14:nvContentPartPr>
                        <p14:cNvPr id="43" name="잉크 42">
                          <a:extLst>
                            <a:ext uri="{FF2B5EF4-FFF2-40B4-BE49-F238E27FC236}">
                              <a16:creationId xmlns:a16="http://schemas.microsoft.com/office/drawing/2014/main" id="{C8D942D7-A944-DB24-8060-A08D31C7C256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112800" y="4510680"/>
                        <a:ext cx="407880" cy="103680"/>
                      </p14:xfrm>
                    </p:contentPart>
                  </mc:Choice>
                  <mc:Fallback xmlns="">
                    <p:pic>
                      <p:nvPicPr>
                        <p:cNvPr id="43" name="잉크 42">
                          <a:extLst>
                            <a:ext uri="{FF2B5EF4-FFF2-40B4-BE49-F238E27FC236}">
                              <a16:creationId xmlns:a16="http://schemas.microsoft.com/office/drawing/2014/main" id="{C8D942D7-A944-DB24-8060-A08D31C7C25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034275" y="4432583"/>
                          <a:ext cx="564481" cy="260322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9">
                      <p14:nvContentPartPr>
                        <p14:cNvPr id="44" name="잉크 43">
                          <a:extLst>
                            <a:ext uri="{FF2B5EF4-FFF2-40B4-BE49-F238E27FC236}">
                              <a16:creationId xmlns:a16="http://schemas.microsoft.com/office/drawing/2014/main" id="{E99EC9CE-573B-5B66-F304-C46556ADFC5F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104880" y="4523640"/>
                        <a:ext cx="360" cy="360"/>
                      </p14:xfrm>
                    </p:contentPart>
                  </mc:Choice>
                  <mc:Fallback xmlns="">
                    <p:pic>
                      <p:nvPicPr>
                        <p:cNvPr id="44" name="잉크 43">
                          <a:extLst>
                            <a:ext uri="{FF2B5EF4-FFF2-40B4-BE49-F238E27FC236}">
                              <a16:creationId xmlns:a16="http://schemas.microsoft.com/office/drawing/2014/main" id="{E99EC9CE-573B-5B66-F304-C46556ADFC5F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41880" y="4460640"/>
                          <a:ext cx="126000" cy="126000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1">
                      <p14:nvContentPartPr>
                        <p14:cNvPr id="45" name="잉크 44">
                          <a:extLst>
                            <a:ext uri="{FF2B5EF4-FFF2-40B4-BE49-F238E27FC236}">
                              <a16:creationId xmlns:a16="http://schemas.microsoft.com/office/drawing/2014/main" id="{C0333A05-4879-69E3-7BE4-F45C41119006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034320" y="4409160"/>
                        <a:ext cx="131400" cy="67320"/>
                      </p14:xfrm>
                    </p:contentPart>
                  </mc:Choice>
                  <mc:Fallback xmlns="">
                    <p:pic>
                      <p:nvPicPr>
                        <p:cNvPr id="45" name="잉크 44">
                          <a:extLst>
                            <a:ext uri="{FF2B5EF4-FFF2-40B4-BE49-F238E27FC236}">
                              <a16:creationId xmlns:a16="http://schemas.microsoft.com/office/drawing/2014/main" id="{C0333A05-4879-69E3-7BE4-F45C4111900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23108" y="4398389"/>
                          <a:ext cx="153375" cy="89311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mc:AlternateContent xmlns:mc="http://schemas.openxmlformats.org/markup-compatibility/2006" xmlns:p14="http://schemas.microsoft.com/office/powerpoint/2010/main">
                  <mc:Choice Requires="p14">
                    <p:contentPart p14:bwMode="auto" r:id="rId13">
                      <p14:nvContentPartPr>
                        <p14:cNvPr id="46" name="잉크 45">
                          <a:extLst>
                            <a:ext uri="{FF2B5EF4-FFF2-40B4-BE49-F238E27FC236}">
                              <a16:creationId xmlns:a16="http://schemas.microsoft.com/office/drawing/2014/main" id="{10E89190-BEA0-8C8B-44F7-B9265649BFB1}"/>
                            </a:ext>
                          </a:extLst>
                        </p14:cNvPr>
                        <p14:cNvContentPartPr/>
                        <p14:nvPr/>
                      </p14:nvContentPartPr>
                      <p14:xfrm>
                        <a:off x="1636240" y="4369200"/>
                        <a:ext cx="85320" cy="19440"/>
                      </p14:xfrm>
                    </p:contentPart>
                  </mc:Choice>
                  <mc:Fallback xmlns="">
                    <p:pic>
                      <p:nvPicPr>
                        <p:cNvPr id="46" name="잉크 45">
                          <a:extLst>
                            <a:ext uri="{FF2B5EF4-FFF2-40B4-BE49-F238E27FC236}">
                              <a16:creationId xmlns:a16="http://schemas.microsoft.com/office/drawing/2014/main" id="{10E89190-BEA0-8C8B-44F7-B9265649BFB1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625014" y="4357898"/>
                          <a:ext cx="107324" cy="41593"/>
                        </a:xfrm>
                        <a:prstGeom prst="rect">
                          <a:avLst/>
                        </a:prstGeom>
                      </p:spPr>
                    </p:pic>
                  </mc:Fallback>
                </mc:AlternateContent>
                <p:grpSp>
                  <p:nvGrpSpPr>
                    <p:cNvPr id="47" name="그룹 46">
                      <a:extLst>
                        <a:ext uri="{FF2B5EF4-FFF2-40B4-BE49-F238E27FC236}">
                          <a16:creationId xmlns:a16="http://schemas.microsoft.com/office/drawing/2014/main" id="{66CF4C31-5AD7-067B-D8B2-48B10051528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1960" y="4241760"/>
                      <a:ext cx="317880" cy="388800"/>
                      <a:chOff x="1411960" y="4241760"/>
                      <a:chExt cx="317880" cy="388800"/>
                    </a:xfrm>
                  </p:grpSpPr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15">
                        <p14:nvContentPartPr>
                          <p14:cNvPr id="48" name="잉크 47">
                            <a:extLst>
                              <a:ext uri="{FF2B5EF4-FFF2-40B4-BE49-F238E27FC236}">
                                <a16:creationId xmlns:a16="http://schemas.microsoft.com/office/drawing/2014/main" id="{4132439F-3BC7-1D86-8F61-5DC0F4823CF9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485760" y="425184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48" name="잉크 47">
                            <a:extLst>
                              <a:ext uri="{FF2B5EF4-FFF2-40B4-BE49-F238E27FC236}">
                                <a16:creationId xmlns:a16="http://schemas.microsoft.com/office/drawing/2014/main" id="{4132439F-3BC7-1D86-8F61-5DC0F4823CF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22760" y="418884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16">
                        <p14:nvContentPartPr>
                          <p14:cNvPr id="49" name="잉크 48">
                            <a:extLst>
                              <a:ext uri="{FF2B5EF4-FFF2-40B4-BE49-F238E27FC236}">
                                <a16:creationId xmlns:a16="http://schemas.microsoft.com/office/drawing/2014/main" id="{D06B3831-C09B-2B8C-A642-35FD232110E7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460200" y="427956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49" name="잉크 48">
                            <a:extLst>
                              <a:ext uri="{FF2B5EF4-FFF2-40B4-BE49-F238E27FC236}">
                                <a16:creationId xmlns:a16="http://schemas.microsoft.com/office/drawing/2014/main" id="{D06B3831-C09B-2B8C-A642-35FD232110E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397560" y="421692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17">
                        <p14:nvContentPartPr>
                          <p14:cNvPr id="50" name="잉크 49">
                            <a:extLst>
                              <a:ext uri="{FF2B5EF4-FFF2-40B4-BE49-F238E27FC236}">
                                <a16:creationId xmlns:a16="http://schemas.microsoft.com/office/drawing/2014/main" id="{66CE6A21-A707-042C-1BF7-0611E415F533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447600" y="432528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0" name="잉크 49">
                            <a:extLst>
                              <a:ext uri="{FF2B5EF4-FFF2-40B4-BE49-F238E27FC236}">
                                <a16:creationId xmlns:a16="http://schemas.microsoft.com/office/drawing/2014/main" id="{66CE6A21-A707-042C-1BF7-0611E415F53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384960" y="426264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18">
                        <p14:nvContentPartPr>
                          <p14:cNvPr id="51" name="잉크 50">
                            <a:extLst>
                              <a:ext uri="{FF2B5EF4-FFF2-40B4-BE49-F238E27FC236}">
                                <a16:creationId xmlns:a16="http://schemas.microsoft.com/office/drawing/2014/main" id="{7806155C-E2EE-9F67-DB78-3144639E17DA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465600" y="437892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1" name="잉크 50">
                            <a:extLst>
                              <a:ext uri="{FF2B5EF4-FFF2-40B4-BE49-F238E27FC236}">
                                <a16:creationId xmlns:a16="http://schemas.microsoft.com/office/drawing/2014/main" id="{7806155C-E2EE-9F67-DB78-3144639E17DA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02600" y="431592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19">
                        <p14:nvContentPartPr>
                          <p14:cNvPr id="52" name="잉크 51">
                            <a:extLst>
                              <a:ext uri="{FF2B5EF4-FFF2-40B4-BE49-F238E27FC236}">
                                <a16:creationId xmlns:a16="http://schemas.microsoft.com/office/drawing/2014/main" id="{77B4852B-1AE6-D746-B1E6-7BB5035E64B6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34000" y="424176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2" name="잉크 51">
                            <a:extLst>
                              <a:ext uri="{FF2B5EF4-FFF2-40B4-BE49-F238E27FC236}">
                                <a16:creationId xmlns:a16="http://schemas.microsoft.com/office/drawing/2014/main" id="{77B4852B-1AE6-D746-B1E6-7BB5035E64B6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71000" y="417876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0">
                        <p14:nvContentPartPr>
                          <p14:cNvPr id="53" name="잉크 52">
                            <a:extLst>
                              <a:ext uri="{FF2B5EF4-FFF2-40B4-BE49-F238E27FC236}">
                                <a16:creationId xmlns:a16="http://schemas.microsoft.com/office/drawing/2014/main" id="{D5D699AF-3856-47FB-7071-6AEC09162F81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82240" y="426696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3" name="잉크 52">
                            <a:extLst>
                              <a:ext uri="{FF2B5EF4-FFF2-40B4-BE49-F238E27FC236}">
                                <a16:creationId xmlns:a16="http://schemas.microsoft.com/office/drawing/2014/main" id="{D5D699AF-3856-47FB-7071-6AEC09162F81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519240" y="420396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1">
                        <p14:nvContentPartPr>
                          <p14:cNvPr id="54" name="잉크 53">
                            <a:extLst>
                              <a:ext uri="{FF2B5EF4-FFF2-40B4-BE49-F238E27FC236}">
                                <a16:creationId xmlns:a16="http://schemas.microsoft.com/office/drawing/2014/main" id="{286D6CD7-5F64-89BB-F030-8DD4D6BBB68C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94840" y="432024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4" name="잉크 53">
                            <a:extLst>
                              <a:ext uri="{FF2B5EF4-FFF2-40B4-BE49-F238E27FC236}">
                                <a16:creationId xmlns:a16="http://schemas.microsoft.com/office/drawing/2014/main" id="{286D6CD7-5F64-89BB-F030-8DD4D6BBB68C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532200" y="425760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2">
                        <p14:nvContentPartPr>
                          <p14:cNvPr id="55" name="잉크 54">
                            <a:extLst>
                              <a:ext uri="{FF2B5EF4-FFF2-40B4-BE49-F238E27FC236}">
                                <a16:creationId xmlns:a16="http://schemas.microsoft.com/office/drawing/2014/main" id="{79B8EC32-A712-6B07-9C21-D160DD43AFB9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59560" y="437100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5" name="잉크 54">
                            <a:extLst>
                              <a:ext uri="{FF2B5EF4-FFF2-40B4-BE49-F238E27FC236}">
                                <a16:creationId xmlns:a16="http://schemas.microsoft.com/office/drawing/2014/main" id="{79B8EC32-A712-6B07-9C21-D160DD43AFB9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96560" y="430836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3">
                        <p14:nvContentPartPr>
                          <p14:cNvPr id="56" name="잉크 55">
                            <a:extLst>
                              <a:ext uri="{FF2B5EF4-FFF2-40B4-BE49-F238E27FC236}">
                                <a16:creationId xmlns:a16="http://schemas.microsoft.com/office/drawing/2014/main" id="{15D51C15-AC79-CB6A-A8B4-930F855A52AF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28960" y="439404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6" name="잉크 55">
                            <a:extLst>
                              <a:ext uri="{FF2B5EF4-FFF2-40B4-BE49-F238E27FC236}">
                                <a16:creationId xmlns:a16="http://schemas.microsoft.com/office/drawing/2014/main" id="{15D51C15-AC79-CB6A-A8B4-930F855A52AF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65960" y="433104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4">
                        <p14:nvContentPartPr>
                          <p14:cNvPr id="57" name="잉크 56">
                            <a:extLst>
                              <a:ext uri="{FF2B5EF4-FFF2-40B4-BE49-F238E27FC236}">
                                <a16:creationId xmlns:a16="http://schemas.microsoft.com/office/drawing/2014/main" id="{53AD921C-A88B-5D15-4F24-6430B143F62B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411960" y="451068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7" name="잉크 56">
                            <a:extLst>
                              <a:ext uri="{FF2B5EF4-FFF2-40B4-BE49-F238E27FC236}">
                                <a16:creationId xmlns:a16="http://schemas.microsoft.com/office/drawing/2014/main" id="{53AD921C-A88B-5D15-4F24-6430B143F62B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349320" y="444804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5">
                        <p14:nvContentPartPr>
                          <p14:cNvPr id="58" name="잉크 57">
                            <a:extLst>
                              <a:ext uri="{FF2B5EF4-FFF2-40B4-BE49-F238E27FC236}">
                                <a16:creationId xmlns:a16="http://schemas.microsoft.com/office/drawing/2014/main" id="{0EA2BEEA-5947-35B7-5E33-90293E0EAF0E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59560" y="4617600"/>
                          <a:ext cx="360" cy="720"/>
                        </p14:xfrm>
                      </p:contentPart>
                    </mc:Choice>
                    <mc:Fallback xmlns="">
                      <p:pic>
                        <p:nvPicPr>
                          <p:cNvPr id="58" name="잉크 57">
                            <a:extLst>
                              <a:ext uri="{FF2B5EF4-FFF2-40B4-BE49-F238E27FC236}">
                                <a16:creationId xmlns:a16="http://schemas.microsoft.com/office/drawing/2014/main" id="{0EA2BEEA-5947-35B7-5E33-90293E0EAF0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26"/>
                          <a:stretch>
                            <a:fillRect/>
                          </a:stretch>
                        </p:blipFill>
                        <p:spPr>
                          <a:xfrm>
                            <a:off x="1496560" y="4554600"/>
                            <a:ext cx="126000" cy="12636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7">
                        <p14:nvContentPartPr>
                          <p14:cNvPr id="59" name="잉크 58">
                            <a:extLst>
                              <a:ext uri="{FF2B5EF4-FFF2-40B4-BE49-F238E27FC236}">
                                <a16:creationId xmlns:a16="http://schemas.microsoft.com/office/drawing/2014/main" id="{632EA09C-DCAA-015F-4CA7-07973966FEB3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57040" y="463020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59" name="잉크 58">
                            <a:extLst>
                              <a:ext uri="{FF2B5EF4-FFF2-40B4-BE49-F238E27FC236}">
                                <a16:creationId xmlns:a16="http://schemas.microsoft.com/office/drawing/2014/main" id="{632EA09C-DCAA-015F-4CA7-07973966FEB3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94040" y="456720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8">
                        <p14:nvContentPartPr>
                          <p14:cNvPr id="60" name="잉크 59">
                            <a:extLst>
                              <a:ext uri="{FF2B5EF4-FFF2-40B4-BE49-F238E27FC236}">
                                <a16:creationId xmlns:a16="http://schemas.microsoft.com/office/drawing/2014/main" id="{A293922B-6DB1-EAB4-2F36-94E3E9CE3F17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62080" y="458196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60" name="잉크 59">
                            <a:extLst>
                              <a:ext uri="{FF2B5EF4-FFF2-40B4-BE49-F238E27FC236}">
                                <a16:creationId xmlns:a16="http://schemas.microsoft.com/office/drawing/2014/main" id="{A293922B-6DB1-EAB4-2F36-94E3E9CE3F17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99080" y="451896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29">
                        <p14:nvContentPartPr>
                          <p14:cNvPr id="61" name="잉크 60">
                            <a:extLst>
                              <a:ext uri="{FF2B5EF4-FFF2-40B4-BE49-F238E27FC236}">
                                <a16:creationId xmlns:a16="http://schemas.microsoft.com/office/drawing/2014/main" id="{E5E7397D-4D07-5F03-762C-F9C642AA4BBE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41560" y="4541280"/>
                          <a:ext cx="360" cy="360"/>
                        </p14:xfrm>
                      </p:contentPart>
                    </mc:Choice>
                    <mc:Fallback xmlns="">
                      <p:pic>
                        <p:nvPicPr>
                          <p:cNvPr id="61" name="잉크 60">
                            <a:extLst>
                              <a:ext uri="{FF2B5EF4-FFF2-40B4-BE49-F238E27FC236}">
                                <a16:creationId xmlns:a16="http://schemas.microsoft.com/office/drawing/2014/main" id="{E5E7397D-4D07-5F03-762C-F9C642AA4BBE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10"/>
                          <a:stretch>
                            <a:fillRect/>
                          </a:stretch>
                        </p:blipFill>
                        <p:spPr>
                          <a:xfrm>
                            <a:off x="1478920" y="4478280"/>
                            <a:ext cx="126000" cy="126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30">
                        <p14:nvContentPartPr>
                          <p14:cNvPr id="62" name="잉크 61">
                            <a:extLst>
                              <a:ext uri="{FF2B5EF4-FFF2-40B4-BE49-F238E27FC236}">
                                <a16:creationId xmlns:a16="http://schemas.microsoft.com/office/drawing/2014/main" id="{0A113DDA-2D84-A233-7C25-845D5933EA78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588000" y="4365960"/>
                          <a:ext cx="141840" cy="360"/>
                        </p14:xfrm>
                      </p:contentPart>
                    </mc:Choice>
                    <mc:Fallback xmlns="">
                      <p:pic>
                        <p:nvPicPr>
                          <p:cNvPr id="62" name="잉크 61">
                            <a:extLst>
                              <a:ext uri="{FF2B5EF4-FFF2-40B4-BE49-F238E27FC236}">
                                <a16:creationId xmlns:a16="http://schemas.microsoft.com/office/drawing/2014/main" id="{0A113DDA-2D84-A233-7C25-845D5933EA78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1576778" y="4357320"/>
                            <a:ext cx="163834" cy="18000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  <mc:AlternateContent xmlns:mc="http://schemas.openxmlformats.org/markup-compatibility/2006" xmlns:p14="http://schemas.microsoft.com/office/powerpoint/2010/main">
                    <mc:Choice Requires="p14">
                      <p:contentPart p14:bwMode="auto" r:id="rId32">
                        <p14:nvContentPartPr>
                          <p14:cNvPr id="63" name="잉크 62">
                            <a:extLst>
                              <a:ext uri="{FF2B5EF4-FFF2-40B4-BE49-F238E27FC236}">
                                <a16:creationId xmlns:a16="http://schemas.microsoft.com/office/drawing/2014/main" id="{D4825752-6728-7DC3-40E8-2682742121E2}"/>
                              </a:ext>
                            </a:extLst>
                          </p14:cNvPr>
                          <p14:cNvContentPartPr/>
                          <p14:nvPr/>
                        </p14:nvContentPartPr>
                        <p14:xfrm>
                          <a:off x="1631920" y="4391520"/>
                          <a:ext cx="39600" cy="10440"/>
                        </p14:xfrm>
                      </p:contentPart>
                    </mc:Choice>
                    <mc:Fallback xmlns="">
                      <p:pic>
                        <p:nvPicPr>
                          <p:cNvPr id="63" name="잉크 62">
                            <a:extLst>
                              <a:ext uri="{FF2B5EF4-FFF2-40B4-BE49-F238E27FC236}">
                                <a16:creationId xmlns:a16="http://schemas.microsoft.com/office/drawing/2014/main" id="{D4825752-6728-7DC3-40E8-2682742121E2}"/>
                              </a:ext>
                            </a:extLst>
                          </p:cNvPr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1621120" y="4380645"/>
                            <a:ext cx="61650" cy="31755"/>
                          </a:xfrm>
                          <a:prstGeom prst="rect">
                            <a:avLst/>
                          </a:prstGeom>
                        </p:spPr>
                      </p:pic>
                    </mc:Fallback>
                  </mc:AlternateContent>
                </p:grpSp>
              </p:grpSp>
              <p:pic>
                <p:nvPicPr>
                  <p:cNvPr id="41" name="그래픽 40" descr="고무 오리 윤곽선">
                    <a:extLst>
                      <a:ext uri="{FF2B5EF4-FFF2-40B4-BE49-F238E27FC236}">
                        <a16:creationId xmlns:a16="http://schemas.microsoft.com/office/drawing/2014/main" id="{07D55898-7415-1D61-D645-F3D53ECE10C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4">
                    <a:extLst>
                      <a:ext uri="{96DAC541-7B7A-43D3-8B79-37D633B846F1}">
                        <asvg:svgBlip xmlns:asvg="http://schemas.microsoft.com/office/drawing/2016/SVG/main" r:embed="rId35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929149" y="3982373"/>
                    <a:ext cx="914400" cy="914400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4092A4E-167F-F8D0-9945-0293E591329E}"/>
                    </a:ext>
                  </a:extLst>
                </p:cNvPr>
                <p:cNvSpPr txBox="1"/>
                <p:nvPr/>
              </p:nvSpPr>
              <p:spPr>
                <a:xfrm>
                  <a:off x="4879355" y="2960871"/>
                  <a:ext cx="6084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ko-KR" sz="1200" dirty="0">
                      <a:solidFill>
                        <a:srgbClr val="C00000"/>
                      </a:solidFill>
                    </a:rPr>
                    <a:t>0.2kg</a:t>
                  </a:r>
                  <a:endParaRPr lang="ko-KR" altLang="en-US" sz="1200" dirty="0">
                    <a:solidFill>
                      <a:srgbClr val="C00000"/>
                    </a:solidFill>
                  </a:endParaRPr>
                </a:p>
              </p:txBody>
            </p:sp>
          </p:grp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A0B1C45-7943-3E75-483C-437C6A1E20BD}"/>
                </a:ext>
              </a:extLst>
            </p:cNvPr>
            <p:cNvSpPr txBox="1"/>
            <p:nvPr/>
          </p:nvSpPr>
          <p:spPr>
            <a:xfrm>
              <a:off x="3232332" y="2836960"/>
              <a:ext cx="43873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rgbClr val="C00000"/>
                  </a:solidFill>
                  <a:effectLst>
                    <a:glow rad="101600">
                      <a:schemeClr val="bg2">
                        <a:lumMod val="90000"/>
                        <a:alpha val="60000"/>
                      </a:schemeClr>
                    </a:glow>
                  </a:effectLst>
                </a:rPr>
                <a:t>0kg</a:t>
              </a:r>
              <a:endParaRPr lang="ko-KR" altLang="en-US" sz="1200" dirty="0">
                <a:solidFill>
                  <a:srgbClr val="C00000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964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78342-7DCC-B6AB-BBEB-D33B02DD4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DE5F3D-760E-5867-6FE3-E02DEEB72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500" y="953655"/>
            <a:ext cx="7429967" cy="5291870"/>
          </a:xfrm>
        </p:spPr>
        <p:txBody>
          <a:bodyPr/>
          <a:lstStyle/>
          <a:p>
            <a:r>
              <a:rPr lang="ko-KR" altLang="en-US" dirty="0"/>
              <a:t>수집한 </a:t>
            </a:r>
            <a:r>
              <a:rPr lang="en-US" altLang="ko-KR" dirty="0"/>
              <a:t>‘</a:t>
            </a:r>
            <a:r>
              <a:rPr lang="ko-KR" altLang="en-US" dirty="0"/>
              <a:t>자원</a:t>
            </a:r>
            <a:r>
              <a:rPr lang="en-US" altLang="ko-KR" dirty="0"/>
              <a:t>’</a:t>
            </a:r>
            <a:r>
              <a:rPr lang="ko-KR" altLang="en-US" dirty="0"/>
              <a:t>은 인벤토리로 이동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인벤토리는 개수</a:t>
            </a:r>
            <a:r>
              <a:rPr lang="en-US" altLang="ko-KR" dirty="0"/>
              <a:t>+</a:t>
            </a:r>
            <a:r>
              <a:rPr lang="ko-KR" altLang="en-US" dirty="0"/>
              <a:t>무게 제한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최대 </a:t>
            </a:r>
            <a:r>
              <a:rPr lang="en-US" altLang="ko-KR" dirty="0"/>
              <a:t>9</a:t>
            </a:r>
            <a:r>
              <a:rPr lang="ko-KR" altLang="en-US" dirty="0"/>
              <a:t>개의 자원을 최대 총 </a:t>
            </a:r>
            <a:r>
              <a:rPr lang="en-US" altLang="ko-KR" dirty="0"/>
              <a:t>30kg</a:t>
            </a:r>
            <a:r>
              <a:rPr lang="ko-KR" altLang="en-US" dirty="0"/>
              <a:t>까지 넣을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인벤토리가 꽉 찬 상태에서 자원을 획득하려 해도 주울 수 없다</a:t>
            </a:r>
            <a:r>
              <a:rPr lang="en-US" altLang="ko-KR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FBD726C-4A3F-6BB3-86D0-5249F1538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88" y="81440"/>
            <a:ext cx="8287703" cy="817130"/>
          </a:xfrm>
        </p:spPr>
        <p:txBody>
          <a:bodyPr/>
          <a:lstStyle/>
          <a:p>
            <a:r>
              <a:rPr lang="ko-KR" altLang="en-US" dirty="0"/>
              <a:t>인벤토리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5648E-B9DB-D90B-EF78-374C26871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D8CF1775-1D25-162B-8129-E8DD9771F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249" y="1484597"/>
            <a:ext cx="4061072" cy="2288367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F1D64747-A7B4-ECE9-D85D-A9564E0B4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974" y="3828049"/>
            <a:ext cx="4057623" cy="2286423"/>
          </a:xfrm>
          <a:prstGeom prst="rect">
            <a:avLst/>
          </a:prstGeom>
        </p:spPr>
      </p:pic>
      <p:grpSp>
        <p:nvGrpSpPr>
          <p:cNvPr id="23" name="그룹 22">
            <a:extLst>
              <a:ext uri="{FF2B5EF4-FFF2-40B4-BE49-F238E27FC236}">
                <a16:creationId xmlns:a16="http://schemas.microsoft.com/office/drawing/2014/main" id="{48FB47FB-926F-4E54-16A3-EE90C1C074F1}"/>
              </a:ext>
            </a:extLst>
          </p:cNvPr>
          <p:cNvGrpSpPr/>
          <p:nvPr/>
        </p:nvGrpSpPr>
        <p:grpSpPr>
          <a:xfrm>
            <a:off x="1814749" y="2167877"/>
            <a:ext cx="913211" cy="913211"/>
            <a:chOff x="929149" y="3982373"/>
            <a:chExt cx="914400" cy="914400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6695846E-F1F4-E89E-C4F7-DB8745917BBC}"/>
                </a:ext>
              </a:extLst>
            </p:cNvPr>
            <p:cNvGrpSpPr/>
            <p:nvPr/>
          </p:nvGrpSpPr>
          <p:grpSpPr>
            <a:xfrm>
              <a:off x="1034320" y="4241760"/>
              <a:ext cx="695520" cy="396720"/>
              <a:chOff x="1034320" y="4241760"/>
              <a:chExt cx="695520" cy="396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27" name="잉크 26">
                    <a:extLst>
                      <a:ext uri="{FF2B5EF4-FFF2-40B4-BE49-F238E27FC236}">
                        <a16:creationId xmlns:a16="http://schemas.microsoft.com/office/drawing/2014/main" id="{690CBE7B-94A6-EA4B-45BF-8EBF1E2B4471}"/>
                      </a:ext>
                    </a:extLst>
                  </p14:cNvPr>
                  <p14:cNvContentPartPr/>
                  <p14:nvPr/>
                </p14:nvContentPartPr>
                <p14:xfrm>
                  <a:off x="1198480" y="4637760"/>
                  <a:ext cx="333360" cy="720"/>
                </p14:xfrm>
              </p:contentPart>
            </mc:Choice>
            <mc:Fallback xmlns="">
              <p:pic>
                <p:nvPicPr>
                  <p:cNvPr id="42" name="잉크 41">
                    <a:extLst>
                      <a:ext uri="{FF2B5EF4-FFF2-40B4-BE49-F238E27FC236}">
                        <a16:creationId xmlns:a16="http://schemas.microsoft.com/office/drawing/2014/main" id="{4C78BEE2-2D54-9754-2987-5AE28FB1B372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120412" y="4511760"/>
                    <a:ext cx="489945" cy="252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28" name="잉크 27">
                    <a:extLst>
                      <a:ext uri="{FF2B5EF4-FFF2-40B4-BE49-F238E27FC236}">
                        <a16:creationId xmlns:a16="http://schemas.microsoft.com/office/drawing/2014/main" id="{20379022-8BC2-C1E0-911F-8D548992B1FE}"/>
                      </a:ext>
                    </a:extLst>
                  </p14:cNvPr>
                  <p14:cNvContentPartPr/>
                  <p14:nvPr/>
                </p14:nvContentPartPr>
                <p14:xfrm>
                  <a:off x="1112800" y="4510680"/>
                  <a:ext cx="407880" cy="103680"/>
                </p14:xfrm>
              </p:contentPart>
            </mc:Choice>
            <mc:Fallback xmlns="">
              <p:pic>
                <p:nvPicPr>
                  <p:cNvPr id="43" name="잉크 42">
                    <a:extLst>
                      <a:ext uri="{FF2B5EF4-FFF2-40B4-BE49-F238E27FC236}">
                        <a16:creationId xmlns:a16="http://schemas.microsoft.com/office/drawing/2014/main" id="{C8D942D7-A944-DB24-8060-A08D31C7C256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034275" y="4432583"/>
                    <a:ext cx="564481" cy="26032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29" name="잉크 28">
                    <a:extLst>
                      <a:ext uri="{FF2B5EF4-FFF2-40B4-BE49-F238E27FC236}">
                        <a16:creationId xmlns:a16="http://schemas.microsoft.com/office/drawing/2014/main" id="{9A6F047F-88DA-4503-A3D2-D781833C1F59}"/>
                      </a:ext>
                    </a:extLst>
                  </p14:cNvPr>
                  <p14:cNvContentPartPr/>
                  <p14:nvPr/>
                </p14:nvContentPartPr>
                <p14:xfrm>
                  <a:off x="1104880" y="4523640"/>
                  <a:ext cx="360" cy="360"/>
                </p14:xfrm>
              </p:contentPart>
            </mc:Choice>
            <mc:Fallback xmlns="">
              <p:pic>
                <p:nvPicPr>
                  <p:cNvPr id="44" name="잉크 43">
                    <a:extLst>
                      <a:ext uri="{FF2B5EF4-FFF2-40B4-BE49-F238E27FC236}">
                        <a16:creationId xmlns:a16="http://schemas.microsoft.com/office/drawing/2014/main" id="{E99EC9CE-573B-5B66-F304-C46556ADFC5F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1041880" y="4460640"/>
                    <a:ext cx="126000" cy="12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30" name="잉크 29">
                    <a:extLst>
                      <a:ext uri="{FF2B5EF4-FFF2-40B4-BE49-F238E27FC236}">
                        <a16:creationId xmlns:a16="http://schemas.microsoft.com/office/drawing/2014/main" id="{5F61A87F-2EA1-1C36-5599-740C2201393E}"/>
                      </a:ext>
                    </a:extLst>
                  </p14:cNvPr>
                  <p14:cNvContentPartPr/>
                  <p14:nvPr/>
                </p14:nvContentPartPr>
                <p14:xfrm>
                  <a:off x="1034320" y="4409160"/>
                  <a:ext cx="131400" cy="67320"/>
                </p14:xfrm>
              </p:contentPart>
            </mc:Choice>
            <mc:Fallback xmlns="">
              <p:pic>
                <p:nvPicPr>
                  <p:cNvPr id="45" name="잉크 44">
                    <a:extLst>
                      <a:ext uri="{FF2B5EF4-FFF2-40B4-BE49-F238E27FC236}">
                        <a16:creationId xmlns:a16="http://schemas.microsoft.com/office/drawing/2014/main" id="{C0333A05-4879-69E3-7BE4-F45C41119006}"/>
                      </a:ext>
                    </a:extLst>
                  </p:cNvPr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023108" y="4398389"/>
                    <a:ext cx="153375" cy="8931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3">
                <p14:nvContentPartPr>
                  <p14:cNvPr id="31" name="잉크 30">
                    <a:extLst>
                      <a:ext uri="{FF2B5EF4-FFF2-40B4-BE49-F238E27FC236}">
                        <a16:creationId xmlns:a16="http://schemas.microsoft.com/office/drawing/2014/main" id="{F8BC3A44-B8FB-C9A3-1C3F-ED6735D87273}"/>
                      </a:ext>
                    </a:extLst>
                  </p14:cNvPr>
                  <p14:cNvContentPartPr/>
                  <p14:nvPr/>
                </p14:nvContentPartPr>
                <p14:xfrm>
                  <a:off x="1636240" y="4369200"/>
                  <a:ext cx="85320" cy="19440"/>
                </p14:xfrm>
              </p:contentPart>
            </mc:Choice>
            <mc:Fallback xmlns="">
              <p:pic>
                <p:nvPicPr>
                  <p:cNvPr id="46" name="잉크 45">
                    <a:extLst>
                      <a:ext uri="{FF2B5EF4-FFF2-40B4-BE49-F238E27FC236}">
                        <a16:creationId xmlns:a16="http://schemas.microsoft.com/office/drawing/2014/main" id="{10E89190-BEA0-8C8B-44F7-B9265649BFB1}"/>
                      </a:ext>
                    </a:extLst>
                  </p:cNvPr>
                  <p:cNvPicPr/>
                  <p:nvPr/>
                </p:nvPicPr>
                <p:blipFill>
                  <a:blip r:embed="rId14"/>
                  <a:stretch>
                    <a:fillRect/>
                  </a:stretch>
                </p:blipFill>
                <p:spPr>
                  <a:xfrm>
                    <a:off x="1625014" y="4357898"/>
                    <a:ext cx="107324" cy="41593"/>
                  </a:xfrm>
                  <a:prstGeom prst="rect">
                    <a:avLst/>
                  </a:prstGeom>
                </p:spPr>
              </p:pic>
            </mc:Fallback>
          </mc:AlternateContent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3D04BC95-485A-DEC4-4331-C51B523041E4}"/>
                  </a:ext>
                </a:extLst>
              </p:cNvPr>
              <p:cNvGrpSpPr/>
              <p:nvPr/>
            </p:nvGrpSpPr>
            <p:grpSpPr>
              <a:xfrm>
                <a:off x="1411960" y="4241760"/>
                <a:ext cx="317880" cy="388800"/>
                <a:chOff x="1411960" y="4241760"/>
                <a:chExt cx="317880" cy="38880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15">
                  <p14:nvContentPartPr>
                    <p14:cNvPr id="33" name="잉크 32">
                      <a:extLst>
                        <a:ext uri="{FF2B5EF4-FFF2-40B4-BE49-F238E27FC236}">
                          <a16:creationId xmlns:a16="http://schemas.microsoft.com/office/drawing/2014/main" id="{C59D2D8C-D3F0-4A2E-2934-2020675715B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85760" y="4251840"/>
                    <a:ext cx="360" cy="360"/>
                  </p14:xfrm>
                </p:contentPart>
              </mc:Choice>
              <mc:Fallback xmlns="">
                <p:pic>
                  <p:nvPicPr>
                    <p:cNvPr id="48" name="잉크 47">
                      <a:extLst>
                        <a:ext uri="{FF2B5EF4-FFF2-40B4-BE49-F238E27FC236}">
                          <a16:creationId xmlns:a16="http://schemas.microsoft.com/office/drawing/2014/main" id="{4132439F-3BC7-1D86-8F61-5DC0F4823CF9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22760" y="418884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6">
                  <p14:nvContentPartPr>
                    <p14:cNvPr id="34" name="잉크 33">
                      <a:extLst>
                        <a:ext uri="{FF2B5EF4-FFF2-40B4-BE49-F238E27FC236}">
                          <a16:creationId xmlns:a16="http://schemas.microsoft.com/office/drawing/2014/main" id="{59073DD3-4DC4-B26B-001E-E61625FF36D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60200" y="4279560"/>
                    <a:ext cx="360" cy="360"/>
                  </p14:xfrm>
                </p:contentPart>
              </mc:Choice>
              <mc:Fallback xmlns="">
                <p:pic>
                  <p:nvPicPr>
                    <p:cNvPr id="49" name="잉크 48">
                      <a:extLst>
                        <a:ext uri="{FF2B5EF4-FFF2-40B4-BE49-F238E27FC236}">
                          <a16:creationId xmlns:a16="http://schemas.microsoft.com/office/drawing/2014/main" id="{D06B3831-C09B-2B8C-A642-35FD232110E7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397560" y="421692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7">
                  <p14:nvContentPartPr>
                    <p14:cNvPr id="35" name="잉크 34">
                      <a:extLst>
                        <a:ext uri="{FF2B5EF4-FFF2-40B4-BE49-F238E27FC236}">
                          <a16:creationId xmlns:a16="http://schemas.microsoft.com/office/drawing/2014/main" id="{0FD105EF-7745-526D-9296-C7BAAF33744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47600" y="4325280"/>
                    <a:ext cx="360" cy="360"/>
                  </p14:xfrm>
                </p:contentPart>
              </mc:Choice>
              <mc:Fallback xmlns="">
                <p:pic>
                  <p:nvPicPr>
                    <p:cNvPr id="50" name="잉크 49">
                      <a:extLst>
                        <a:ext uri="{FF2B5EF4-FFF2-40B4-BE49-F238E27FC236}">
                          <a16:creationId xmlns:a16="http://schemas.microsoft.com/office/drawing/2014/main" id="{66CE6A21-A707-042C-1BF7-0611E415F533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384960" y="426264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8">
                  <p14:nvContentPartPr>
                    <p14:cNvPr id="36" name="잉크 35">
                      <a:extLst>
                        <a:ext uri="{FF2B5EF4-FFF2-40B4-BE49-F238E27FC236}">
                          <a16:creationId xmlns:a16="http://schemas.microsoft.com/office/drawing/2014/main" id="{262316D6-B497-8FD6-D0CA-24B106FA559E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65600" y="4378920"/>
                    <a:ext cx="360" cy="360"/>
                  </p14:xfrm>
                </p:contentPart>
              </mc:Choice>
              <mc:Fallback xmlns="">
                <p:pic>
                  <p:nvPicPr>
                    <p:cNvPr id="51" name="잉크 50">
                      <a:extLst>
                        <a:ext uri="{FF2B5EF4-FFF2-40B4-BE49-F238E27FC236}">
                          <a16:creationId xmlns:a16="http://schemas.microsoft.com/office/drawing/2014/main" id="{7806155C-E2EE-9F67-DB78-3144639E17DA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02600" y="431592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19">
                  <p14:nvContentPartPr>
                    <p14:cNvPr id="37" name="잉크 36">
                      <a:extLst>
                        <a:ext uri="{FF2B5EF4-FFF2-40B4-BE49-F238E27FC236}">
                          <a16:creationId xmlns:a16="http://schemas.microsoft.com/office/drawing/2014/main" id="{746C9C59-9FD8-B0EF-DEB9-3389C758164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34000" y="4241760"/>
                    <a:ext cx="360" cy="360"/>
                  </p14:xfrm>
                </p:contentPart>
              </mc:Choice>
              <mc:Fallback xmlns="">
                <p:pic>
                  <p:nvPicPr>
                    <p:cNvPr id="52" name="잉크 51">
                      <a:extLst>
                        <a:ext uri="{FF2B5EF4-FFF2-40B4-BE49-F238E27FC236}">
                          <a16:creationId xmlns:a16="http://schemas.microsoft.com/office/drawing/2014/main" id="{77B4852B-1AE6-D746-B1E6-7BB5035E64B6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71000" y="417876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0">
                  <p14:nvContentPartPr>
                    <p14:cNvPr id="38" name="잉크 37">
                      <a:extLst>
                        <a:ext uri="{FF2B5EF4-FFF2-40B4-BE49-F238E27FC236}">
                          <a16:creationId xmlns:a16="http://schemas.microsoft.com/office/drawing/2014/main" id="{F2AFA011-6A58-75E6-1471-C24A9F6580D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82240" y="4266960"/>
                    <a:ext cx="360" cy="360"/>
                  </p14:xfrm>
                </p:contentPart>
              </mc:Choice>
              <mc:Fallback xmlns="">
                <p:pic>
                  <p:nvPicPr>
                    <p:cNvPr id="53" name="잉크 52">
                      <a:extLst>
                        <a:ext uri="{FF2B5EF4-FFF2-40B4-BE49-F238E27FC236}">
                          <a16:creationId xmlns:a16="http://schemas.microsoft.com/office/drawing/2014/main" id="{D5D699AF-3856-47FB-7071-6AEC09162F81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519240" y="420396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1">
                  <p14:nvContentPartPr>
                    <p14:cNvPr id="39" name="잉크 38">
                      <a:extLst>
                        <a:ext uri="{FF2B5EF4-FFF2-40B4-BE49-F238E27FC236}">
                          <a16:creationId xmlns:a16="http://schemas.microsoft.com/office/drawing/2014/main" id="{C100AF58-F1E7-27C2-8D49-1BEF1001216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94840" y="4320240"/>
                    <a:ext cx="360" cy="360"/>
                  </p14:xfrm>
                </p:contentPart>
              </mc:Choice>
              <mc:Fallback xmlns="">
                <p:pic>
                  <p:nvPicPr>
                    <p:cNvPr id="54" name="잉크 53">
                      <a:extLst>
                        <a:ext uri="{FF2B5EF4-FFF2-40B4-BE49-F238E27FC236}">
                          <a16:creationId xmlns:a16="http://schemas.microsoft.com/office/drawing/2014/main" id="{286D6CD7-5F64-89BB-F030-8DD4D6BBB68C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532200" y="425760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2">
                  <p14:nvContentPartPr>
                    <p14:cNvPr id="40" name="잉크 39">
                      <a:extLst>
                        <a:ext uri="{FF2B5EF4-FFF2-40B4-BE49-F238E27FC236}">
                          <a16:creationId xmlns:a16="http://schemas.microsoft.com/office/drawing/2014/main" id="{27A7D3E9-1A8A-6CD4-443E-482316A2E62B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59560" y="4371000"/>
                    <a:ext cx="360" cy="360"/>
                  </p14:xfrm>
                </p:contentPart>
              </mc:Choice>
              <mc:Fallback xmlns="">
                <p:pic>
                  <p:nvPicPr>
                    <p:cNvPr id="55" name="잉크 54">
                      <a:extLst>
                        <a:ext uri="{FF2B5EF4-FFF2-40B4-BE49-F238E27FC236}">
                          <a16:creationId xmlns:a16="http://schemas.microsoft.com/office/drawing/2014/main" id="{79B8EC32-A712-6B07-9C21-D160DD43AFB9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96560" y="430836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3">
                  <p14:nvContentPartPr>
                    <p14:cNvPr id="41" name="잉크 40">
                      <a:extLst>
                        <a:ext uri="{FF2B5EF4-FFF2-40B4-BE49-F238E27FC236}">
                          <a16:creationId xmlns:a16="http://schemas.microsoft.com/office/drawing/2014/main" id="{71D35C57-905B-589A-5C6C-2C54DA4A8F6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28960" y="4394040"/>
                    <a:ext cx="360" cy="360"/>
                  </p14:xfrm>
                </p:contentPart>
              </mc:Choice>
              <mc:Fallback xmlns="">
                <p:pic>
                  <p:nvPicPr>
                    <p:cNvPr id="56" name="잉크 55">
                      <a:extLst>
                        <a:ext uri="{FF2B5EF4-FFF2-40B4-BE49-F238E27FC236}">
                          <a16:creationId xmlns:a16="http://schemas.microsoft.com/office/drawing/2014/main" id="{15D51C15-AC79-CB6A-A8B4-930F855A52AF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65960" y="433104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42" name="잉크 41">
                      <a:extLst>
                        <a:ext uri="{FF2B5EF4-FFF2-40B4-BE49-F238E27FC236}">
                          <a16:creationId xmlns:a16="http://schemas.microsoft.com/office/drawing/2014/main" id="{BADE7F4E-45B0-1F7D-11BE-62844E36A017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11960" y="4510680"/>
                    <a:ext cx="360" cy="360"/>
                  </p14:xfrm>
                </p:contentPart>
              </mc:Choice>
              <mc:Fallback xmlns="">
                <p:pic>
                  <p:nvPicPr>
                    <p:cNvPr id="57" name="잉크 56">
                      <a:extLst>
                        <a:ext uri="{FF2B5EF4-FFF2-40B4-BE49-F238E27FC236}">
                          <a16:creationId xmlns:a16="http://schemas.microsoft.com/office/drawing/2014/main" id="{53AD921C-A88B-5D15-4F24-6430B143F62B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349320" y="444804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5">
                  <p14:nvContentPartPr>
                    <p14:cNvPr id="43" name="잉크 42">
                      <a:extLst>
                        <a:ext uri="{FF2B5EF4-FFF2-40B4-BE49-F238E27FC236}">
                          <a16:creationId xmlns:a16="http://schemas.microsoft.com/office/drawing/2014/main" id="{E85F3F95-8D41-F8D4-38D1-7A65D45C3BC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59560" y="4617600"/>
                    <a:ext cx="360" cy="720"/>
                  </p14:xfrm>
                </p:contentPart>
              </mc:Choice>
              <mc:Fallback xmlns="">
                <p:pic>
                  <p:nvPicPr>
                    <p:cNvPr id="58" name="잉크 57">
                      <a:extLst>
                        <a:ext uri="{FF2B5EF4-FFF2-40B4-BE49-F238E27FC236}">
                          <a16:creationId xmlns:a16="http://schemas.microsoft.com/office/drawing/2014/main" id="{0EA2BEEA-5947-35B7-5E33-90293E0EAF0E}"/>
                        </a:ext>
                      </a:extLst>
                    </p:cNvPr>
                    <p:cNvPicPr/>
                    <p:nvPr/>
                  </p:nvPicPr>
                  <p:blipFill>
                    <a:blip r:embed="rId26"/>
                    <a:stretch>
                      <a:fillRect/>
                    </a:stretch>
                  </p:blipFill>
                  <p:spPr>
                    <a:xfrm>
                      <a:off x="1496560" y="4554600"/>
                      <a:ext cx="126000" cy="12636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7">
                  <p14:nvContentPartPr>
                    <p14:cNvPr id="44" name="잉크 43">
                      <a:extLst>
                        <a:ext uri="{FF2B5EF4-FFF2-40B4-BE49-F238E27FC236}">
                          <a16:creationId xmlns:a16="http://schemas.microsoft.com/office/drawing/2014/main" id="{A292CD42-19F6-BFD4-BFA9-55A6FA60A7AD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57040" y="4630200"/>
                    <a:ext cx="360" cy="360"/>
                  </p14:xfrm>
                </p:contentPart>
              </mc:Choice>
              <mc:Fallback xmlns="">
                <p:pic>
                  <p:nvPicPr>
                    <p:cNvPr id="59" name="잉크 58">
                      <a:extLst>
                        <a:ext uri="{FF2B5EF4-FFF2-40B4-BE49-F238E27FC236}">
                          <a16:creationId xmlns:a16="http://schemas.microsoft.com/office/drawing/2014/main" id="{632EA09C-DCAA-015F-4CA7-07973966FEB3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94040" y="456720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45" name="잉크 44">
                      <a:extLst>
                        <a:ext uri="{FF2B5EF4-FFF2-40B4-BE49-F238E27FC236}">
                          <a16:creationId xmlns:a16="http://schemas.microsoft.com/office/drawing/2014/main" id="{238A911B-F3B7-4BDB-B55B-5F82581F20B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62080" y="4581960"/>
                    <a:ext cx="360" cy="360"/>
                  </p14:xfrm>
                </p:contentPart>
              </mc:Choice>
              <mc:Fallback xmlns="">
                <p:pic>
                  <p:nvPicPr>
                    <p:cNvPr id="60" name="잉크 59">
                      <a:extLst>
                        <a:ext uri="{FF2B5EF4-FFF2-40B4-BE49-F238E27FC236}">
                          <a16:creationId xmlns:a16="http://schemas.microsoft.com/office/drawing/2014/main" id="{A293922B-6DB1-EAB4-2F36-94E3E9CE3F17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99080" y="451896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9">
                  <p14:nvContentPartPr>
                    <p14:cNvPr id="46" name="잉크 45">
                      <a:extLst>
                        <a:ext uri="{FF2B5EF4-FFF2-40B4-BE49-F238E27FC236}">
                          <a16:creationId xmlns:a16="http://schemas.microsoft.com/office/drawing/2014/main" id="{0D504A22-4D34-2E5C-80F4-B54B77251536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41560" y="4541280"/>
                    <a:ext cx="360" cy="360"/>
                  </p14:xfrm>
                </p:contentPart>
              </mc:Choice>
              <mc:Fallback xmlns="">
                <p:pic>
                  <p:nvPicPr>
                    <p:cNvPr id="61" name="잉크 60">
                      <a:extLst>
                        <a:ext uri="{FF2B5EF4-FFF2-40B4-BE49-F238E27FC236}">
                          <a16:creationId xmlns:a16="http://schemas.microsoft.com/office/drawing/2014/main" id="{E5E7397D-4D07-5F03-762C-F9C642AA4BBE}"/>
                        </a:ext>
                      </a:extLst>
                    </p:cNvPr>
                    <p:cNvPicPr/>
                    <p:nvPr/>
                  </p:nvPicPr>
                  <p:blipFill>
                    <a:blip r:embed="rId10"/>
                    <a:stretch>
                      <a:fillRect/>
                    </a:stretch>
                  </p:blipFill>
                  <p:spPr>
                    <a:xfrm>
                      <a:off x="1478920" y="4478280"/>
                      <a:ext cx="126000" cy="126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47" name="잉크 46">
                      <a:extLst>
                        <a:ext uri="{FF2B5EF4-FFF2-40B4-BE49-F238E27FC236}">
                          <a16:creationId xmlns:a16="http://schemas.microsoft.com/office/drawing/2014/main" id="{F3791EAB-BD35-3B52-FABE-D28C80D2176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88000" y="4365960"/>
                    <a:ext cx="141840" cy="360"/>
                  </p14:xfrm>
                </p:contentPart>
              </mc:Choice>
              <mc:Fallback xmlns="">
                <p:pic>
                  <p:nvPicPr>
                    <p:cNvPr id="62" name="잉크 61">
                      <a:extLst>
                        <a:ext uri="{FF2B5EF4-FFF2-40B4-BE49-F238E27FC236}">
                          <a16:creationId xmlns:a16="http://schemas.microsoft.com/office/drawing/2014/main" id="{0A113DDA-2D84-A233-7C25-845D5933EA78}"/>
                        </a:ext>
                      </a:extLst>
                    </p:cNvPr>
                    <p:cNvPicPr/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1576778" y="4357320"/>
                      <a:ext cx="163834" cy="180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2">
                  <p14:nvContentPartPr>
                    <p14:cNvPr id="48" name="잉크 47">
                      <a:extLst>
                        <a:ext uri="{FF2B5EF4-FFF2-40B4-BE49-F238E27FC236}">
                          <a16:creationId xmlns:a16="http://schemas.microsoft.com/office/drawing/2014/main" id="{9E6D6F1D-3C18-E0AB-70B4-5EDCA76DCDB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631920" y="4391520"/>
                    <a:ext cx="39600" cy="10440"/>
                  </p14:xfrm>
                </p:contentPart>
              </mc:Choice>
              <mc:Fallback xmlns="">
                <p:pic>
                  <p:nvPicPr>
                    <p:cNvPr id="63" name="잉크 62">
                      <a:extLst>
                        <a:ext uri="{FF2B5EF4-FFF2-40B4-BE49-F238E27FC236}">
                          <a16:creationId xmlns:a16="http://schemas.microsoft.com/office/drawing/2014/main" id="{D4825752-6728-7DC3-40E8-2682742121E2}"/>
                        </a:ext>
                      </a:extLst>
                    </p:cNvPr>
                    <p:cNvPicPr/>
                    <p:nvPr/>
                  </p:nvPicPr>
                  <p:blipFill>
                    <a:blip r:embed="rId33"/>
                    <a:stretch>
                      <a:fillRect/>
                    </a:stretch>
                  </p:blipFill>
                  <p:spPr>
                    <a:xfrm>
                      <a:off x="1621120" y="4380645"/>
                      <a:ext cx="61650" cy="31755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</p:grpSp>
        <p:pic>
          <p:nvPicPr>
            <p:cNvPr id="26" name="그래픽 25" descr="고무 오리 윤곽선">
              <a:extLst>
                <a:ext uri="{FF2B5EF4-FFF2-40B4-BE49-F238E27FC236}">
                  <a16:creationId xmlns:a16="http://schemas.microsoft.com/office/drawing/2014/main" id="{F3B53BDC-1FEB-C7CA-09FF-4ED3C21FE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929149" y="3982373"/>
              <a:ext cx="914400" cy="914400"/>
            </a:xfrm>
            <a:prstGeom prst="rect">
              <a:avLst/>
            </a:prstGeom>
          </p:spPr>
        </p:pic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58B31228-583D-E0E6-4A5F-6E26FC1726F6}"/>
              </a:ext>
            </a:extLst>
          </p:cNvPr>
          <p:cNvSpPr txBox="1"/>
          <p:nvPr/>
        </p:nvSpPr>
        <p:spPr>
          <a:xfrm>
            <a:off x="2581372" y="2323413"/>
            <a:ext cx="1124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rPr>
              <a:t>이름</a:t>
            </a:r>
            <a:r>
              <a:rPr lang="en-US" altLang="ko-KR" sz="1400" dirty="0">
                <a:solidFill>
                  <a:schemeClr val="bg1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rPr>
              <a:t>: </a:t>
            </a:r>
            <a:r>
              <a:rPr lang="ko-KR" altLang="en-US" sz="1400" dirty="0">
                <a:solidFill>
                  <a:schemeClr val="bg1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rPr>
              <a:t>오리</a:t>
            </a:r>
            <a:endParaRPr lang="en-US" altLang="ko-KR" sz="1400" dirty="0">
              <a:solidFill>
                <a:schemeClr val="bg1"/>
              </a:solidFill>
              <a:effectLst>
                <a:glow rad="101600">
                  <a:schemeClr val="bg2">
                    <a:lumMod val="90000"/>
                    <a:alpha val="60000"/>
                  </a:schemeClr>
                </a:glow>
              </a:effectLst>
            </a:endParaRPr>
          </a:p>
          <a:p>
            <a:r>
              <a:rPr lang="ko-KR" altLang="en-US" sz="1400" dirty="0">
                <a:solidFill>
                  <a:schemeClr val="bg1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rPr>
              <a:t>가격</a:t>
            </a:r>
            <a:r>
              <a:rPr lang="en-US" altLang="ko-KR" sz="1400" dirty="0">
                <a:solidFill>
                  <a:schemeClr val="bg1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rPr>
              <a:t>: $1</a:t>
            </a:r>
            <a:endParaRPr lang="ko-KR" altLang="en-US" sz="1400" dirty="0">
              <a:solidFill>
                <a:schemeClr val="bg1"/>
              </a:solidFill>
              <a:effectLst>
                <a:glow rad="101600">
                  <a:schemeClr val="bg2">
                    <a:lumMod val="90000"/>
                    <a:alpha val="60000"/>
                  </a:schemeClr>
                </a:glow>
              </a:effectLst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B772E53A-BF7F-B1DB-B7C9-039825154642}"/>
              </a:ext>
            </a:extLst>
          </p:cNvPr>
          <p:cNvGrpSpPr/>
          <p:nvPr/>
        </p:nvGrpSpPr>
        <p:grpSpPr>
          <a:xfrm>
            <a:off x="1832799" y="1663847"/>
            <a:ext cx="806704" cy="1336650"/>
            <a:chOff x="1894580" y="3028959"/>
            <a:chExt cx="806704" cy="1336650"/>
          </a:xfrm>
        </p:grpSpPr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FCD6D99D-D615-4569-E10D-82876078BD65}"/>
                </a:ext>
              </a:extLst>
            </p:cNvPr>
            <p:cNvSpPr/>
            <p:nvPr/>
          </p:nvSpPr>
          <p:spPr>
            <a:xfrm>
              <a:off x="1894580" y="3558905"/>
              <a:ext cx="806704" cy="806704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284E4F1A-463A-EF5A-FFBB-B371E90918AC}"/>
                </a:ext>
              </a:extLst>
            </p:cNvPr>
            <p:cNvCxnSpPr>
              <a:cxnSpLocks/>
              <a:stCxn id="142" idx="0"/>
              <a:endCxn id="144" idx="2"/>
            </p:cNvCxnSpPr>
            <p:nvPr/>
          </p:nvCxnSpPr>
          <p:spPr>
            <a:xfrm flipV="1">
              <a:off x="2297932" y="3398291"/>
              <a:ext cx="0" cy="160614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5E437A25-049D-0577-C608-5526744B0F2C}"/>
                </a:ext>
              </a:extLst>
            </p:cNvPr>
            <p:cNvSpPr txBox="1"/>
            <p:nvPr/>
          </p:nvSpPr>
          <p:spPr>
            <a:xfrm>
              <a:off x="1952710" y="3028959"/>
              <a:ext cx="690444" cy="3693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b="1" dirty="0"/>
                <a:t>자원</a:t>
              </a:r>
              <a:endParaRPr lang="ko-KR" altLang="en-US" dirty="0"/>
            </a:p>
          </p:txBody>
        </p:sp>
      </p:grpSp>
      <p:sp>
        <p:nvSpPr>
          <p:cNvPr id="139" name="TextBox 138">
            <a:extLst>
              <a:ext uri="{FF2B5EF4-FFF2-40B4-BE49-F238E27FC236}">
                <a16:creationId xmlns:a16="http://schemas.microsoft.com/office/drawing/2014/main" id="{9FB8F770-5DFC-0058-55F6-967C099404E5}"/>
              </a:ext>
            </a:extLst>
          </p:cNvPr>
          <p:cNvSpPr txBox="1"/>
          <p:nvPr/>
        </p:nvSpPr>
        <p:spPr>
          <a:xfrm>
            <a:off x="1742457" y="2870638"/>
            <a:ext cx="9187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rPr>
              <a:t>줍기</a:t>
            </a:r>
            <a:r>
              <a:rPr lang="en-US" altLang="ko-KR" sz="1400" dirty="0">
                <a:solidFill>
                  <a:schemeClr val="bg1"/>
                </a:solidFill>
                <a:effectLst>
                  <a:glow rad="101600">
                    <a:schemeClr val="bg2">
                      <a:lumMod val="90000"/>
                      <a:alpha val="60000"/>
                    </a:schemeClr>
                  </a:glow>
                </a:effectLst>
              </a:rPr>
              <a:t>: [E]</a:t>
            </a:r>
            <a:endParaRPr lang="ko-KR" altLang="en-US" sz="1400" dirty="0">
              <a:solidFill>
                <a:schemeClr val="bg1"/>
              </a:solidFill>
              <a:effectLst>
                <a:glow rad="101600">
                  <a:schemeClr val="bg2">
                    <a:lumMod val="90000"/>
                    <a:alpha val="6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74124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745B8-D0FC-1D6A-8634-49BB3449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D6E089-AC97-DE87-9F00-7C1B232F4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도구 </a:t>
            </a:r>
            <a:r>
              <a:rPr lang="ko-KR" altLang="en-US" dirty="0" err="1"/>
              <a:t>퀵슬롯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D188BD-B1EE-C46C-36F4-789AD546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16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CABAEA1-FF17-F5F8-824A-03CA141F1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249" y="2284816"/>
            <a:ext cx="4061072" cy="2288367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4F2E1CF-D190-EB1A-33BF-D573EF1A0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500" y="953655"/>
            <a:ext cx="7429967" cy="5291870"/>
          </a:xfrm>
        </p:spPr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/>
              <a:t>도구</a:t>
            </a:r>
            <a:r>
              <a:rPr lang="en-US" altLang="ko-KR" dirty="0"/>
              <a:t>’ </a:t>
            </a:r>
            <a:r>
              <a:rPr lang="ko-KR" altLang="en-US" dirty="0"/>
              <a:t>아이템을 소지할 수 있는 </a:t>
            </a:r>
            <a:r>
              <a:rPr lang="ko-KR" altLang="en-US" dirty="0" err="1"/>
              <a:t>퀵슬롯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 </a:t>
            </a:r>
            <a:r>
              <a:rPr lang="en-US" altLang="ko-KR" dirty="0"/>
              <a:t>4</a:t>
            </a:r>
            <a:r>
              <a:rPr lang="ko-KR" altLang="en-US" dirty="0"/>
              <a:t>개의 도구 소지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선택된 슬롯의 도구를 손에 들고 사용할 수 있음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FE032C0-CAFE-1475-95A6-673C7B1D760E}"/>
              </a:ext>
            </a:extLst>
          </p:cNvPr>
          <p:cNvSpPr/>
          <p:nvPr/>
        </p:nvSpPr>
        <p:spPr>
          <a:xfrm rot="16200000">
            <a:off x="3258842" y="3096917"/>
            <a:ext cx="1662402" cy="659114"/>
          </a:xfrm>
          <a:prstGeom prst="ellipse">
            <a:avLst/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1818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0DA2B-9219-7170-A7FF-9ED90D2F7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무게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B0EAB-A1E5-C418-F34C-9A772A24A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1" dirty="0"/>
              <a:t>무게</a:t>
            </a:r>
            <a:endParaRPr lang="en-US" altLang="ko-KR" sz="2000" b="1" dirty="0"/>
          </a:p>
          <a:p>
            <a:r>
              <a:rPr lang="ko-KR" altLang="en-US" dirty="0"/>
              <a:t>선택과 집중의 전략적인 요소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단순한 </a:t>
            </a:r>
            <a:r>
              <a:rPr lang="ko-KR" altLang="en-US" dirty="0" err="1"/>
              <a:t>디버프</a:t>
            </a:r>
            <a:r>
              <a:rPr lang="en-US" altLang="ko-KR" dirty="0"/>
              <a:t>(</a:t>
            </a:r>
            <a:r>
              <a:rPr lang="ko-KR" altLang="en-US" dirty="0"/>
              <a:t>속도 느려짐</a:t>
            </a:r>
            <a:r>
              <a:rPr lang="en-US" altLang="ko-KR" dirty="0"/>
              <a:t>)</a:t>
            </a:r>
            <a:r>
              <a:rPr lang="ko-KR" altLang="en-US" dirty="0"/>
              <a:t> 이상</a:t>
            </a:r>
            <a:endParaRPr lang="en-US" altLang="ko-KR" dirty="0"/>
          </a:p>
          <a:p>
            <a:r>
              <a:rPr lang="ko-KR" altLang="en-US" dirty="0"/>
              <a:t>무게를 이용한 퍼즐이나 맵 </a:t>
            </a:r>
            <a:r>
              <a:rPr lang="ko-KR" altLang="en-US" dirty="0" err="1"/>
              <a:t>기믹</a:t>
            </a:r>
            <a:r>
              <a:rPr lang="ko-KR" altLang="en-US" dirty="0"/>
              <a:t> 등을 기획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EC0BF5-8979-5A1B-298A-56C659A0E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04103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6B01D9-6428-DF26-5F92-55AEEB0A8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무게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2C753-D667-CB04-72E8-57B64DE08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무게 시스템</a:t>
            </a:r>
            <a:endParaRPr lang="en-US" altLang="ko-KR" b="1" dirty="0"/>
          </a:p>
          <a:p>
            <a:pPr>
              <a:buFontTx/>
              <a:buChar char="-"/>
            </a:pPr>
            <a:r>
              <a:rPr lang="ko-KR" altLang="en-US" dirty="0"/>
              <a:t>인벤토리의 무게가 증가할수록</a:t>
            </a:r>
            <a:r>
              <a:rPr lang="en-US" altLang="ko-KR" dirty="0"/>
              <a:t>, </a:t>
            </a:r>
            <a:r>
              <a:rPr lang="ko-KR" altLang="en-US" dirty="0"/>
              <a:t>플레이어의 이동 속도와 스태미나 소모량이 증가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현재 인벤토리의 무게가 특정 비율을 넘길 때마다</a:t>
            </a:r>
            <a:r>
              <a:rPr lang="en-US" altLang="ko-KR" dirty="0"/>
              <a:t>, </a:t>
            </a:r>
            <a:r>
              <a:rPr lang="ko-KR" altLang="en-US" dirty="0"/>
              <a:t>단계에 따른 효과가 적용됨</a:t>
            </a: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이동 관련 상태</a:t>
            </a:r>
            <a:r>
              <a:rPr lang="en-US" altLang="ko-KR" dirty="0"/>
              <a:t>: Walk, </a:t>
            </a:r>
            <a:r>
              <a:rPr lang="en-US" altLang="ko-KR" dirty="0" err="1"/>
              <a:t>DuckDownWalk</a:t>
            </a:r>
            <a:r>
              <a:rPr lang="en-US" altLang="ko-KR" dirty="0"/>
              <a:t>, Run / </a:t>
            </a:r>
            <a:r>
              <a:rPr lang="ko-KR" altLang="en-US" dirty="0"/>
              <a:t>스태미나 소모 상태</a:t>
            </a:r>
            <a:r>
              <a:rPr lang="en-US" altLang="ko-KR" dirty="0"/>
              <a:t>: Run, Jump</a:t>
            </a:r>
          </a:p>
          <a:p>
            <a:pPr>
              <a:buFontTx/>
              <a:buChar char="-"/>
            </a:pPr>
            <a:endParaRPr lang="en-US" altLang="ko-KR" dirty="0"/>
          </a:p>
          <a:p>
            <a:pPr>
              <a:buFontTx/>
              <a:buChar char="-"/>
            </a:pPr>
            <a:r>
              <a:rPr lang="ko-KR" altLang="en-US" dirty="0"/>
              <a:t>단계 변화는 화면에 </a:t>
            </a:r>
            <a:r>
              <a:rPr lang="en-US" altLang="ko-KR" dirty="0"/>
              <a:t>UI</a:t>
            </a:r>
            <a:r>
              <a:rPr lang="ko-KR" altLang="en-US" dirty="0"/>
              <a:t>로 별도 표시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74F21-1297-3651-3D9C-81E23DC31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D19FCFD-CDFB-427F-DFDA-1438FA8DB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261908"/>
              </p:ext>
            </p:extLst>
          </p:nvPr>
        </p:nvGraphicFramePr>
        <p:xfrm>
          <a:off x="3242085" y="2474577"/>
          <a:ext cx="5679369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>
                  <a:extLst>
                    <a:ext uri="{9D8B030D-6E8A-4147-A177-3AD203B41FA5}">
                      <a16:colId xmlns:a16="http://schemas.microsoft.com/office/drawing/2014/main" val="2857904596"/>
                    </a:ext>
                  </a:extLst>
                </a:gridCol>
                <a:gridCol w="1259205">
                  <a:extLst>
                    <a:ext uri="{9D8B030D-6E8A-4147-A177-3AD203B41FA5}">
                      <a16:colId xmlns:a16="http://schemas.microsoft.com/office/drawing/2014/main" val="1193084358"/>
                    </a:ext>
                  </a:extLst>
                </a:gridCol>
                <a:gridCol w="3699121">
                  <a:extLst>
                    <a:ext uri="{9D8B030D-6E8A-4147-A177-3AD203B41FA5}">
                      <a16:colId xmlns:a16="http://schemas.microsoft.com/office/drawing/2014/main" val="31735277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비율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무게 단계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효과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E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4756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10%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감소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스태미나 소모량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20%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160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20%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감소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스태미나 소모량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30%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31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90%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이동 속도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40%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감소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스태미나 소모량 </a:t>
                      </a: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40% 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증가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7560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57FADE-588C-B65A-0480-E7BB2617EFAE}"/>
              </a:ext>
            </a:extLst>
          </p:cNvPr>
          <p:cNvSpPr txBox="1"/>
          <p:nvPr/>
        </p:nvSpPr>
        <p:spPr>
          <a:xfrm>
            <a:off x="2909455" y="4775200"/>
            <a:ext cx="6011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/>
              <a:t>(</a:t>
            </a:r>
            <a:r>
              <a:rPr lang="ko-KR" altLang="en-US" sz="1200" dirty="0"/>
              <a:t>무게 비율</a:t>
            </a:r>
            <a:r>
              <a:rPr lang="en-US" altLang="ko-KR" sz="1200" dirty="0"/>
              <a:t> </a:t>
            </a:r>
            <a:r>
              <a:rPr lang="ko-KR" altLang="en-US" sz="1200" dirty="0"/>
              <a:t>및 증가</a:t>
            </a:r>
            <a:r>
              <a:rPr lang="en-US" altLang="ko-KR" sz="1200" dirty="0"/>
              <a:t>, </a:t>
            </a:r>
            <a:r>
              <a:rPr lang="ko-KR" altLang="en-US" sz="1200" dirty="0"/>
              <a:t>감소량이 적절한지 아직 확인하지 못함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17653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88BC1-ECE6-35A8-86DD-20F1E2883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동적</a:t>
            </a:r>
            <a:r>
              <a:rPr lang="en-US" altLang="ko-KR" dirty="0"/>
              <a:t>) </a:t>
            </a:r>
            <a:r>
              <a:rPr lang="ko-KR" altLang="en-US" dirty="0"/>
              <a:t>난이도 조절 시스템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672882-4A86-C6AD-80A4-C934CF472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000" b="1" dirty="0"/>
              <a:t>표정 인식을 통한 난이도 조절</a:t>
            </a:r>
          </a:p>
          <a:p>
            <a:endParaRPr lang="ko-KR" altLang="en-US" dirty="0"/>
          </a:p>
          <a:p>
            <a:r>
              <a:rPr lang="ko-KR" altLang="en-US" dirty="0"/>
              <a:t>맵 생성 시</a:t>
            </a:r>
          </a:p>
          <a:p>
            <a:r>
              <a:rPr lang="ko-KR" altLang="en-US" dirty="0"/>
              <a:t>절차적 맵 생성과 연계하여</a:t>
            </a:r>
            <a:r>
              <a:rPr lang="en-US" altLang="ko-KR" dirty="0"/>
              <a:t>, </a:t>
            </a:r>
            <a:r>
              <a:rPr lang="ko-KR" altLang="en-US" dirty="0"/>
              <a:t>맵 생성 시 ‘전판 유저들에게 많이 보였던 표정 </a:t>
            </a:r>
            <a:r>
              <a:rPr lang="en-US" altLang="ko-KR" dirty="0"/>
              <a:t>+ </a:t>
            </a:r>
            <a:r>
              <a:rPr lang="ko-KR" altLang="en-US" dirty="0"/>
              <a:t>게임 결과</a:t>
            </a:r>
            <a:r>
              <a:rPr lang="en-US" altLang="ko-KR" dirty="0"/>
              <a:t>(</a:t>
            </a:r>
            <a:r>
              <a:rPr lang="ko-KR" altLang="en-US" dirty="0"/>
              <a:t>사망 수</a:t>
            </a:r>
            <a:r>
              <a:rPr lang="en-US" altLang="ko-KR" dirty="0"/>
              <a:t>, </a:t>
            </a:r>
            <a:r>
              <a:rPr lang="ko-KR" altLang="en-US" dirty="0"/>
              <a:t>번 자원 수</a:t>
            </a:r>
            <a:r>
              <a:rPr lang="en-US" altLang="ko-KR" dirty="0"/>
              <a:t>/</a:t>
            </a:r>
            <a:r>
              <a:rPr lang="ko-KR" altLang="en-US" dirty="0"/>
              <a:t>금액</a:t>
            </a:r>
            <a:r>
              <a:rPr lang="en-US" altLang="ko-KR" dirty="0"/>
              <a:t>)’</a:t>
            </a:r>
            <a:r>
              <a:rPr lang="ko-KR" altLang="en-US" dirty="0"/>
              <a:t>에 따라 더욱 세부적으로 </a:t>
            </a:r>
            <a:r>
              <a:rPr lang="ko-KR" altLang="en-US" dirty="0" err="1"/>
              <a:t>맵의</a:t>
            </a:r>
            <a:r>
              <a:rPr lang="ko-KR" altLang="en-US" dirty="0"/>
              <a:t> 난이도 조절</a:t>
            </a:r>
          </a:p>
          <a:p>
            <a:endParaRPr lang="ko-KR" altLang="en-US" dirty="0"/>
          </a:p>
          <a:p>
            <a:r>
              <a:rPr lang="ko-KR" altLang="en-US" dirty="0"/>
              <a:t>게임 플레이 도중</a:t>
            </a:r>
          </a:p>
          <a:p>
            <a:r>
              <a:rPr lang="ko-KR" altLang="en-US" dirty="0"/>
              <a:t>유저의 표정을 분석하여 실시간으로 특별한 이벤트 발생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특별한 이벤트</a:t>
            </a:r>
            <a:r>
              <a:rPr lang="en-US" altLang="ko-KR" dirty="0"/>
              <a:t>: </a:t>
            </a:r>
            <a:r>
              <a:rPr lang="ko-KR" altLang="en-US" dirty="0"/>
              <a:t>몬스터 </a:t>
            </a:r>
            <a:r>
              <a:rPr lang="ko-KR" altLang="en-US" dirty="0" err="1"/>
              <a:t>스폰</a:t>
            </a:r>
            <a:r>
              <a:rPr lang="en-US" altLang="ko-KR" dirty="0"/>
              <a:t>, </a:t>
            </a:r>
            <a:r>
              <a:rPr lang="ko-KR" altLang="en-US" dirty="0"/>
              <a:t>맵 구조 변경 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고정된 패턴 타파 </a:t>
            </a:r>
            <a:r>
              <a:rPr lang="en-US" altLang="ko-KR" dirty="0"/>
              <a:t>&amp; </a:t>
            </a:r>
            <a:r>
              <a:rPr lang="ko-KR" altLang="en-US" dirty="0"/>
              <a:t>능동적으로 변화하는 게임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74D0FA-CB4C-0B3B-4DB7-20DD5C48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3EFF4-4F73-4713-85F9-663DD6DC393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05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1차 발표_2022182024윤이하나</Template>
  <TotalTime>744</TotalTime>
  <Words>1188</Words>
  <Application>Microsoft Office PowerPoint</Application>
  <PresentationFormat>와이드스크린</PresentationFormat>
  <Paragraphs>344</Paragraphs>
  <Slides>19</Slides>
  <Notes>2</Notes>
  <HiddenSlides>1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SB 어그로 Bold</vt:lpstr>
      <vt:lpstr>Arial</vt:lpstr>
      <vt:lpstr>SB 어그로 Light</vt:lpstr>
      <vt:lpstr>맑은 고딕</vt:lpstr>
      <vt:lpstr>Office 테마</vt:lpstr>
      <vt:lpstr>SPACE ROBBER</vt:lpstr>
      <vt:lpstr>목차</vt:lpstr>
      <vt:lpstr>기능 정리 _Leathal Company와 동일</vt:lpstr>
      <vt:lpstr>기능 정리 _Leathal Company와 동일</vt:lpstr>
      <vt:lpstr>기능 정리 _Leathal Company와 동일</vt:lpstr>
      <vt:lpstr>기능 정리 _Leathal Company와 동일</vt:lpstr>
      <vt:lpstr>컨트롤_인게임</vt:lpstr>
      <vt:lpstr>컨트롤</vt:lpstr>
      <vt:lpstr>플레이어 - 상태(state)</vt:lpstr>
      <vt:lpstr>플레이어 – 스탯(stat)</vt:lpstr>
      <vt:lpstr>자원 수집</vt:lpstr>
      <vt:lpstr>아이템</vt:lpstr>
      <vt:lpstr>UI</vt:lpstr>
      <vt:lpstr>UI</vt:lpstr>
      <vt:lpstr>인벤토리</vt:lpstr>
      <vt:lpstr>도구 퀵슬롯</vt:lpstr>
      <vt:lpstr>무게 시스템</vt:lpstr>
      <vt:lpstr>무게 시스템</vt:lpstr>
      <vt:lpstr>(동적) 난이도 조절 시스템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이하나 윤</dc:creator>
  <cp:lastModifiedBy>이하나 윤</cp:lastModifiedBy>
  <cp:revision>2</cp:revision>
  <dcterms:created xsi:type="dcterms:W3CDTF">2025-11-10T15:58:51Z</dcterms:created>
  <dcterms:modified xsi:type="dcterms:W3CDTF">2025-12-23T19:46:56Z</dcterms:modified>
</cp:coreProperties>
</file>