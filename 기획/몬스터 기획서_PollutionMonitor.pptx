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85" r:id="rId3"/>
    <p:sldId id="276" r:id="rId4"/>
    <p:sldId id="283" r:id="rId5"/>
    <p:sldId id="286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00"/>
    <a:srgbClr val="FF00FF"/>
    <a:srgbClr val="D9D9D9"/>
    <a:srgbClr val="BFBFBF"/>
    <a:srgbClr val="8B5831"/>
    <a:srgbClr val="000000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102" y="972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몬스터 기획</a:t>
            </a:r>
            <a:br>
              <a:rPr lang="ko-KR" altLang="en-US" dirty="0">
                <a:ea typeface="맑은 고딕"/>
              </a:rPr>
            </a:br>
            <a:r>
              <a:rPr lang="en-US" altLang="ko-KR" dirty="0" err="1">
                <a:ea typeface="맑은 고딕"/>
              </a:rPr>
              <a:t>PollutionMonitor</a:t>
            </a:r>
            <a:endParaRPr lang="ko-KR" altLang="en-US" dirty="0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오염 감시자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2026.05.10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7766FBD-B591-A037-FCEC-DAE1E68C39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06F81B6-C842-CBBE-37A2-60167BF6F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기능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A01F31-24D2-89D5-3088-824B003D8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스폰</a:t>
            </a:r>
            <a:r>
              <a:rPr lang="ko-KR" altLang="en-US" dirty="0"/>
              <a:t> 조건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Fear</a:t>
            </a:r>
            <a:r>
              <a:rPr lang="ko-KR" altLang="en-US" dirty="0"/>
              <a:t>와 </a:t>
            </a:r>
            <a:r>
              <a:rPr lang="en-US" altLang="ko-KR" dirty="0"/>
              <a:t>Surprise</a:t>
            </a:r>
            <a:r>
              <a:rPr lang="ko-KR" altLang="en-US" dirty="0"/>
              <a:t>의 누적된 값이 일정 이상이 되면</a:t>
            </a:r>
            <a:r>
              <a:rPr lang="en-US" altLang="ko-KR" dirty="0"/>
              <a:t>, 40</a:t>
            </a:r>
            <a:r>
              <a:rPr lang="ko-KR" altLang="en-US" dirty="0"/>
              <a:t>초에 한 번씩 </a:t>
            </a:r>
            <a:r>
              <a:rPr lang="ko-KR" altLang="en-US" dirty="0" err="1"/>
              <a:t>스폰</a:t>
            </a:r>
            <a:r>
              <a:rPr lang="ko-KR" altLang="en-US" dirty="0"/>
              <a:t> 확률을 체크함</a:t>
            </a:r>
            <a:r>
              <a:rPr lang="en-US" altLang="ko-KR" dirty="0"/>
              <a:t>(30% </a:t>
            </a:r>
            <a:r>
              <a:rPr lang="ko-KR" altLang="en-US" dirty="0"/>
              <a:t>확률로 </a:t>
            </a:r>
            <a:r>
              <a:rPr lang="ko-KR" altLang="en-US" dirty="0" err="1"/>
              <a:t>스폰됨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 err="1"/>
              <a:t>스폰</a:t>
            </a:r>
            <a:r>
              <a:rPr lang="ko-KR" altLang="en-US" dirty="0"/>
              <a:t> 후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맵의</a:t>
            </a:r>
            <a:r>
              <a:rPr lang="ko-KR" altLang="en-US" dirty="0"/>
              <a:t> </a:t>
            </a:r>
            <a:r>
              <a:rPr lang="ko-KR" altLang="en-US" dirty="0" err="1"/>
              <a:t>랜덤한</a:t>
            </a:r>
            <a:r>
              <a:rPr lang="ko-KR" altLang="en-US" dirty="0"/>
              <a:t> 위치에 </a:t>
            </a:r>
            <a:r>
              <a:rPr lang="ko-KR" altLang="en-US" dirty="0" err="1"/>
              <a:t>스폰됨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스폰된</a:t>
            </a:r>
            <a:r>
              <a:rPr lang="ko-KR" altLang="en-US" dirty="0"/>
              <a:t> 후</a:t>
            </a:r>
            <a:r>
              <a:rPr lang="en-US" altLang="ko-KR" dirty="0"/>
              <a:t>, </a:t>
            </a:r>
            <a:r>
              <a:rPr lang="ko-KR" altLang="en-US" dirty="0"/>
              <a:t>대기 시간이 종료되면 기지를 제외한 나머지 큐브에 있는 모든 플레이어의 </a:t>
            </a:r>
            <a:r>
              <a:rPr lang="en-US" altLang="ko-KR" dirty="0"/>
              <a:t>HP</a:t>
            </a:r>
            <a:r>
              <a:rPr lang="ko-KR" altLang="en-US" dirty="0"/>
              <a:t>를 감소시킴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그러나 </a:t>
            </a:r>
            <a:r>
              <a:rPr lang="ko-KR" altLang="en-US" dirty="0" err="1"/>
              <a:t>스폰된</a:t>
            </a:r>
            <a:r>
              <a:rPr lang="ko-KR" altLang="en-US" dirty="0"/>
              <a:t> 후</a:t>
            </a:r>
            <a:r>
              <a:rPr lang="en-US" altLang="ko-KR" dirty="0"/>
              <a:t>, </a:t>
            </a:r>
            <a:r>
              <a:rPr lang="ko-KR" altLang="en-US" dirty="0"/>
              <a:t>대기 시간 안에 죽이면 사라짐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죽여서 사라지거나</a:t>
            </a:r>
            <a:r>
              <a:rPr lang="en-US" altLang="ko-KR" dirty="0"/>
              <a:t>, </a:t>
            </a:r>
            <a:r>
              <a:rPr lang="ko-KR" altLang="en-US" dirty="0"/>
              <a:t>대기 시간이 종료돼서 사라지면</a:t>
            </a:r>
            <a:r>
              <a:rPr lang="en-US" altLang="ko-KR" dirty="0"/>
              <a:t>, 2</a:t>
            </a:r>
            <a:r>
              <a:rPr lang="ko-KR" altLang="en-US" dirty="0"/>
              <a:t>분이 지난 뒤부터 다시 </a:t>
            </a:r>
            <a:r>
              <a:rPr lang="en-US" altLang="ko-KR" dirty="0"/>
              <a:t>‘</a:t>
            </a:r>
            <a:r>
              <a:rPr lang="ko-KR" altLang="en-US" dirty="0" err="1"/>
              <a:t>스폰</a:t>
            </a:r>
            <a:r>
              <a:rPr lang="ko-KR" altLang="en-US" dirty="0"/>
              <a:t> 조건</a:t>
            </a:r>
            <a:r>
              <a:rPr lang="en-US" altLang="ko-KR" dirty="0"/>
              <a:t>‘</a:t>
            </a:r>
            <a:r>
              <a:rPr lang="ko-KR" altLang="en-US" dirty="0"/>
              <a:t>을 확인함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5A6336E-AA83-93B1-E3BB-752870018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0569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079500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State,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Stat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36817"/>
              </p:ext>
            </p:extLst>
          </p:nvPr>
        </p:nvGraphicFramePr>
        <p:xfrm>
          <a:off x="1892299" y="119158"/>
          <a:ext cx="5901365" cy="3254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38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478098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9867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다음 상태로 전이될 때까지 대기한다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394358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Check</a:t>
                      </a:r>
                      <a:br>
                        <a:rPr lang="en-US" altLang="ko-KR" sz="1200" b="1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조건 확인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누적된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Fear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Surprise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값의 합이 기준을 충족했는지 확인함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감정 값이 서버로 보내질 때마다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충족하는 순간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확인을 멈추고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40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초에 한 번씩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스폰할지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말지 판정함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(30%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확률로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스폰함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27171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Spawn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맵에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스폰되어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공격 대기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Timer’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동안 대기한다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(Ghost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</a:rPr>
                        <a:t>의 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Staring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</a:rPr>
                        <a:t>이랑 같을지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?)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639916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Attack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기지를 제외한 나머지 큐브에 있는 모든 플레이어의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를 감소시킨다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9189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Hit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44593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Die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F33489-AA9A-ED34-AA51-D1330E4A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0545552"/>
              </p:ext>
            </p:extLst>
          </p:nvPr>
        </p:nvGraphicFramePr>
        <p:xfrm>
          <a:off x="1892298" y="3643408"/>
          <a:ext cx="7575854" cy="25812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0301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572834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48926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  <a:gridCol w="4363451">
                  <a:extLst>
                    <a:ext uri="{9D8B030D-6E8A-4147-A177-3AD203B41FA5}">
                      <a16:colId xmlns:a16="http://schemas.microsoft.com/office/drawing/2014/main" val="2574364205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Stat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812405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Surprise, Fear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값의 합 기준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누적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Surprise, Fear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값의 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감정 값 서버로 보낼 때마다 더한다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  <a:p>
                      <a:pPr algn="l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Die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 되면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으로 초기화한다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98098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공격 대기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Timer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71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b="1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77EDCE-83F2-D099-09C6-8CAD6C685E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075" y="581025"/>
            <a:ext cx="7943850" cy="550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82D2E-2854-E065-C776-24258C1C7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40D60EA-8E4D-9B70-38BD-36D0902DCB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323CEB3-F0FF-DF47-63A8-11CCA0240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66F7941-A96F-B60F-1EC1-1F5261F920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600" dirty="0"/>
              <a:t>Idle</a:t>
            </a:r>
            <a:r>
              <a:rPr lang="ko-KR" altLang="en-US" sz="1600" dirty="0"/>
              <a:t>로 시작함</a:t>
            </a:r>
            <a:r>
              <a:rPr lang="en-US" altLang="ko-KR" sz="1600" dirty="0"/>
              <a:t>. 120</a:t>
            </a:r>
            <a:r>
              <a:rPr lang="ko-KR" altLang="en-US" sz="1600" dirty="0"/>
              <a:t>초 지나면 </a:t>
            </a:r>
            <a:r>
              <a:rPr lang="en-US" altLang="ko-KR" sz="1600" dirty="0"/>
              <a:t>Check</a:t>
            </a:r>
            <a:r>
              <a:rPr lang="ko-KR" altLang="en-US" sz="1600" dirty="0"/>
              <a:t>가 됨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Check</a:t>
            </a:r>
            <a:r>
              <a:rPr lang="ko-KR" altLang="en-US" sz="1600" dirty="0"/>
              <a:t>일 때는 현재까지 누적된 </a:t>
            </a:r>
            <a:r>
              <a:rPr lang="en-US" altLang="ko-KR" sz="1600" dirty="0"/>
              <a:t>Fear</a:t>
            </a:r>
            <a:r>
              <a:rPr lang="ko-KR" altLang="en-US" sz="1600" dirty="0"/>
              <a:t>와 </a:t>
            </a:r>
            <a:r>
              <a:rPr lang="en-US" altLang="ko-KR" sz="1600" dirty="0"/>
              <a:t>Surprise</a:t>
            </a:r>
            <a:r>
              <a:rPr lang="ko-KR" altLang="en-US" sz="1600" dirty="0"/>
              <a:t>의 값의 합이 기준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스탯에</a:t>
            </a:r>
            <a:r>
              <a:rPr lang="ko-KR" altLang="en-US" sz="1600" dirty="0"/>
              <a:t> 있는</a:t>
            </a:r>
            <a:r>
              <a:rPr lang="en-US" altLang="ko-KR" sz="1600" dirty="0"/>
              <a:t>)</a:t>
            </a:r>
            <a:r>
              <a:rPr lang="ko-KR" altLang="en-US" sz="1600" dirty="0"/>
              <a:t>을 넘었는지 확인한다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확인은</a:t>
            </a:r>
            <a:r>
              <a:rPr lang="en-US" altLang="ko-KR" sz="1600" dirty="0"/>
              <a:t> </a:t>
            </a:r>
            <a:r>
              <a:rPr lang="ko-KR" altLang="en-US" sz="1600" dirty="0"/>
              <a:t>감정 값이 서버로 보내질 때마다 한다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합이 기준을 충족하는 순간</a:t>
            </a:r>
            <a:r>
              <a:rPr lang="en-US" altLang="ko-KR" sz="1600" dirty="0"/>
              <a:t>, </a:t>
            </a:r>
            <a:r>
              <a:rPr lang="ko-KR" altLang="en-US" sz="1600" dirty="0"/>
              <a:t>확인을 멈추고 </a:t>
            </a:r>
            <a:r>
              <a:rPr lang="ko-KR" altLang="en-US" sz="1600" dirty="0" err="1"/>
              <a:t>스폰</a:t>
            </a:r>
            <a:r>
              <a:rPr lang="ko-KR" altLang="en-US" sz="1600" dirty="0"/>
              <a:t> 확률을 판정한다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30%</a:t>
            </a:r>
            <a:r>
              <a:rPr lang="ko-KR" altLang="en-US" sz="1600" dirty="0"/>
              <a:t> 확률로 성공하게 되면 </a:t>
            </a:r>
            <a:r>
              <a:rPr lang="en-US" altLang="ko-KR" sz="1600" dirty="0"/>
              <a:t>Spawn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Spawn </a:t>
            </a:r>
            <a:r>
              <a:rPr lang="ko-KR" altLang="en-US" sz="1600" dirty="0"/>
              <a:t>중일 때</a:t>
            </a:r>
            <a:r>
              <a:rPr lang="en-US" altLang="ko-KR" sz="1600" dirty="0"/>
              <a:t>, HP</a:t>
            </a:r>
            <a:r>
              <a:rPr lang="ko-KR" altLang="en-US" sz="1600" dirty="0"/>
              <a:t>가 감소하면 </a:t>
            </a:r>
            <a:r>
              <a:rPr lang="en-US" altLang="ko-KR" sz="1600" dirty="0"/>
              <a:t>Hit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 </a:t>
            </a:r>
          </a:p>
          <a:p>
            <a:pPr latinLnBrk="0"/>
            <a:r>
              <a:rPr lang="ko-KR" altLang="en-US" sz="1600" dirty="0"/>
              <a:t>공격 대기 </a:t>
            </a:r>
            <a:r>
              <a:rPr lang="en-US" altLang="ko-KR" sz="1600" dirty="0"/>
              <a:t>timer</a:t>
            </a:r>
            <a:r>
              <a:rPr lang="ko-KR" altLang="en-US" sz="1600" dirty="0"/>
              <a:t>가 종료하면 </a:t>
            </a:r>
            <a:r>
              <a:rPr lang="en-US" altLang="ko-KR" sz="1600" dirty="0"/>
              <a:t>Spawn</a:t>
            </a:r>
            <a:r>
              <a:rPr lang="ko-KR" altLang="en-US" sz="1600" dirty="0"/>
              <a:t>이나 </a:t>
            </a:r>
            <a:r>
              <a:rPr lang="en-US" altLang="ko-KR" sz="1600" dirty="0"/>
              <a:t>Hit</a:t>
            </a:r>
            <a:r>
              <a:rPr lang="ko-KR" altLang="en-US" sz="1600" dirty="0"/>
              <a:t>에서 </a:t>
            </a:r>
            <a:r>
              <a:rPr lang="en-US" altLang="ko-KR" sz="1600" dirty="0"/>
              <a:t>Attack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ko-KR" altLang="en-US" sz="1600" dirty="0"/>
              <a:t>공격이 끝나거나 </a:t>
            </a:r>
            <a:r>
              <a:rPr lang="en-US" altLang="ko-KR" sz="1600" dirty="0"/>
              <a:t>HP</a:t>
            </a:r>
            <a:r>
              <a:rPr lang="ko-KR" altLang="en-US" sz="1600" dirty="0"/>
              <a:t>가 </a:t>
            </a:r>
            <a:r>
              <a:rPr lang="en-US" altLang="ko-KR" sz="1600" dirty="0"/>
              <a:t>0</a:t>
            </a:r>
            <a:r>
              <a:rPr lang="ko-KR" altLang="en-US" sz="1600" dirty="0"/>
              <a:t> 이하가 되면 </a:t>
            </a:r>
            <a:r>
              <a:rPr lang="en-US" altLang="ko-KR" sz="1600" dirty="0"/>
              <a:t>Die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dirty="0"/>
              <a:t>Die</a:t>
            </a:r>
            <a:r>
              <a:rPr lang="ko-KR" altLang="en-US" dirty="0"/>
              <a:t>가 끝나면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Idle</a:t>
            </a:r>
            <a:r>
              <a:rPr lang="ko-KR" altLang="en-US" dirty="0"/>
              <a:t>이 된다</a:t>
            </a:r>
            <a:r>
              <a:rPr lang="en-US" altLang="ko-KR" dirty="0"/>
              <a:t>. </a:t>
            </a:r>
            <a:r>
              <a:rPr lang="ko-KR" altLang="en-US" dirty="0"/>
              <a:t>이때 </a:t>
            </a:r>
            <a:r>
              <a:rPr lang="ko-KR" altLang="en-US" dirty="0" err="1"/>
              <a:t>스탯을</a:t>
            </a:r>
            <a:r>
              <a:rPr lang="ko-KR" altLang="en-US" dirty="0"/>
              <a:t> 초기화한다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C24153E-368A-85B9-6933-2707590F7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1839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몬스터 기획서_TrashCollector</Template>
  <TotalTime>158</TotalTime>
  <Words>336</Words>
  <Application>Microsoft Office PowerPoint</Application>
  <PresentationFormat>와이드스크린</PresentationFormat>
  <Paragraphs>65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몬스터 기획 PollutionMonitor</vt:lpstr>
      <vt:lpstr>기능</vt:lpstr>
      <vt:lpstr>State, Stat</vt:lpstr>
      <vt:lpstr>FSM</vt:lpstr>
      <vt:lpstr>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46</cp:revision>
  <dcterms:created xsi:type="dcterms:W3CDTF">2026-05-12T06:16:34Z</dcterms:created>
  <dcterms:modified xsi:type="dcterms:W3CDTF">2026-05-12T08:55:22Z</dcterms:modified>
</cp:coreProperties>
</file>