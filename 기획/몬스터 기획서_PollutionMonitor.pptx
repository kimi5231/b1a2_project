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87" r:id="rId3"/>
    <p:sldId id="285" r:id="rId4"/>
    <p:sldId id="276" r:id="rId5"/>
    <p:sldId id="283" r:id="rId6"/>
    <p:sldId id="286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00FF"/>
    <a:srgbClr val="D9D9D9"/>
    <a:srgbClr val="BFBFBF"/>
    <a:srgbClr val="8B5831"/>
    <a:srgbClr val="000000"/>
    <a:srgbClr val="00FF00"/>
    <a:srgbClr val="00B0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" y="150"/>
      </p:cViewPr>
      <p:guideLst>
        <p:guide pos="3840"/>
        <p:guide orient="horz" pos="2160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19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2C3083C-98BF-1B2E-E667-79BF834E4A4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9B0DE5-21E2-1ED5-9F31-7EE9F610DA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DBB8C-8191-4AEC-B0E4-021A6DCC5E88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6504FD-4BA5-371F-3F45-AEF1898A8B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F4DC69-B8F7-98B9-883D-09A928A1AB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929C7-007B-4BE5-913E-66190B768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9208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139F74-74AF-4C37-AE84-1000E0D0E51D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76A66-B71B-41D7-B3D7-EDD47844D1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04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9805B-3243-420F-9D91-64369926A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A1A2F3-38E0-86D1-0493-9BBD9B1D2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DA6EFD-C8A7-566F-C008-FC9A35D8D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74CB-B97E-448A-8613-336F71D317F5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2E3719-8A28-4C06-D97F-6D873CD60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545DE1-4EAF-9431-2E0F-B4311FA42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400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110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리썰컴퍼니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 descr="텍스트, 폰트, 포스터, 레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A34F2A-35E2-4E1B-697A-B1C32940DB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3860" y="90098"/>
            <a:ext cx="1169240" cy="46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1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24215-264C-0DE7-9176-24E56AF49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6B638D-B913-55CE-7AD8-86C001DB3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DCAB01-B8C7-E404-B2B0-8030C966F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6DAD-F59F-4DF2-B36E-B1403061A098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8F78A9-B0F7-0ED6-85CB-FE7616309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92EFFB-69F4-F9A5-F912-AE25F58F7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915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D9D69-F4AF-5E7D-BD7A-CEE292D56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85F142-7298-D4B4-A4D4-AE0D92664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C0526D-8D44-8B70-D8C1-33C3E1869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CCB5D2-673E-BA1F-0633-AFEEF83E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7A435-D09E-4012-8A5A-CB367CE86DE7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0F8D1C-6C50-CFCC-81ED-A1A14A65A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11556F-CE74-4F81-FC81-9A4188702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635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5DBC0-513C-1291-9726-C61D29863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707C39-57EB-CE46-5E74-C507D8233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108DA8-D030-11E2-C7E6-EA0D2FF34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86BD26-DD3A-0522-3C19-85B70DC39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329FDF-6B3F-3E6E-F9F6-4D951ED672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90E0ED-2948-1F44-674A-C0D67CB31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4FE5-8155-4A7B-B9F1-1277B556A678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4BD67F-5E5F-97A4-129E-09DFECE9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3FB509-AC27-E337-61AF-865AA941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251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8D15BD-7109-F1B2-5B82-BDC7B1DEA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0BCA4D-AE47-2AB1-DC43-0198FFDF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DFFB1-F462-49A1-A952-F86898531EFC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81BD34-DB61-16AF-4C60-75B58A63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073A52-9916-DF33-5D43-625C85A5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6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7990B1-934E-0818-5BB4-C9332257C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07744-A7EE-42A9-B4BD-A75049B592B9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54FE8FB-35F5-A9B7-3025-A858D464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F1F464-49AA-5D23-3D63-E4DF3487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79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1ED093-E138-5C68-135D-9346C05B5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EC7EFB-287E-2016-E307-E1FE657AC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0EBFF1-BE37-EE1F-52ED-1403C1EE3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5452F5-D2A2-3F00-FD8F-C67AF154A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58597-5F16-46FB-9810-19206F29ADC7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16C177-CB54-FF1F-08C4-DE2E2C136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57C2DB-B177-95DE-6A15-3E6E7BA1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65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2DC1BF-296C-3C72-1705-8F7F995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ACEE6A-81C0-B208-6F5A-6487F1B5A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3B04B3-5A33-3FC8-FDC5-FBE62BE0D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683508-541B-F446-BF0A-F02116C4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3F2E-880D-4AB2-BE87-1DABB4D9D36B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6BE896-D2B2-B228-C3AD-7BC072875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992ABD-C76C-0E40-797F-DD050212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067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0F7804-FF5A-1C69-F67D-CCFA30E53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FBEE35-6DB0-4079-FED0-FAD8B309D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4AFA39-8BF9-C06A-1E61-2A812DE1E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792B-2F2C-46B3-9536-A6BE584A3133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0291C6-1918-F6FF-3C11-FB24B930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222B7-70AB-F646-4A55-BD70569FA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329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659138-AC77-FE11-8384-C1D160256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70AA7D-83AB-0028-0E3B-CC81A3E41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98E97-FEB6-81E8-0614-665B39E0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9B1C4-1FB0-4ED1-88EC-81D9419D81DC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6733B4-AC5D-DDE3-71C0-5845385D3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8EB504-5ADC-CFEA-304B-EE3ECDBD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177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22C1DE-B654-F938-73DE-EB30A13BA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20398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F70F4E-6DFA-6E48-3E22-23D18F16F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92300" y="119158"/>
            <a:ext cx="10109200" cy="6167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795354-2844-4A88-AE79-5042394B3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8176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163AAC-BAFF-4F5F-9CEA-0445F100C3E2}" type="datetime1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188E1B-6524-6389-A3D9-96093C11B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652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2C0AC6-A1B6-0011-2005-E97B103F9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8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8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97C8-12D7-ACBE-C5A4-75DBE4566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2475" y="1122363"/>
            <a:ext cx="10687050" cy="2387600"/>
          </a:xfrm>
        </p:spPr>
        <p:txBody>
          <a:bodyPr anchor="ctr"/>
          <a:lstStyle/>
          <a:p>
            <a:r>
              <a:rPr lang="ko-KR" altLang="en-US" dirty="0">
                <a:ea typeface="맑은 고딕"/>
              </a:rPr>
              <a:t>몬스터 기획</a:t>
            </a:r>
            <a:br>
              <a:rPr lang="ko-KR" altLang="en-US" dirty="0">
                <a:ea typeface="맑은 고딕"/>
              </a:rPr>
            </a:br>
            <a:r>
              <a:rPr lang="en-US" altLang="ko-KR" dirty="0" err="1">
                <a:ea typeface="맑은 고딕"/>
              </a:rPr>
              <a:t>PollutionMonitor</a:t>
            </a:r>
            <a:endParaRPr lang="ko-KR" altLang="en-US" dirty="0">
              <a:ea typeface="맑은 고딕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DB0B14-7B93-035D-6893-C7A5FA5E3A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오염 감시자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1A4CF-75CA-73D9-FBFB-9F192FB89E8E}"/>
              </a:ext>
            </a:extLst>
          </p:cNvPr>
          <p:cNvSpPr txBox="1"/>
          <p:nvPr/>
        </p:nvSpPr>
        <p:spPr>
          <a:xfrm>
            <a:off x="0" y="12700"/>
            <a:ext cx="189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dirty="0">
                <a:ea typeface="맑은 고딕"/>
              </a:rPr>
              <a:t>2026.05.10</a:t>
            </a:r>
          </a:p>
        </p:txBody>
      </p:sp>
    </p:spTree>
    <p:extLst>
      <p:ext uri="{BB962C8B-B14F-4D97-AF65-F5344CB8AC3E}">
        <p14:creationId xmlns:p14="http://schemas.microsoft.com/office/powerpoint/2010/main" val="695329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DE27613-DF64-6AEC-44DB-E41303EAF0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A7071E3-36E2-32DD-49A2-B70E62B8E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978729"/>
          </a:xfrm>
        </p:spPr>
        <p:txBody>
          <a:bodyPr/>
          <a:lstStyle/>
          <a:p>
            <a:r>
              <a:rPr lang="ko-KR" altLang="en-US" dirty="0"/>
              <a:t>몬스터 사이즈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D7CE66-3B3F-075D-E1BE-02966ABAA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6C1605-8CAB-4E3F-42D7-4D227F91A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63F831B-9825-15DA-0BF9-2C9E6AE4B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300" y="119158"/>
            <a:ext cx="4438650" cy="5610225"/>
          </a:xfrm>
          <a:prstGeom prst="rect">
            <a:avLst/>
          </a:prstGeom>
        </p:spPr>
      </p:pic>
      <p:sp>
        <p:nvSpPr>
          <p:cNvPr id="10" name="제목 2">
            <a:extLst>
              <a:ext uri="{FF2B5EF4-FFF2-40B4-BE49-F238E27FC236}">
                <a16:creationId xmlns:a16="http://schemas.microsoft.com/office/drawing/2014/main" id="{BA36012C-D2B2-6673-E9ED-D566DE11534B}"/>
              </a:ext>
            </a:extLst>
          </p:cNvPr>
          <p:cNvSpPr txBox="1">
            <a:spLocks/>
          </p:cNvSpPr>
          <p:nvPr/>
        </p:nvSpPr>
        <p:spPr>
          <a:xfrm>
            <a:off x="6474373" y="429213"/>
            <a:ext cx="3631324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0"/>
              <a:t>88, 84, 234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1605597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7766FBD-B591-A037-FCEC-DAE1E68C39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06F81B6-C842-CBBE-37A2-60167BF6F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기능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A01F31-24D2-89D5-3088-824B003D8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스폰</a:t>
            </a:r>
            <a:r>
              <a:rPr lang="ko-KR" altLang="en-US" dirty="0"/>
              <a:t> 조건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Fear</a:t>
            </a:r>
            <a:r>
              <a:rPr lang="ko-KR" altLang="en-US" dirty="0"/>
              <a:t>와 </a:t>
            </a:r>
            <a:r>
              <a:rPr lang="en-US" altLang="ko-KR" dirty="0"/>
              <a:t>Surprise</a:t>
            </a:r>
            <a:r>
              <a:rPr lang="ko-KR" altLang="en-US" dirty="0"/>
              <a:t>의 누적된 값이 일정 이상이 되면</a:t>
            </a:r>
            <a:r>
              <a:rPr lang="en-US" altLang="ko-KR" dirty="0"/>
              <a:t>, 40</a:t>
            </a:r>
            <a:r>
              <a:rPr lang="ko-KR" altLang="en-US" dirty="0"/>
              <a:t>초에 한 번씩 </a:t>
            </a:r>
            <a:r>
              <a:rPr lang="ko-KR" altLang="en-US" dirty="0" err="1"/>
              <a:t>스폰</a:t>
            </a:r>
            <a:r>
              <a:rPr lang="ko-KR" altLang="en-US" dirty="0"/>
              <a:t> 확률을 체크함</a:t>
            </a:r>
            <a:r>
              <a:rPr lang="en-US" altLang="ko-KR" dirty="0"/>
              <a:t>(30% </a:t>
            </a:r>
            <a:r>
              <a:rPr lang="ko-KR" altLang="en-US" dirty="0"/>
              <a:t>확률로 </a:t>
            </a:r>
            <a:r>
              <a:rPr lang="ko-KR" altLang="en-US" dirty="0" err="1"/>
              <a:t>스폰됨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 err="1"/>
              <a:t>스폰</a:t>
            </a:r>
            <a:r>
              <a:rPr lang="ko-KR" altLang="en-US" dirty="0"/>
              <a:t> 후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맵의</a:t>
            </a:r>
            <a:r>
              <a:rPr lang="ko-KR" altLang="en-US" dirty="0"/>
              <a:t> </a:t>
            </a:r>
            <a:r>
              <a:rPr lang="ko-KR" altLang="en-US" dirty="0" err="1"/>
              <a:t>랜덤한</a:t>
            </a:r>
            <a:r>
              <a:rPr lang="ko-KR" altLang="en-US" dirty="0"/>
              <a:t> 위치에 </a:t>
            </a:r>
            <a:r>
              <a:rPr lang="ko-KR" altLang="en-US" dirty="0" err="1"/>
              <a:t>스폰됨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스폰된</a:t>
            </a:r>
            <a:r>
              <a:rPr lang="ko-KR" altLang="en-US" dirty="0"/>
              <a:t> 후</a:t>
            </a:r>
            <a:r>
              <a:rPr lang="en-US" altLang="ko-KR" dirty="0"/>
              <a:t>, </a:t>
            </a:r>
            <a:r>
              <a:rPr lang="ko-KR" altLang="en-US" dirty="0"/>
              <a:t>대기 시간이 종료되면 기지를 제외한 나머지 큐브에 있는 모든 플레이어의 </a:t>
            </a:r>
            <a:r>
              <a:rPr lang="en-US" altLang="ko-KR" dirty="0"/>
              <a:t>HP</a:t>
            </a:r>
            <a:r>
              <a:rPr lang="ko-KR" altLang="en-US" dirty="0"/>
              <a:t>를 감소시킴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그러나 </a:t>
            </a:r>
            <a:r>
              <a:rPr lang="ko-KR" altLang="en-US" dirty="0" err="1"/>
              <a:t>스폰된</a:t>
            </a:r>
            <a:r>
              <a:rPr lang="ko-KR" altLang="en-US" dirty="0"/>
              <a:t> 후</a:t>
            </a:r>
            <a:r>
              <a:rPr lang="en-US" altLang="ko-KR" dirty="0"/>
              <a:t>, </a:t>
            </a:r>
            <a:r>
              <a:rPr lang="ko-KR" altLang="en-US" dirty="0"/>
              <a:t>대기 시간 안에 죽이면 사라짐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A6336E-AA83-93B1-E3BB-752870018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056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21D27-AA96-11D7-2A4F-5F42E5CD5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57DB4F0-7EF5-5BB2-65C1-ABA4C77B36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079500"/>
            <a:ext cx="1600200" cy="23495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ko-KR" altLang="en-US" dirty="0">
              <a:ea typeface="맑은 고딕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B8F6189-7C92-C239-D73C-51C27314E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978729"/>
          </a:xfrm>
        </p:spPr>
        <p:txBody>
          <a:bodyPr/>
          <a:lstStyle/>
          <a:p>
            <a:r>
              <a:rPr lang="en-US" altLang="ko-KR" dirty="0">
                <a:ea typeface="맑은 고딕"/>
              </a:rPr>
              <a:t>State,</a:t>
            </a:r>
            <a:br>
              <a:rPr lang="en-US" altLang="ko-KR" dirty="0">
                <a:ea typeface="맑은 고딕"/>
              </a:rPr>
            </a:br>
            <a:r>
              <a:rPr lang="en-US" altLang="ko-KR" dirty="0">
                <a:ea typeface="맑은 고딕"/>
              </a:rPr>
              <a:t>Stat</a:t>
            </a:r>
            <a:endParaRPr lang="ko-KR" altLang="en-US" dirty="0">
              <a:ea typeface="맑은 고딕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044AB5-EFEA-AEE6-07A5-3BDA3C0F0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4</a:t>
            </a:fld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FA18E49-8E88-DB32-6642-9CB3500C8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344924"/>
              </p:ext>
            </p:extLst>
          </p:nvPr>
        </p:nvGraphicFramePr>
        <p:xfrm>
          <a:off x="1892299" y="119158"/>
          <a:ext cx="5901365" cy="3254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380">
                  <a:extLst>
                    <a:ext uri="{9D8B030D-6E8A-4147-A177-3AD203B41FA5}">
                      <a16:colId xmlns:a16="http://schemas.microsoft.com/office/drawing/2014/main" val="3126723540"/>
                    </a:ext>
                  </a:extLst>
                </a:gridCol>
                <a:gridCol w="4780985">
                  <a:extLst>
                    <a:ext uri="{9D8B030D-6E8A-4147-A177-3AD203B41FA5}">
                      <a16:colId xmlns:a16="http://schemas.microsoft.com/office/drawing/2014/main" val="1756523170"/>
                    </a:ext>
                  </a:extLst>
                </a:gridCol>
              </a:tblGrid>
              <a:tr h="303433">
                <a:tc gridSpan="2"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98677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Idle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다음 상태로 전이될 때까지 대기한다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943581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Check</a:t>
                      </a:r>
                      <a:br>
                        <a:rPr lang="en-US" altLang="ko-KR" sz="12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조건 확인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누적된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Fear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Surprise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의 횟수가 기준을 충족했는지 확인함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감정 값이 서버로 보내질 때마다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충족하는 순간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확인을 멈추고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40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초에 한 번씩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스폰할지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말지 판정함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(30%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확률로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스폰함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271718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Spawn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맵에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스폰되어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대기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Timer’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동안 대기한다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l" latinLnBrk="0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(Ghost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의 </a:t>
                      </a: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Staring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이랑 같을지</a:t>
                      </a: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?)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399162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Attack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FontTx/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기지를 제외한 나머지 큐브에 있는 모든 플레이어의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HP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를 감소시킨다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91894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Hit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44593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Die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FontTx/>
                        <a:buNone/>
                      </a:pP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047824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8F33489-AA9A-ED34-AA51-D1330E4A7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427810"/>
              </p:ext>
            </p:extLst>
          </p:nvPr>
        </p:nvGraphicFramePr>
        <p:xfrm>
          <a:off x="1892298" y="3643408"/>
          <a:ext cx="7575854" cy="2884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301">
                  <a:extLst>
                    <a:ext uri="{9D8B030D-6E8A-4147-A177-3AD203B41FA5}">
                      <a16:colId xmlns:a16="http://schemas.microsoft.com/office/drawing/2014/main" val="3126723540"/>
                    </a:ext>
                  </a:extLst>
                </a:gridCol>
                <a:gridCol w="572834">
                  <a:extLst>
                    <a:ext uri="{9D8B030D-6E8A-4147-A177-3AD203B41FA5}">
                      <a16:colId xmlns:a16="http://schemas.microsoft.com/office/drawing/2014/main" val="1756523170"/>
                    </a:ext>
                  </a:extLst>
                </a:gridCol>
                <a:gridCol w="489268">
                  <a:extLst>
                    <a:ext uri="{9D8B030D-6E8A-4147-A177-3AD203B41FA5}">
                      <a16:colId xmlns:a16="http://schemas.microsoft.com/office/drawing/2014/main" val="1821012966"/>
                    </a:ext>
                  </a:extLst>
                </a:gridCol>
                <a:gridCol w="4363451">
                  <a:extLst>
                    <a:ext uri="{9D8B030D-6E8A-4147-A177-3AD203B41FA5}">
                      <a16:colId xmlns:a16="http://schemas.microsoft.com/office/drawing/2014/main" val="2574364205"/>
                    </a:ext>
                  </a:extLst>
                </a:gridCol>
              </a:tblGrid>
              <a:tr h="303433">
                <a:tc gridSpan="3"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Stat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42610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7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</a:rPr>
                        <a:t>스폰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16964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파워 레벨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080359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HP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12405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공격력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8722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Surprise, Fear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횟수 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05607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누적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Surprise, Fear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Idle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일 때부터 감정 값 서버로 보낼 때마다 더한다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algn="l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Die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가 되면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으로 초기화한다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980985"/>
                  </a:ext>
                </a:extLst>
              </a:tr>
              <a:tr h="30343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공격 대기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Timer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float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571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6407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CA971-E8CA-E8D3-58BF-1B1C0621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778CEE3-1A95-F54C-9C9E-25C429A19C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62593"/>
            <a:ext cx="1600200" cy="23495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ko-KR" altLang="en-US" b="1" dirty="0">
              <a:ea typeface="맑은 고딕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17E5282-4EC3-8FEB-BF71-BE9856BD5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FSM</a:t>
            </a:r>
            <a:endParaRPr lang="ko-KR" altLang="en-US" dirty="0">
              <a:ea typeface="맑은 고딕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F8B003-ADFF-779A-C783-7EFDEC7A7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77EDCE-83F2-D099-09C6-8CAD6C685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075" y="581025"/>
            <a:ext cx="7943850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94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82D2E-2854-E065-C776-24258C1C7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40D60EA-8E4D-9B70-38BD-36D0902DCB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323CEB3-F0FF-DF47-63A8-11CCA0240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설명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6F7941-A96F-B60F-1EC1-1F5261F92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600" dirty="0"/>
              <a:t>Idle</a:t>
            </a:r>
            <a:r>
              <a:rPr lang="ko-KR" altLang="en-US" sz="1600" dirty="0"/>
              <a:t>로 시작함</a:t>
            </a:r>
            <a:r>
              <a:rPr lang="en-US" altLang="ko-KR" sz="1600" dirty="0"/>
              <a:t>. 120</a:t>
            </a:r>
            <a:r>
              <a:rPr lang="ko-KR" altLang="en-US" sz="1600" dirty="0"/>
              <a:t>초 지나면 </a:t>
            </a:r>
            <a:r>
              <a:rPr lang="en-US" altLang="ko-KR" sz="1600" dirty="0"/>
              <a:t>Check</a:t>
            </a:r>
            <a:r>
              <a:rPr lang="ko-KR" altLang="en-US" sz="1600" dirty="0"/>
              <a:t>가 됨</a:t>
            </a:r>
            <a:r>
              <a:rPr lang="en-US" altLang="ko-KR" sz="1600" dirty="0"/>
              <a:t>.</a:t>
            </a:r>
          </a:p>
          <a:p>
            <a:pPr latinLnBrk="0"/>
            <a:r>
              <a:rPr lang="en-US" altLang="ko-KR" sz="1600" dirty="0"/>
              <a:t>Check</a:t>
            </a:r>
            <a:r>
              <a:rPr lang="ko-KR" altLang="en-US" sz="1600" dirty="0"/>
              <a:t>일 때는 현재까지 누적된 </a:t>
            </a:r>
            <a:r>
              <a:rPr lang="en-US" altLang="ko-KR" sz="1600" dirty="0"/>
              <a:t>Fear</a:t>
            </a:r>
            <a:r>
              <a:rPr lang="ko-KR" altLang="en-US" sz="1600" dirty="0"/>
              <a:t>와 </a:t>
            </a:r>
            <a:r>
              <a:rPr lang="en-US" altLang="ko-KR" sz="1600" dirty="0"/>
              <a:t>Surprise</a:t>
            </a:r>
            <a:r>
              <a:rPr lang="ko-KR" altLang="en-US" sz="1600" dirty="0"/>
              <a:t>의 횟수가 기준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스탯에</a:t>
            </a:r>
            <a:r>
              <a:rPr lang="ko-KR" altLang="en-US" sz="1600" dirty="0"/>
              <a:t> 있는</a:t>
            </a:r>
            <a:r>
              <a:rPr lang="en-US" altLang="ko-KR" sz="1600" dirty="0"/>
              <a:t>)</a:t>
            </a:r>
            <a:r>
              <a:rPr lang="ko-KR" altLang="en-US" sz="1600" dirty="0"/>
              <a:t>을 넘었는지 확인한다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ko-KR" altLang="en-US" sz="1600" dirty="0"/>
              <a:t>확인은</a:t>
            </a:r>
            <a:r>
              <a:rPr lang="en-US" altLang="ko-KR" sz="1600" dirty="0"/>
              <a:t> </a:t>
            </a:r>
            <a:r>
              <a:rPr lang="ko-KR" altLang="en-US" sz="1600" dirty="0"/>
              <a:t>감정 값이 서버로 보내질 때마다 한다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ko-KR" altLang="en-US" sz="1600" dirty="0"/>
              <a:t>합이 기준을 충족하는 순간</a:t>
            </a:r>
            <a:r>
              <a:rPr lang="en-US" altLang="ko-KR" sz="1600" dirty="0"/>
              <a:t>, </a:t>
            </a:r>
            <a:r>
              <a:rPr lang="ko-KR" altLang="en-US" sz="1600" dirty="0"/>
              <a:t>확인을 멈추고 </a:t>
            </a:r>
            <a:r>
              <a:rPr lang="ko-KR" altLang="en-US" sz="1600" dirty="0" err="1"/>
              <a:t>스폰</a:t>
            </a:r>
            <a:r>
              <a:rPr lang="ko-KR" altLang="en-US" sz="1600" dirty="0"/>
              <a:t> 확률을 판정한다</a:t>
            </a:r>
            <a:r>
              <a:rPr lang="en-US" altLang="ko-KR" sz="1600" dirty="0"/>
              <a:t>.</a:t>
            </a:r>
          </a:p>
          <a:p>
            <a:pPr latinLnBrk="0"/>
            <a:r>
              <a:rPr lang="en-US" altLang="ko-KR" sz="1600" dirty="0"/>
              <a:t>30%</a:t>
            </a:r>
            <a:r>
              <a:rPr lang="ko-KR" altLang="en-US" sz="1600" dirty="0"/>
              <a:t> 확률로 성공하게 되면 </a:t>
            </a:r>
            <a:r>
              <a:rPr lang="en-US" altLang="ko-KR" sz="1600" dirty="0"/>
              <a:t>Spawn</a:t>
            </a:r>
            <a:r>
              <a:rPr lang="ko-KR" altLang="en-US" sz="1600" dirty="0"/>
              <a:t>이 된다</a:t>
            </a:r>
            <a:r>
              <a:rPr lang="en-US" altLang="ko-KR" sz="1600" dirty="0"/>
              <a:t>.</a:t>
            </a:r>
          </a:p>
          <a:p>
            <a:pPr latinLnBrk="0"/>
            <a:r>
              <a:rPr lang="en-US" altLang="ko-KR" sz="1600" dirty="0"/>
              <a:t>Spawn </a:t>
            </a:r>
            <a:r>
              <a:rPr lang="ko-KR" altLang="en-US" sz="1600" dirty="0"/>
              <a:t>중일 때</a:t>
            </a:r>
            <a:r>
              <a:rPr lang="en-US" altLang="ko-KR" sz="1600" dirty="0"/>
              <a:t>, HP</a:t>
            </a:r>
            <a:r>
              <a:rPr lang="ko-KR" altLang="en-US" sz="1600" dirty="0"/>
              <a:t>가 감소하면 </a:t>
            </a:r>
            <a:r>
              <a:rPr lang="en-US" altLang="ko-KR" sz="1600" dirty="0"/>
              <a:t>Hit</a:t>
            </a:r>
            <a:r>
              <a:rPr lang="ko-KR" altLang="en-US" sz="1600" dirty="0"/>
              <a:t>가 된다</a:t>
            </a:r>
            <a:r>
              <a:rPr lang="en-US" altLang="ko-KR" sz="1600" dirty="0"/>
              <a:t>. </a:t>
            </a:r>
          </a:p>
          <a:p>
            <a:pPr latinLnBrk="0"/>
            <a:r>
              <a:rPr lang="ko-KR" altLang="en-US" sz="1600" dirty="0"/>
              <a:t>공격 대기 </a:t>
            </a:r>
            <a:r>
              <a:rPr lang="en-US" altLang="ko-KR" sz="1600" dirty="0"/>
              <a:t>timer</a:t>
            </a:r>
            <a:r>
              <a:rPr lang="ko-KR" altLang="en-US" sz="1600" dirty="0"/>
              <a:t>가 종료하면 </a:t>
            </a:r>
            <a:r>
              <a:rPr lang="en-US" altLang="ko-KR" sz="1600" dirty="0"/>
              <a:t>Spawn</a:t>
            </a:r>
            <a:r>
              <a:rPr lang="ko-KR" altLang="en-US" sz="1600" dirty="0"/>
              <a:t>이나 </a:t>
            </a:r>
            <a:r>
              <a:rPr lang="en-US" altLang="ko-KR" sz="1600" dirty="0"/>
              <a:t>Hit</a:t>
            </a:r>
            <a:r>
              <a:rPr lang="ko-KR" altLang="en-US" sz="1600" dirty="0"/>
              <a:t>에서 </a:t>
            </a:r>
            <a:r>
              <a:rPr lang="en-US" altLang="ko-KR" sz="1600" dirty="0"/>
              <a:t>Attack</a:t>
            </a:r>
            <a:r>
              <a:rPr lang="ko-KR" altLang="en-US" sz="1600" dirty="0"/>
              <a:t>이 된다</a:t>
            </a:r>
            <a:r>
              <a:rPr lang="en-US" altLang="ko-KR" sz="1600" dirty="0"/>
              <a:t>.</a:t>
            </a:r>
          </a:p>
          <a:p>
            <a:pPr latinLnBrk="0"/>
            <a:r>
              <a:rPr lang="ko-KR" altLang="en-US" sz="1600" dirty="0"/>
              <a:t>공격이 끝나거나 </a:t>
            </a:r>
            <a:r>
              <a:rPr lang="en-US" altLang="ko-KR" sz="1600" dirty="0"/>
              <a:t>HP</a:t>
            </a:r>
            <a:r>
              <a:rPr lang="ko-KR" altLang="en-US" sz="1600" dirty="0"/>
              <a:t>가 </a:t>
            </a:r>
            <a:r>
              <a:rPr lang="en-US" altLang="ko-KR" sz="1600" dirty="0"/>
              <a:t>0</a:t>
            </a:r>
            <a:r>
              <a:rPr lang="ko-KR" altLang="en-US" sz="1600" dirty="0"/>
              <a:t> 이하가 되면 </a:t>
            </a:r>
            <a:r>
              <a:rPr lang="en-US" altLang="ko-KR" sz="1600" dirty="0"/>
              <a:t>Die</a:t>
            </a:r>
            <a:r>
              <a:rPr lang="ko-KR" altLang="en-US" sz="1600" dirty="0"/>
              <a:t>가 된다</a:t>
            </a:r>
            <a:r>
              <a:rPr lang="en-US" altLang="ko-KR" sz="1600" dirty="0"/>
              <a:t>.</a:t>
            </a:r>
          </a:p>
          <a:p>
            <a:pPr latinLnBrk="0"/>
            <a:r>
              <a:rPr lang="en-US" altLang="ko-KR" sz="1600" dirty="0"/>
              <a:t>Die</a:t>
            </a:r>
            <a:r>
              <a:rPr lang="ko-KR" altLang="en-US" sz="1600" dirty="0"/>
              <a:t>가 끝나면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r>
              <a:rPr lang="en-US" altLang="ko-KR" sz="1600" dirty="0"/>
              <a:t>Idle</a:t>
            </a:r>
            <a:r>
              <a:rPr lang="ko-KR" altLang="en-US" sz="1600" dirty="0"/>
              <a:t>이 된다</a:t>
            </a:r>
            <a:r>
              <a:rPr lang="en-US" altLang="ko-KR" sz="1600" dirty="0"/>
              <a:t>. </a:t>
            </a:r>
            <a:r>
              <a:rPr lang="ko-KR" altLang="en-US" sz="1600" dirty="0"/>
              <a:t>이때 </a:t>
            </a:r>
            <a:r>
              <a:rPr lang="ko-KR" altLang="en-US" sz="1600" dirty="0" err="1"/>
              <a:t>스탯을</a:t>
            </a:r>
            <a:r>
              <a:rPr lang="ko-KR" altLang="en-US" sz="1600" dirty="0"/>
              <a:t> 초기화한다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C24153E-368A-85B9-6933-2707590F7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839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몬스터 기획서_TrashCollector</Template>
  <TotalTime>976</TotalTime>
  <Words>328</Words>
  <Application>Microsoft Office PowerPoint</Application>
  <PresentationFormat>와이드스크린</PresentationFormat>
  <Paragraphs>70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몬스터 기획 PollutionMonitor</vt:lpstr>
      <vt:lpstr>몬스터 사이즈</vt:lpstr>
      <vt:lpstr>기능</vt:lpstr>
      <vt:lpstr>State, Stat</vt:lpstr>
      <vt:lpstr>FSM</vt:lpstr>
      <vt:lpstr>설명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이하나 윤</dc:creator>
  <cp:lastModifiedBy>이하나 윤</cp:lastModifiedBy>
  <cp:revision>57</cp:revision>
  <dcterms:created xsi:type="dcterms:W3CDTF">2026-05-12T06:16:34Z</dcterms:created>
  <dcterms:modified xsi:type="dcterms:W3CDTF">2026-05-26T14:20:22Z</dcterms:modified>
</cp:coreProperties>
</file>