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8"/>
  </p:notesMasterIdLst>
  <p:handoutMasterIdLst>
    <p:handoutMasterId r:id="rId9"/>
  </p:handoutMasterIdLst>
  <p:sldIdLst>
    <p:sldId id="256" r:id="rId2"/>
    <p:sldId id="257" r:id="rId3"/>
    <p:sldId id="280" r:id="rId4"/>
    <p:sldId id="284" r:id="rId5"/>
    <p:sldId id="282" r:id="rId6"/>
    <p:sldId id="283" r:id="rId7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40" userDrawn="1">
          <p15:clr>
            <a:srgbClr val="A4A3A4"/>
          </p15:clr>
        </p15:guide>
        <p15:guide id="2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9D9D9"/>
    <a:srgbClr val="BFBFBF"/>
    <a:srgbClr val="FF00FF"/>
    <a:srgbClr val="8B5831"/>
    <a:srgbClr val="000000"/>
    <a:srgbClr val="0000FF"/>
    <a:srgbClr val="00FF00"/>
    <a:srgbClr val="00B0F0"/>
    <a:srgbClr val="FFFFFF"/>
    <a:srgbClr val="0078A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AB3B7F1-1C79-4B50-AF11-34D2A72CFC60}" v="81" dt="2025-09-16T19:16:08.32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517" autoAdjust="0"/>
    <p:restoredTop sz="93974" autoAdjust="0"/>
  </p:normalViewPr>
  <p:slideViewPr>
    <p:cSldViewPr snapToGrid="0">
      <p:cViewPr>
        <p:scale>
          <a:sx n="75" d="100"/>
          <a:sy n="75" d="100"/>
        </p:scale>
        <p:origin x="210" y="474"/>
      </p:cViewPr>
      <p:guideLst>
        <p:guide pos="3840"/>
        <p:guide orient="horz" pos="216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4" d="100"/>
          <a:sy n="84" d="100"/>
        </p:scale>
        <p:origin x="1908" y="9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microsoft.com/office/2015/10/relationships/revisionInfo" Target="revisionInfo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handoutMaster" Target="handoutMasters/handoutMaster1.xml"/><Relationship Id="rId14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이하나 윤" userId="f658f17427b35de9" providerId="LiveId" clId="{EE219EC4-0B48-4DAA-B6C8-F5305E865B87}"/>
    <pc:docChg chg="undo custSel addSld delSld modSld sldOrd">
      <pc:chgData name="이하나 윤" userId="f658f17427b35de9" providerId="LiveId" clId="{EE219EC4-0B48-4DAA-B6C8-F5305E865B87}" dt="2025-09-16T19:16:32.464" v="2721" actId="1076"/>
      <pc:docMkLst>
        <pc:docMk/>
      </pc:docMkLst>
      <pc:sldChg chg="modSp mod">
        <pc:chgData name="이하나 윤" userId="f658f17427b35de9" providerId="LiveId" clId="{EE219EC4-0B48-4DAA-B6C8-F5305E865B87}" dt="2025-09-15T18:05:38.219" v="12" actId="20577"/>
        <pc:sldMkLst>
          <pc:docMk/>
          <pc:sldMk cId="695329364" sldId="256"/>
        </pc:sldMkLst>
        <pc:spChg chg="mod">
          <ac:chgData name="이하나 윤" userId="f658f17427b35de9" providerId="LiveId" clId="{EE219EC4-0B48-4DAA-B6C8-F5305E865B87}" dt="2025-09-15T18:05:18.916" v="5" actId="20577"/>
          <ac:spMkLst>
            <pc:docMk/>
            <pc:sldMk cId="695329364" sldId="256"/>
            <ac:spMk id="2" creationId="{279A97C8-12D7-ACBE-C5A4-75DBE4566ED8}"/>
          </ac:spMkLst>
        </pc:spChg>
        <pc:spChg chg="mod">
          <ac:chgData name="이하나 윤" userId="f658f17427b35de9" providerId="LiveId" clId="{EE219EC4-0B48-4DAA-B6C8-F5305E865B87}" dt="2025-09-15T18:05:38.219" v="12" actId="20577"/>
          <ac:spMkLst>
            <pc:docMk/>
            <pc:sldMk cId="695329364" sldId="256"/>
            <ac:spMk id="3" creationId="{F2DB0B14-7B93-035D-6893-C7A5FA5E3A1F}"/>
          </ac:spMkLst>
        </pc:spChg>
        <pc:spChg chg="mod">
          <ac:chgData name="이하나 윤" userId="f658f17427b35de9" providerId="LiveId" clId="{EE219EC4-0B48-4DAA-B6C8-F5305E865B87}" dt="2025-09-15T18:05:12.401" v="4" actId="20577"/>
          <ac:spMkLst>
            <pc:docMk/>
            <pc:sldMk cId="695329364" sldId="256"/>
            <ac:spMk id="4" creationId="{77A1A4CF-75CA-73D9-FBFB-9F192FB89E8E}"/>
          </ac:spMkLst>
        </pc:spChg>
      </pc:sldChg>
      <pc:sldChg chg="modSp mod">
        <pc:chgData name="이하나 윤" userId="f658f17427b35de9" providerId="LiveId" clId="{EE219EC4-0B48-4DAA-B6C8-F5305E865B87}" dt="2025-09-16T18:55:04.403" v="2354" actId="20577"/>
        <pc:sldMkLst>
          <pc:docMk/>
          <pc:sldMk cId="1843325994" sldId="257"/>
        </pc:sldMkLst>
        <pc:spChg chg="mod">
          <ac:chgData name="이하나 윤" userId="f658f17427b35de9" providerId="LiveId" clId="{EE219EC4-0B48-4DAA-B6C8-F5305E865B87}" dt="2025-09-16T18:55:04.403" v="2354" actId="20577"/>
          <ac:spMkLst>
            <pc:docMk/>
            <pc:sldMk cId="1843325994" sldId="257"/>
            <ac:spMk id="4" creationId="{566C19CA-242E-6D40-AE00-592C2404271D}"/>
          </ac:spMkLst>
        </pc:spChg>
      </pc:sldChg>
      <pc:sldChg chg="del">
        <pc:chgData name="이하나 윤" userId="f658f17427b35de9" providerId="LiveId" clId="{EE219EC4-0B48-4DAA-B6C8-F5305E865B87}" dt="2025-09-16T18:54:47.202" v="2312" actId="47"/>
        <pc:sldMkLst>
          <pc:docMk/>
          <pc:sldMk cId="565639903" sldId="274"/>
        </pc:sldMkLst>
      </pc:sldChg>
      <pc:sldChg chg="del">
        <pc:chgData name="이하나 윤" userId="f658f17427b35de9" providerId="LiveId" clId="{EE219EC4-0B48-4DAA-B6C8-F5305E865B87}" dt="2025-09-16T18:54:47.202" v="2312" actId="47"/>
        <pc:sldMkLst>
          <pc:docMk/>
          <pc:sldMk cId="663441846" sldId="275"/>
        </pc:sldMkLst>
      </pc:sldChg>
      <pc:sldChg chg="del">
        <pc:chgData name="이하나 윤" userId="f658f17427b35de9" providerId="LiveId" clId="{EE219EC4-0B48-4DAA-B6C8-F5305E865B87}" dt="2025-09-16T18:54:47.202" v="2312" actId="47"/>
        <pc:sldMkLst>
          <pc:docMk/>
          <pc:sldMk cId="1894509827" sldId="276"/>
        </pc:sldMkLst>
      </pc:sldChg>
      <pc:sldChg chg="del">
        <pc:chgData name="이하나 윤" userId="f658f17427b35de9" providerId="LiveId" clId="{EE219EC4-0B48-4DAA-B6C8-F5305E865B87}" dt="2025-09-16T18:54:47.202" v="2312" actId="47"/>
        <pc:sldMkLst>
          <pc:docMk/>
          <pc:sldMk cId="1664335280" sldId="278"/>
        </pc:sldMkLst>
      </pc:sldChg>
      <pc:sldChg chg="del">
        <pc:chgData name="이하나 윤" userId="f658f17427b35de9" providerId="LiveId" clId="{EE219EC4-0B48-4DAA-B6C8-F5305E865B87}" dt="2025-09-16T18:54:47.202" v="2312" actId="47"/>
        <pc:sldMkLst>
          <pc:docMk/>
          <pc:sldMk cId="3952254055" sldId="279"/>
        </pc:sldMkLst>
      </pc:sldChg>
      <pc:sldChg chg="addSp delSp modSp new mod ord">
        <pc:chgData name="이하나 윤" userId="f658f17427b35de9" providerId="LiveId" clId="{EE219EC4-0B48-4DAA-B6C8-F5305E865B87}" dt="2025-09-16T19:11:38.307" v="2688" actId="1076"/>
        <pc:sldMkLst>
          <pc:docMk/>
          <pc:sldMk cId="2467931347" sldId="280"/>
        </pc:sldMkLst>
        <pc:spChg chg="mod">
          <ac:chgData name="이하나 윤" userId="f658f17427b35de9" providerId="LiveId" clId="{EE219EC4-0B48-4DAA-B6C8-F5305E865B87}" dt="2025-09-15T19:02:51.669" v="1073" actId="113"/>
          <ac:spMkLst>
            <pc:docMk/>
            <pc:sldMk cId="2467931347" sldId="280"/>
            <ac:spMk id="2" creationId="{88E5FA1D-825F-1565-5218-FAB64E09C09E}"/>
          </ac:spMkLst>
        </pc:spChg>
        <pc:spChg chg="mod">
          <ac:chgData name="이하나 윤" userId="f658f17427b35de9" providerId="LiveId" clId="{EE219EC4-0B48-4DAA-B6C8-F5305E865B87}" dt="2025-09-15T18:06:08.584" v="28" actId="20577"/>
          <ac:spMkLst>
            <pc:docMk/>
            <pc:sldMk cId="2467931347" sldId="280"/>
            <ac:spMk id="3" creationId="{8DC65DF5-0CBF-CAB8-34E8-FA354D7071C8}"/>
          </ac:spMkLst>
        </pc:spChg>
        <pc:spChg chg="mod">
          <ac:chgData name="이하나 윤" userId="f658f17427b35de9" providerId="LiveId" clId="{EE219EC4-0B48-4DAA-B6C8-F5305E865B87}" dt="2025-09-16T18:59:05.570" v="2587" actId="20577"/>
          <ac:spMkLst>
            <pc:docMk/>
            <pc:sldMk cId="2467931347" sldId="280"/>
            <ac:spMk id="4" creationId="{A65BED05-43EC-C289-3A55-8A21041F8B8B}"/>
          </ac:spMkLst>
        </pc:spChg>
        <pc:spChg chg="add">
          <ac:chgData name="이하나 윤" userId="f658f17427b35de9" providerId="LiveId" clId="{EE219EC4-0B48-4DAA-B6C8-F5305E865B87}" dt="2025-09-15T19:26:06.325" v="1111"/>
          <ac:spMkLst>
            <pc:docMk/>
            <pc:sldMk cId="2467931347" sldId="280"/>
            <ac:spMk id="6" creationId="{A37736E2-1181-F0A1-8B82-58C5E2D14207}"/>
          </ac:spMkLst>
        </pc:spChg>
        <pc:spChg chg="add del">
          <ac:chgData name="이하나 윤" userId="f658f17427b35de9" providerId="LiveId" clId="{EE219EC4-0B48-4DAA-B6C8-F5305E865B87}" dt="2025-09-16T19:08:50.049" v="2632" actId="478"/>
          <ac:spMkLst>
            <pc:docMk/>
            <pc:sldMk cId="2467931347" sldId="280"/>
            <ac:spMk id="15" creationId="{292DB9EB-59EE-CF26-8098-A8763190D77F}"/>
          </ac:spMkLst>
        </pc:spChg>
        <pc:spChg chg="add">
          <ac:chgData name="이하나 윤" userId="f658f17427b35de9" providerId="LiveId" clId="{EE219EC4-0B48-4DAA-B6C8-F5305E865B87}" dt="2025-09-16T19:09:03.584" v="2633"/>
          <ac:spMkLst>
            <pc:docMk/>
            <pc:sldMk cId="2467931347" sldId="280"/>
            <ac:spMk id="16" creationId="{1D70D79E-B75F-866C-9A1C-7B3471E948A0}"/>
          </ac:spMkLst>
        </pc:spChg>
        <pc:picChg chg="add del mod">
          <ac:chgData name="이하나 윤" userId="f658f17427b35de9" providerId="LiveId" clId="{EE219EC4-0B48-4DAA-B6C8-F5305E865B87}" dt="2025-09-16T19:03:22.702" v="2630" actId="21"/>
          <ac:picMkLst>
            <pc:docMk/>
            <pc:sldMk cId="2467931347" sldId="280"/>
            <ac:picMk id="7" creationId="{89ECD4EE-AD44-ADEA-5BAC-566D08D761DB}"/>
          </ac:picMkLst>
        </pc:picChg>
        <pc:picChg chg="add mod ord">
          <ac:chgData name="이하나 윤" userId="f658f17427b35de9" providerId="LiveId" clId="{EE219EC4-0B48-4DAA-B6C8-F5305E865B87}" dt="2025-09-16T19:11:36.516" v="2687" actId="1076"/>
          <ac:picMkLst>
            <pc:docMk/>
            <pc:sldMk cId="2467931347" sldId="280"/>
            <ac:picMk id="8" creationId="{934DF991-C79E-EEB8-D132-8F188CF79091}"/>
          </ac:picMkLst>
        </pc:picChg>
        <pc:picChg chg="add del mod">
          <ac:chgData name="이하나 윤" userId="f658f17427b35de9" providerId="LiveId" clId="{EE219EC4-0B48-4DAA-B6C8-F5305E865B87}" dt="2025-09-16T19:03:22.702" v="2630" actId="21"/>
          <ac:picMkLst>
            <pc:docMk/>
            <pc:sldMk cId="2467931347" sldId="280"/>
            <ac:picMk id="10" creationId="{A9918374-768B-53FB-9A15-CFA8DA5151C0}"/>
          </ac:picMkLst>
        </pc:picChg>
        <pc:picChg chg="add del mod ord">
          <ac:chgData name="이하나 윤" userId="f658f17427b35de9" providerId="LiveId" clId="{EE219EC4-0B48-4DAA-B6C8-F5305E865B87}" dt="2025-09-16T19:03:22.702" v="2630" actId="21"/>
          <ac:picMkLst>
            <pc:docMk/>
            <pc:sldMk cId="2467931347" sldId="280"/>
            <ac:picMk id="11" creationId="{339117FA-53FD-6EEB-9FD7-27AA987C39A8}"/>
          </ac:picMkLst>
        </pc:picChg>
        <pc:picChg chg="add del mod">
          <ac:chgData name="이하나 윤" userId="f658f17427b35de9" providerId="LiveId" clId="{EE219EC4-0B48-4DAA-B6C8-F5305E865B87}" dt="2025-09-16T19:03:20.493" v="2629" actId="21"/>
          <ac:picMkLst>
            <pc:docMk/>
            <pc:sldMk cId="2467931347" sldId="280"/>
            <ac:picMk id="14" creationId="{83C659EC-4F2D-186A-F876-5F7EF0F5AE7A}"/>
          </ac:picMkLst>
        </pc:picChg>
        <pc:picChg chg="add mod">
          <ac:chgData name="이하나 윤" userId="f658f17427b35de9" providerId="LiveId" clId="{EE219EC4-0B48-4DAA-B6C8-F5305E865B87}" dt="2025-09-16T19:11:38.307" v="2688" actId="1076"/>
          <ac:picMkLst>
            <pc:docMk/>
            <pc:sldMk cId="2467931347" sldId="280"/>
            <ac:picMk id="18" creationId="{D31DD244-90B0-98A4-ACD7-91DBACE07F05}"/>
          </ac:picMkLst>
        </pc:picChg>
        <pc:cxnChg chg="add del mod ord">
          <ac:chgData name="이하나 윤" userId="f658f17427b35de9" providerId="LiveId" clId="{EE219EC4-0B48-4DAA-B6C8-F5305E865B87}" dt="2025-09-16T19:03:22.702" v="2630" actId="21"/>
          <ac:cxnSpMkLst>
            <pc:docMk/>
            <pc:sldMk cId="2467931347" sldId="280"/>
            <ac:cxnSpMk id="13" creationId="{83115BCF-51E8-20F7-29BD-E72B270B15C1}"/>
          </ac:cxnSpMkLst>
        </pc:cxnChg>
      </pc:sldChg>
      <pc:sldChg chg="add del">
        <pc:chgData name="이하나 윤" userId="f658f17427b35de9" providerId="LiveId" clId="{EE219EC4-0B48-4DAA-B6C8-F5305E865B87}" dt="2025-09-15T18:24:05.060" v="713" actId="47"/>
        <pc:sldMkLst>
          <pc:docMk/>
          <pc:sldMk cId="1204944444" sldId="281"/>
        </pc:sldMkLst>
      </pc:sldChg>
      <pc:sldChg chg="addSp modSp add mod">
        <pc:chgData name="이하나 윤" userId="f658f17427b35de9" providerId="LiveId" clId="{EE219EC4-0B48-4DAA-B6C8-F5305E865B87}" dt="2025-09-16T19:16:32.464" v="2721" actId="1076"/>
        <pc:sldMkLst>
          <pc:docMk/>
          <pc:sldMk cId="1508756470" sldId="282"/>
        </pc:sldMkLst>
        <pc:spChg chg="mod">
          <ac:chgData name="이하나 윤" userId="f658f17427b35de9" providerId="LiveId" clId="{EE219EC4-0B48-4DAA-B6C8-F5305E865B87}" dt="2025-09-15T19:02:48.521" v="1072" actId="113"/>
          <ac:spMkLst>
            <pc:docMk/>
            <pc:sldMk cId="1508756470" sldId="282"/>
            <ac:spMk id="2" creationId="{B3B6359F-B129-70C3-E6E3-8CDEA2B33BC3}"/>
          </ac:spMkLst>
        </pc:spChg>
        <pc:spChg chg="mod">
          <ac:chgData name="이하나 윤" userId="f658f17427b35de9" providerId="LiveId" clId="{EE219EC4-0B48-4DAA-B6C8-F5305E865B87}" dt="2025-09-16T18:57:27.110" v="2421" actId="20577"/>
          <ac:spMkLst>
            <pc:docMk/>
            <pc:sldMk cId="1508756470" sldId="282"/>
            <ac:spMk id="4" creationId="{0E71D581-27EE-8AD4-573D-997E70EC9BFC}"/>
          </ac:spMkLst>
        </pc:spChg>
        <pc:picChg chg="add mod modCrop">
          <ac:chgData name="이하나 윤" userId="f658f17427b35de9" providerId="LiveId" clId="{EE219EC4-0B48-4DAA-B6C8-F5305E865B87}" dt="2025-09-16T19:16:32.464" v="2721" actId="1076"/>
          <ac:picMkLst>
            <pc:docMk/>
            <pc:sldMk cId="1508756470" sldId="282"/>
            <ac:picMk id="7" creationId="{88512008-3E5B-24DE-CE71-099B6405D8AF}"/>
          </ac:picMkLst>
        </pc:picChg>
        <pc:picChg chg="add mod">
          <ac:chgData name="이하나 윤" userId="f658f17427b35de9" providerId="LiveId" clId="{EE219EC4-0B48-4DAA-B6C8-F5305E865B87}" dt="2025-09-15T19:24:39.331" v="1110" actId="1076"/>
          <ac:picMkLst>
            <pc:docMk/>
            <pc:sldMk cId="1508756470" sldId="282"/>
            <ac:picMk id="1026" creationId="{BF5DB6CE-C7CD-78DB-7DA7-264F8147E1CC}"/>
          </ac:picMkLst>
        </pc:picChg>
      </pc:sldChg>
      <pc:sldChg chg="modSp add del mod">
        <pc:chgData name="이하나 윤" userId="f658f17427b35de9" providerId="LiveId" clId="{EE219EC4-0B48-4DAA-B6C8-F5305E865B87}" dt="2025-09-15T18:20:08.690" v="711" actId="47"/>
        <pc:sldMkLst>
          <pc:docMk/>
          <pc:sldMk cId="1852330910" sldId="282"/>
        </pc:sldMkLst>
        <pc:spChg chg="mod">
          <ac:chgData name="이하나 윤" userId="f658f17427b35de9" providerId="LiveId" clId="{EE219EC4-0B48-4DAA-B6C8-F5305E865B87}" dt="2025-09-15T18:20:06.236" v="710" actId="20577"/>
          <ac:spMkLst>
            <pc:docMk/>
            <pc:sldMk cId="1852330910" sldId="282"/>
            <ac:spMk id="4" creationId="{E9E7D8F7-967C-0A4D-483D-D75DE0218608}"/>
          </ac:spMkLst>
        </pc:spChg>
      </pc:sldChg>
      <pc:sldChg chg="addSp delSp modSp add mod modNotesTx">
        <pc:chgData name="이하나 윤" userId="f658f17427b35de9" providerId="LiveId" clId="{EE219EC4-0B48-4DAA-B6C8-F5305E865B87}" dt="2025-09-16T19:15:48.827" v="2713" actId="167"/>
        <pc:sldMkLst>
          <pc:docMk/>
          <pc:sldMk cId="341395478" sldId="283"/>
        </pc:sldMkLst>
        <pc:spChg chg="mod">
          <ac:chgData name="이하나 윤" userId="f658f17427b35de9" providerId="LiveId" clId="{EE219EC4-0B48-4DAA-B6C8-F5305E865B87}" dt="2025-09-16T16:26:26.231" v="2311" actId="20577"/>
          <ac:spMkLst>
            <pc:docMk/>
            <pc:sldMk cId="341395478" sldId="283"/>
            <ac:spMk id="4" creationId="{8B5E24BD-4D2E-7D2C-C488-EBBD442C4AD2}"/>
          </ac:spMkLst>
        </pc:spChg>
        <pc:spChg chg="add del mod">
          <ac:chgData name="이하나 윤" userId="f658f17427b35de9" providerId="LiveId" clId="{EE219EC4-0B48-4DAA-B6C8-F5305E865B87}" dt="2025-09-16T16:23:22.213" v="2306" actId="478"/>
          <ac:spMkLst>
            <pc:docMk/>
            <pc:sldMk cId="341395478" sldId="283"/>
            <ac:spMk id="6" creationId="{AB9BA06E-3724-C1A0-B65F-E7D662BA0880}"/>
          </ac:spMkLst>
        </pc:spChg>
        <pc:picChg chg="add mod ord">
          <ac:chgData name="이하나 윤" userId="f658f17427b35de9" providerId="LiveId" clId="{EE219EC4-0B48-4DAA-B6C8-F5305E865B87}" dt="2025-09-16T19:15:40.893" v="2712" actId="1076"/>
          <ac:picMkLst>
            <pc:docMk/>
            <pc:sldMk cId="341395478" sldId="283"/>
            <ac:picMk id="8" creationId="{AAB94587-D72A-4395-6229-00BBD39ED9B2}"/>
          </ac:picMkLst>
        </pc:picChg>
        <pc:picChg chg="add mod modCrop">
          <ac:chgData name="이하나 윤" userId="f658f17427b35de9" providerId="LiveId" clId="{EE219EC4-0B48-4DAA-B6C8-F5305E865B87}" dt="2025-09-16T19:15:35.182" v="2709" actId="1076"/>
          <ac:picMkLst>
            <pc:docMk/>
            <pc:sldMk cId="341395478" sldId="283"/>
            <ac:picMk id="10" creationId="{6F1C8086-587C-C3F1-EEEE-4CA1B74B764B}"/>
          </ac:picMkLst>
        </pc:picChg>
        <pc:picChg chg="add mod ord modCrop">
          <ac:chgData name="이하나 윤" userId="f658f17427b35de9" providerId="LiveId" clId="{EE219EC4-0B48-4DAA-B6C8-F5305E865B87}" dt="2025-09-16T19:15:48.827" v="2713" actId="167"/>
          <ac:picMkLst>
            <pc:docMk/>
            <pc:sldMk cId="341395478" sldId="283"/>
            <ac:picMk id="11" creationId="{5F582FEE-6B42-4CD3-B919-B911F5215CE1}"/>
          </ac:picMkLst>
        </pc:picChg>
        <pc:picChg chg="del">
          <ac:chgData name="이하나 윤" userId="f658f17427b35de9" providerId="LiveId" clId="{EE219EC4-0B48-4DAA-B6C8-F5305E865B87}" dt="2025-09-15T19:35:00.704" v="1161" actId="478"/>
          <ac:picMkLst>
            <pc:docMk/>
            <pc:sldMk cId="341395478" sldId="283"/>
            <ac:picMk id="1026" creationId="{C31E36F9-C6DA-EC73-91E0-F8F20322E5B4}"/>
          </ac:picMkLst>
        </pc:picChg>
      </pc:sldChg>
      <pc:sldChg chg="modSp add mod">
        <pc:chgData name="이하나 윤" userId="f658f17427b35de9" providerId="LiveId" clId="{EE219EC4-0B48-4DAA-B6C8-F5305E865B87}" dt="2025-09-16T18:59:09.049" v="2593" actId="20577"/>
        <pc:sldMkLst>
          <pc:docMk/>
          <pc:sldMk cId="1852283351" sldId="284"/>
        </pc:sldMkLst>
        <pc:spChg chg="mod">
          <ac:chgData name="이하나 윤" userId="f658f17427b35de9" providerId="LiveId" clId="{EE219EC4-0B48-4DAA-B6C8-F5305E865B87}" dt="2025-09-16T18:59:09.049" v="2593" actId="20577"/>
          <ac:spMkLst>
            <pc:docMk/>
            <pc:sldMk cId="1852283351" sldId="284"/>
            <ac:spMk id="4" creationId="{DEADCFFD-643A-E027-52D4-B3D607DE4A1A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>
            <a:extLst>
              <a:ext uri="{FF2B5EF4-FFF2-40B4-BE49-F238E27FC236}">
                <a16:creationId xmlns:a16="http://schemas.microsoft.com/office/drawing/2014/main" id="{C2C3083C-98BF-1B2E-E667-79BF834E4A4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19B0DE5-21E2-1ED5-9F31-7EE9F610DA0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0ADBB8C-8191-4AEC-B0E4-021A6DCC5E88}" type="datetimeFigureOut">
              <a:rPr lang="ko-KR" altLang="en-US" smtClean="0"/>
              <a:t>2025-09-17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356504FD-4BA5-371F-3F45-AEF1898A8B91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0F4DC69-B8F7-98B9-883D-09A928A1ABC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5929C7-007B-4BE5-913E-66190B768B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9492085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A139F74-74AF-4C37-AE84-1000E0D0E51D}" type="datetimeFigureOut">
              <a:rPr lang="ko-KR" altLang="en-US" smtClean="0"/>
              <a:t>2025-09-17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6F76A66-B71B-41D7-B3D7-EDD47844D17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650423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lang="ko-KR" altLang="en-US" dirty="0" err="1"/>
              <a:t>리썰</a:t>
            </a:r>
            <a:r>
              <a:rPr lang="ko-KR" altLang="en-US" dirty="0"/>
              <a:t> </a:t>
            </a:r>
            <a:r>
              <a:rPr lang="ko-KR" altLang="en-US" dirty="0" err="1"/>
              <a:t>스턴건같은</a:t>
            </a:r>
            <a:r>
              <a:rPr lang="ko-KR" altLang="en-US" dirty="0"/>
              <a:t> </a:t>
            </a:r>
            <a:r>
              <a:rPr lang="ko-KR" altLang="en-US" dirty="0" err="1"/>
              <a:t>충전식</a:t>
            </a:r>
            <a:r>
              <a:rPr lang="ko-KR" altLang="en-US" dirty="0"/>
              <a:t> 무기</a:t>
            </a:r>
            <a:r>
              <a:rPr lang="en-US" altLang="ko-KR" dirty="0"/>
              <a:t>.</a:t>
            </a:r>
          </a:p>
          <a:p>
            <a:pPr algn="l"/>
            <a:r>
              <a:rPr lang="ko-KR" altLang="en-US" dirty="0"/>
              <a:t>꾹 누르고 있으면 최대 </a:t>
            </a:r>
            <a:r>
              <a:rPr lang="en-US" altLang="ko-KR" dirty="0"/>
              <a:t>n</a:t>
            </a:r>
            <a:r>
              <a:rPr lang="ko-KR" altLang="en-US" dirty="0"/>
              <a:t>초간 적을 </a:t>
            </a:r>
            <a:r>
              <a:rPr lang="ko-KR" altLang="en-US" dirty="0" err="1"/>
              <a:t>스턴시킴</a:t>
            </a:r>
            <a:r>
              <a:rPr lang="en-US" altLang="ko-KR" dirty="0"/>
              <a:t>.</a:t>
            </a:r>
          </a:p>
          <a:p>
            <a:pPr algn="l"/>
            <a:r>
              <a:rPr lang="en-US" altLang="ko-KR" dirty="0"/>
              <a:t>N</a:t>
            </a:r>
            <a:r>
              <a:rPr lang="ko-KR" altLang="en-US" dirty="0"/>
              <a:t>초가 지나면</a:t>
            </a:r>
            <a:r>
              <a:rPr lang="en-US" altLang="ko-KR" dirty="0"/>
              <a:t> </a:t>
            </a:r>
            <a:r>
              <a:rPr lang="ko-KR" altLang="en-US" dirty="0"/>
              <a:t>계속 누르고 있고 배터리가 남아있더라도 꺼져버린다</a:t>
            </a:r>
            <a:r>
              <a:rPr lang="en-US" altLang="ko-KR" dirty="0"/>
              <a:t>. </a:t>
            </a:r>
          </a:p>
          <a:p>
            <a:pPr algn="l"/>
            <a:r>
              <a:rPr lang="ko-KR" altLang="en-US" dirty="0"/>
              <a:t>그 후에는 </a:t>
            </a:r>
            <a:r>
              <a:rPr lang="ko-KR" altLang="en-US" dirty="0" err="1"/>
              <a:t>쿨타임이</a:t>
            </a:r>
            <a:r>
              <a:rPr lang="ko-KR" altLang="en-US" dirty="0"/>
              <a:t> 지나면 사용할 수 있음</a:t>
            </a:r>
            <a:r>
              <a:rPr lang="en-US" altLang="ko-KR" dirty="0"/>
              <a:t>. (</a:t>
            </a:r>
            <a:r>
              <a:rPr lang="ko-KR" altLang="en-US" dirty="0"/>
              <a:t>중간에 내가 자의로 끄든 오래 눌러서 강제로 꺼지든 </a:t>
            </a:r>
            <a:r>
              <a:rPr lang="ko-KR" altLang="en-US" dirty="0" err="1"/>
              <a:t>쿨타임은</a:t>
            </a:r>
            <a:r>
              <a:rPr lang="ko-KR" altLang="en-US" dirty="0"/>
              <a:t> 똑같음</a:t>
            </a:r>
            <a:r>
              <a:rPr lang="en-US" altLang="ko-KR" dirty="0"/>
              <a:t>.</a:t>
            </a:r>
          </a:p>
          <a:p>
            <a:pPr algn="l"/>
            <a:endParaRPr lang="en-US" altLang="ko-KR" dirty="0"/>
          </a:p>
          <a:p>
            <a:pPr algn="l"/>
            <a:r>
              <a:rPr lang="ko-KR" altLang="en-US" dirty="0"/>
              <a:t>전기</a:t>
            </a:r>
            <a:r>
              <a:rPr lang="en-US" altLang="ko-KR" dirty="0"/>
              <a:t>?</a:t>
            </a:r>
            <a:r>
              <a:rPr lang="ko-KR" altLang="en-US" dirty="0"/>
              <a:t>그물</a:t>
            </a:r>
            <a:r>
              <a:rPr lang="en-US" altLang="ko-KR" dirty="0"/>
              <a:t>?</a:t>
            </a:r>
            <a:r>
              <a:rPr lang="ko-KR" altLang="en-US" dirty="0"/>
              <a:t>총</a:t>
            </a:r>
            <a:r>
              <a:rPr lang="en-US" altLang="ko-KR" dirty="0"/>
              <a:t>….</a:t>
            </a:r>
          </a:p>
          <a:p>
            <a:pPr algn="l"/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6F76A66-B71B-41D7-B3D7-EDD47844D175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9963784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289805B-3243-420F-9D91-64369926A72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B7A1A2F3-38E0-86D1-0493-9BBD9B1D27E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DDA6EFD-C8A7-566F-C008-FC9A35D8D8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FF74CB-B97E-448A-8613-336F71D317F5}" type="datetime1">
              <a:rPr lang="ko-KR" altLang="en-US" smtClean="0"/>
              <a:t>2025-09-17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52E3719-8A28-4C06-D97F-6D873CD600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3545DE1-4EAF-9431-2E0F-B4311FA423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504004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641AF731-17E1-3491-EC42-464CC4F1602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0" y="2280538"/>
            <a:ext cx="1600200" cy="2349500"/>
          </a:xfrm>
        </p:spPr>
        <p:txBody>
          <a:bodyPr>
            <a:normAutofit/>
          </a:bodyPr>
          <a:lstStyle>
            <a:lvl1pPr marL="342900" indent="-342900">
              <a:buFont typeface="Arial" panose="020B0604020202020204" pitchFamily="34" charset="0"/>
              <a:buChar char="•"/>
              <a:defRPr sz="1800"/>
            </a:lvl1pPr>
          </a:lstStyle>
          <a:p>
            <a:pPr lvl="0"/>
            <a:r>
              <a:rPr lang="ko-KR" altLang="en-US" dirty="0"/>
              <a:t>마스터 텍스트 스타일을 편집하려면 클릭</a:t>
            </a: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2269D61-CCA6-84A9-E13B-2BDCDE2AE8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19158"/>
            <a:ext cx="1600200" cy="1865126"/>
          </a:xfrm>
        </p:spPr>
        <p:txBody>
          <a:bodyPr>
            <a:spAutoFit/>
          </a:bodyPr>
          <a:lstStyle>
            <a:lvl1pPr latinLnBrk="0">
              <a:defRPr sz="3200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53E2E69-31FD-9579-E784-1B384FA1CA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100"/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570AEA8-F185-96CE-172F-1B32CAF6A9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4DB65B-E6AE-4B39-8D08-8DC3DC9B3DE6}" type="datetime1">
              <a:rPr lang="ko-KR" altLang="en-US" smtClean="0"/>
              <a:t>2025-09-17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9194137-D9FF-980C-09B6-60968DA738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E94A664-0E93-2892-4E70-09FD9731B8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831106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리썰컴퍼니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641AF731-17E1-3491-EC42-464CC4F1602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0" y="2280538"/>
            <a:ext cx="1600200" cy="2349500"/>
          </a:xfrm>
        </p:spPr>
        <p:txBody>
          <a:bodyPr>
            <a:normAutofit/>
          </a:bodyPr>
          <a:lstStyle>
            <a:lvl1pPr marL="342900" indent="-342900">
              <a:buFont typeface="Arial" panose="020B0604020202020204" pitchFamily="34" charset="0"/>
              <a:buChar char="•"/>
              <a:defRPr sz="1800"/>
            </a:lvl1pPr>
          </a:lstStyle>
          <a:p>
            <a:pPr lvl="0"/>
            <a:r>
              <a:rPr lang="ko-KR" altLang="en-US" dirty="0"/>
              <a:t>마스터 텍스트 스타일을 편집하려면 클릭</a:t>
            </a: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2269D61-CCA6-84A9-E13B-2BDCDE2AE8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19158"/>
            <a:ext cx="1600200" cy="1865126"/>
          </a:xfrm>
        </p:spPr>
        <p:txBody>
          <a:bodyPr>
            <a:spAutoFit/>
          </a:bodyPr>
          <a:lstStyle>
            <a:lvl1pPr latinLnBrk="0">
              <a:defRPr sz="3200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53E2E69-31FD-9579-E784-1B384FA1CA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100"/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570AEA8-F185-96CE-172F-1B32CAF6A9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4DB65B-E6AE-4B39-8D08-8DC3DC9B3DE6}" type="datetime1">
              <a:rPr lang="ko-KR" altLang="en-US" smtClean="0"/>
              <a:t>2025-09-17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9194137-D9FF-980C-09B6-60968DA738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E94A664-0E93-2892-4E70-09FD9731B8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7" name="그림 6" descr="텍스트, 폰트, 포스터, 레드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8A34F2A-35E2-4E1B-697A-B1C32940DBE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3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33860" y="90098"/>
            <a:ext cx="1169240" cy="469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76162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9824215-264C-0DE7-9176-24E56AF494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76B638D-B913-55CE-7AD8-86C001DB34C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9DCAB01-B8C7-E404-B2B0-8030C966F6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0E6DAD-F59F-4DF2-B36E-B1403061A098}" type="datetime1">
              <a:rPr lang="ko-KR" altLang="en-US" smtClean="0"/>
              <a:t>2025-09-17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78F78A9-B0F7-0ED6-85CB-FE76163096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592EFFB-69F4-F9A5-F912-AE25F58F7E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29155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95D9D69-F4AF-5E7D-BD7A-CEE292D567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785F142-7298-D4B4-A4D4-AE0D926643C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BC0526D-8D44-8B70-D8C1-33C3E18695D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ECCB5D2-673E-BA1F-0633-AFEEF83E60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E7A435-D09E-4012-8A5A-CB367CE86DE7}" type="datetime1">
              <a:rPr lang="ko-KR" altLang="en-US" smtClean="0"/>
              <a:t>2025-09-17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E0F8D1C-6C50-CFCC-81ED-A1A14A65AB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511556F-CE74-4F81-FC81-9A41887020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616357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AA5DBC0-513C-1291-9726-C61D298635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6707C39-57EB-CE46-5E74-C507D8233E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8108DA8-D030-11E2-C7E6-EA0D2FF34BF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886BD26-DD3A-0522-3C19-85B70DC3944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35329FDF-6B3F-3E6E-F9F6-4D951ED6723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9090E0ED-2948-1F44-674A-C0D67CB316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EE4FE5-8155-4A7B-B9F1-1277B556A678}" type="datetime1">
              <a:rPr lang="ko-KR" altLang="en-US" smtClean="0"/>
              <a:t>2025-09-17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954BD67F-5E5F-97A4-129E-09DFECE9A0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153FB509-AC27-E337-61AF-865AA9416E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192519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18D15BD-7109-F1B2-5B82-BDC7B1DEA8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390BCA4D-AE47-2AB1-DC43-0198FFDFF6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DDFFB1-F462-49A1-A952-F86898531EFC}" type="datetime1">
              <a:rPr lang="ko-KR" altLang="en-US" smtClean="0"/>
              <a:t>2025-09-17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B381BD34-DB61-16AF-4C60-75B58A634E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C073A52-9916-DF33-5D43-625C85A51C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20635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F7990B1-934E-0818-5BB4-C9332257C7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307744-A7EE-42A9-B4BD-A75049B592B9}" type="datetime1">
              <a:rPr lang="ko-KR" altLang="en-US" smtClean="0"/>
              <a:t>2025-09-17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054FE8FB-35F5-A9B7-3025-A858D46479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1F1F464-49AA-5D23-3D63-E4DF34871B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897970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E1ED093-E138-5C68-135D-9346C05B51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8EC7EFB-287E-2016-E307-E1FE657ACA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00EBFF1-BE37-EE1F-52ED-1403C1EE39B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85452F5-D2A2-3F00-FD8F-C67AF154A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B58597-5F16-46FB-9810-19206F29ADC7}" type="datetime1">
              <a:rPr lang="ko-KR" altLang="en-US" smtClean="0"/>
              <a:t>2025-09-17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416C177-CB54-FF1F-08C4-DE2E2C1364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857C2DB-B177-95DE-6A15-3E6E7BA101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316586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B2DC1BF-296C-3C72-1705-8F7F995F2D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A2ACEE6A-81C0-B208-6F5A-6487F1B5ADC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CC3B04B3-5A33-3FC8-FDC5-FBE62BE0D90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3683508-541B-F446-BF0A-F02116C46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5A3F2E-880D-4AB2-BE87-1DABB4D9D36B}" type="datetime1">
              <a:rPr lang="ko-KR" altLang="en-US" smtClean="0"/>
              <a:t>2025-09-17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B6BE896-D2B2-B228-C3AD-7BC0728751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45992ABD-C76C-0E40-797F-DD05021287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150671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A0F7804-FF5A-1C69-F67D-CCFA30E53F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8FFBEE35-6DB0-4079-FED0-FAD8B309D6B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64AFA39-8BF9-C06A-1E61-2A812DE1EC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25792B-2F2C-46B3-9536-A6BE584A3133}" type="datetime1">
              <a:rPr lang="ko-KR" altLang="en-US" smtClean="0"/>
              <a:t>2025-09-17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80291C6-1918-F6FF-3C11-FB24B930F1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86222B7-70AB-F646-4A55-BD70569FA2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7132925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53659138-AC77-FE11-8384-C1D16025694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770AA7D-83AB-0028-0E3B-CC81A3E4121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D298E97-FEB6-81E8-0614-665B39E0C1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59B1C4-1FB0-4ED1-88EC-81D9419D81DC}" type="datetime1">
              <a:rPr lang="ko-KR" altLang="en-US" smtClean="0"/>
              <a:t>2025-09-17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D6733B4-AC5D-DDE3-71C0-5845385D3C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48EB504-5ADC-CFEA-304B-EE3ECDBD36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721779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F722C1DE-B654-F938-73DE-EB30A13BA5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19158"/>
            <a:ext cx="1600200" cy="2039842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FF70F4E-6DFA-6E48-3E22-23D18F16FE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892300" y="119158"/>
            <a:ext cx="10109200" cy="616734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D795354-2844-4A88-AE79-5042394B392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48176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9163AAC-BAFF-4F5F-9CEA-0445F100C3E2}" type="datetime1">
              <a:rPr lang="ko-KR" altLang="en-US" smtClean="0"/>
              <a:t>2025-09-17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F188E1B-6524-6389-A3D9-96093C11B39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486524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D2C0AC6-A1B6-0011-2005-E97B103F92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448800" y="648652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678860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1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microsoft.com/office/2007/relationships/hdphoto" Target="../media/hdphoto1.wdp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79A97C8-12D7-ACBE-C5A4-75DBE4566ED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52475" y="1122363"/>
            <a:ext cx="10687050" cy="2387600"/>
          </a:xfrm>
        </p:spPr>
        <p:txBody>
          <a:bodyPr anchor="ctr"/>
          <a:lstStyle/>
          <a:p>
            <a:r>
              <a:rPr lang="ko-KR" altLang="en-US" dirty="0">
                <a:ea typeface="맑은 고딕"/>
              </a:rPr>
              <a:t>전투 기획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F2DB0B14-7B93-035D-6893-C7A5FA5E3A1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 altLang="en-US" dirty="0"/>
              <a:t>몬스터를 어떻게 공격할 것인가</a:t>
            </a:r>
            <a:r>
              <a:rPr lang="en-US" altLang="ko-KR" dirty="0"/>
              <a:t>? (</a:t>
            </a:r>
            <a:r>
              <a:rPr lang="ko-KR" altLang="en-US" dirty="0"/>
              <a:t>마법</a:t>
            </a:r>
            <a:r>
              <a:rPr lang="en-US" altLang="ko-KR" dirty="0"/>
              <a:t>, </a:t>
            </a:r>
            <a:r>
              <a:rPr lang="ko-KR" altLang="en-US" dirty="0"/>
              <a:t>근거리 무기</a:t>
            </a:r>
            <a:r>
              <a:rPr lang="en-US" altLang="ko-KR" dirty="0"/>
              <a:t>, </a:t>
            </a:r>
            <a:r>
              <a:rPr lang="ko-KR" altLang="en-US" dirty="0"/>
              <a:t>원거리 무기</a:t>
            </a:r>
            <a:r>
              <a:rPr lang="en-US" altLang="ko-KR" dirty="0"/>
              <a:t>)   </a:t>
            </a:r>
            <a:r>
              <a:rPr lang="ko-KR" altLang="en-US" dirty="0"/>
              <a:t>각 무기별 </a:t>
            </a:r>
            <a:r>
              <a:rPr lang="en-US" altLang="ko-KR" dirty="0"/>
              <a:t>(</a:t>
            </a:r>
            <a:r>
              <a:rPr lang="ko-KR" altLang="en-US" dirty="0"/>
              <a:t>공격력</a:t>
            </a:r>
            <a:r>
              <a:rPr lang="en-US" altLang="ko-KR" dirty="0"/>
              <a:t>, </a:t>
            </a:r>
            <a:r>
              <a:rPr lang="ko-KR" altLang="en-US" dirty="0" err="1"/>
              <a:t>쿨타임</a:t>
            </a:r>
            <a:r>
              <a:rPr lang="en-US" altLang="ko-KR" dirty="0"/>
              <a:t>, </a:t>
            </a:r>
            <a:r>
              <a:rPr lang="ko-KR" altLang="en-US" dirty="0"/>
              <a:t>장탄 수</a:t>
            </a:r>
            <a:r>
              <a:rPr lang="en-US" altLang="ko-KR" dirty="0"/>
              <a:t>.....)</a:t>
            </a:r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7A1A4CF-75CA-73D9-FBFB-9F192FB89E8E}"/>
              </a:ext>
            </a:extLst>
          </p:cNvPr>
          <p:cNvSpPr txBox="1"/>
          <p:nvPr/>
        </p:nvSpPr>
        <p:spPr>
          <a:xfrm>
            <a:off x="0" y="12700"/>
            <a:ext cx="1892300" cy="369332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US" altLang="ko-KR" dirty="0">
                <a:ea typeface="맑은 고딕"/>
              </a:rPr>
              <a:t>2025.</a:t>
            </a:r>
          </a:p>
        </p:txBody>
      </p:sp>
    </p:spTree>
    <p:extLst>
      <p:ext uri="{BB962C8B-B14F-4D97-AF65-F5344CB8AC3E}">
        <p14:creationId xmlns:p14="http://schemas.microsoft.com/office/powerpoint/2010/main" val="6953293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2">
            <a:extLst>
              <a:ext uri="{FF2B5EF4-FFF2-40B4-BE49-F238E27FC236}">
                <a16:creationId xmlns:a16="http://schemas.microsoft.com/office/drawing/2014/main" id="{34E9680F-0036-4B10-157E-DB8CB670AD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목차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66C19CA-242E-6D40-AE00-592C240427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numCol="2" rtlCol="0" anchor="t">
            <a:noAutofit/>
          </a:bodyPr>
          <a:lstStyle/>
          <a:p>
            <a:r>
              <a:rPr lang="ko-KR" altLang="en-US" dirty="0"/>
              <a:t>무기</a:t>
            </a:r>
            <a:endParaRPr lang="en-US" altLang="ko-KR" dirty="0"/>
          </a:p>
          <a:p>
            <a:pPr lvl="1"/>
            <a:r>
              <a:rPr lang="ko-KR" altLang="en-US" dirty="0"/>
              <a:t>근거리 무기</a:t>
            </a:r>
            <a:endParaRPr lang="en-US" altLang="ko-KR" dirty="0"/>
          </a:p>
          <a:p>
            <a:pPr lvl="1"/>
            <a:r>
              <a:rPr lang="ko-KR" altLang="en-US" dirty="0"/>
              <a:t>원거리 무기</a:t>
            </a:r>
            <a:endParaRPr lang="en-US" altLang="ko-KR" dirty="0"/>
          </a:p>
          <a:p>
            <a:endParaRPr lang="en-US" altLang="ko-KR" sz="1800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8D7CA9C-DDE6-954F-C932-1ADEE87CB3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433259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88E5FA1D-825F-1565-5218-FAB64E09C09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0" y="654689"/>
            <a:ext cx="1600200" cy="2349500"/>
          </a:xfrm>
        </p:spPr>
        <p:txBody>
          <a:bodyPr/>
          <a:lstStyle/>
          <a:p>
            <a:r>
              <a:rPr lang="ko-KR" altLang="en-US" b="1" dirty="0"/>
              <a:t>근거리 무기</a:t>
            </a:r>
            <a:endParaRPr lang="en-US" altLang="ko-KR" b="1" dirty="0"/>
          </a:p>
          <a:p>
            <a:r>
              <a:rPr lang="ko-KR" altLang="en-US" dirty="0"/>
              <a:t>원거리 무기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8DC65DF5-0CBF-CAB8-34E8-FA354D7071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19158"/>
            <a:ext cx="1600200" cy="535531"/>
          </a:xfrm>
        </p:spPr>
        <p:txBody>
          <a:bodyPr/>
          <a:lstStyle/>
          <a:p>
            <a:r>
              <a:rPr lang="ko-KR" altLang="en-US" dirty="0"/>
              <a:t>무기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65BED05-43EC-C289-3A55-8A21041F8B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b="1" dirty="0"/>
              <a:t>장난감 </a:t>
            </a:r>
            <a:r>
              <a:rPr lang="ko-KR" altLang="en-US" b="1" dirty="0" err="1"/>
              <a:t>커틀러스</a:t>
            </a:r>
            <a:r>
              <a:rPr lang="en-US" altLang="ko-KR" b="1" dirty="0"/>
              <a:t>(</a:t>
            </a:r>
            <a:r>
              <a:rPr lang="ko-KR" altLang="en-US" b="1" dirty="0"/>
              <a:t>칼</a:t>
            </a:r>
            <a:r>
              <a:rPr lang="en-US" altLang="ko-KR" b="1" dirty="0"/>
              <a:t>)</a:t>
            </a:r>
          </a:p>
          <a:p>
            <a:r>
              <a:rPr lang="ko-KR" altLang="en-US" dirty="0"/>
              <a:t>가장 낮은 가격으로 구매할 수 있는 무기</a:t>
            </a:r>
            <a:r>
              <a:rPr lang="en-US" altLang="ko-KR" dirty="0"/>
              <a:t>. </a:t>
            </a:r>
            <a:r>
              <a:rPr lang="ko-KR" altLang="en-US" dirty="0"/>
              <a:t>그만큼 성능은 떨어진다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/>
              <a:t>무기 유형</a:t>
            </a:r>
            <a:r>
              <a:rPr lang="en-US" altLang="ko-KR" dirty="0"/>
              <a:t>: </a:t>
            </a:r>
            <a:r>
              <a:rPr lang="ko-KR" altLang="en-US" dirty="0"/>
              <a:t>근거리 무기</a:t>
            </a:r>
            <a:endParaRPr lang="en-US" altLang="ko-KR" dirty="0"/>
          </a:p>
          <a:p>
            <a:r>
              <a:rPr lang="ko-KR" altLang="en-US" dirty="0"/>
              <a:t>획득 방법</a:t>
            </a:r>
            <a:r>
              <a:rPr lang="en-US" altLang="ko-KR" dirty="0"/>
              <a:t>: </a:t>
            </a:r>
            <a:r>
              <a:rPr lang="ko-KR" altLang="en-US" dirty="0"/>
              <a:t>상점 구매</a:t>
            </a:r>
            <a:endParaRPr lang="en-US" altLang="ko-KR" dirty="0"/>
          </a:p>
          <a:p>
            <a:r>
              <a:rPr lang="ko-KR" altLang="en-US" dirty="0"/>
              <a:t>구매 가격</a:t>
            </a:r>
            <a:r>
              <a:rPr lang="en-US" altLang="ko-KR" dirty="0"/>
              <a:t>: $ (</a:t>
            </a:r>
            <a:r>
              <a:rPr lang="ko-KR" altLang="en-US" dirty="0"/>
              <a:t>미정</a:t>
            </a:r>
            <a:r>
              <a:rPr lang="en-US" altLang="ko-KR" dirty="0"/>
              <a:t>)</a:t>
            </a:r>
          </a:p>
          <a:p>
            <a:r>
              <a:rPr lang="ko-KR" altLang="en-US" dirty="0"/>
              <a:t>무게</a:t>
            </a:r>
            <a:r>
              <a:rPr lang="en-US" altLang="ko-KR" dirty="0"/>
              <a:t>: 0.5kg</a:t>
            </a:r>
          </a:p>
          <a:p>
            <a:r>
              <a:rPr lang="ko-KR" altLang="en-US" dirty="0"/>
              <a:t>공격력</a:t>
            </a:r>
            <a:r>
              <a:rPr lang="en-US" altLang="ko-KR" dirty="0"/>
              <a:t>: 20</a:t>
            </a:r>
          </a:p>
          <a:p>
            <a:r>
              <a:rPr lang="ko-KR" altLang="en-US" dirty="0"/>
              <a:t>추가 효과</a:t>
            </a:r>
            <a:r>
              <a:rPr lang="en-US" altLang="ko-KR" dirty="0"/>
              <a:t>: X</a:t>
            </a:r>
          </a:p>
          <a:p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AAAD171-A3D8-4AFC-AB17-2248A6C23C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3</a:t>
            </a:fld>
            <a:endParaRPr lang="ko-KR" altLang="en-US"/>
          </a:p>
        </p:txBody>
      </p:sp>
      <p:pic>
        <p:nvPicPr>
          <p:cNvPr id="18" name="그림 17" descr="무기, 냉병기, 공구, 검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31DD244-90B0-98A4-ACD7-91DBACE07F0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>
            <a:off x="6215313" y="2763194"/>
            <a:ext cx="3233487" cy="3429000"/>
          </a:xfrm>
          <a:prstGeom prst="rect">
            <a:avLst/>
          </a:prstGeom>
        </p:spPr>
      </p:pic>
      <p:pic>
        <p:nvPicPr>
          <p:cNvPr id="8" name="그림 7" descr="무기, 검, 냉병기, 무기 전투 스포츠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34DF991-C79E-EEB8-D132-8F188CF7909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9700" r="90000">
                        <a14:foregroundMark x1="10000" y1="19800" x2="9700" y2="2220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93239" y="2108426"/>
            <a:ext cx="4278086" cy="42780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79313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C86125-CBDD-C3BF-15B5-0FD31E6394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9608B3DE-9E4D-5456-175C-21C926A2D44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0" y="654689"/>
            <a:ext cx="1600200" cy="2349500"/>
          </a:xfrm>
        </p:spPr>
        <p:txBody>
          <a:bodyPr/>
          <a:lstStyle/>
          <a:p>
            <a:r>
              <a:rPr lang="ko-KR" altLang="en-US" b="1" dirty="0"/>
              <a:t>근거리 무기</a:t>
            </a:r>
            <a:endParaRPr lang="en-US" altLang="ko-KR" b="1" dirty="0"/>
          </a:p>
          <a:p>
            <a:r>
              <a:rPr lang="ko-KR" altLang="en-US" dirty="0"/>
              <a:t>원거리 무기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78D69B41-A96B-3C64-ED3D-B199656380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19158"/>
            <a:ext cx="1600200" cy="535531"/>
          </a:xfrm>
        </p:spPr>
        <p:txBody>
          <a:bodyPr/>
          <a:lstStyle/>
          <a:p>
            <a:r>
              <a:rPr lang="ko-KR" altLang="en-US" dirty="0"/>
              <a:t>무기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DEADCFFD-643A-E027-52D4-B3D607DE4A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b="1" dirty="0" err="1"/>
              <a:t>커틀러스</a:t>
            </a:r>
            <a:r>
              <a:rPr lang="en-US" altLang="ko-KR" b="1" dirty="0"/>
              <a:t>(</a:t>
            </a:r>
            <a:r>
              <a:rPr lang="ko-KR" altLang="en-US" b="1" dirty="0"/>
              <a:t>칼</a:t>
            </a:r>
            <a:r>
              <a:rPr lang="en-US" altLang="ko-KR" b="1" dirty="0"/>
              <a:t>)</a:t>
            </a:r>
          </a:p>
          <a:p>
            <a:r>
              <a:rPr lang="ko-KR" altLang="en-US" dirty="0" err="1"/>
              <a:t>맵에서</a:t>
            </a:r>
            <a:r>
              <a:rPr lang="ko-KR" altLang="en-US" dirty="0"/>
              <a:t> 획득할 수 있는 진짜 날붙이</a:t>
            </a:r>
            <a:r>
              <a:rPr lang="en-US" altLang="ko-KR" dirty="0"/>
              <a:t>. </a:t>
            </a:r>
            <a:r>
              <a:rPr lang="ko-KR" altLang="en-US" dirty="0"/>
              <a:t>장난감 </a:t>
            </a:r>
            <a:r>
              <a:rPr lang="ko-KR" altLang="en-US" dirty="0" err="1"/>
              <a:t>커틀러스보다</a:t>
            </a:r>
            <a:r>
              <a:rPr lang="ko-KR" altLang="en-US" dirty="0"/>
              <a:t> 데미지와 무게가 높다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/>
              <a:t>무기 유형</a:t>
            </a:r>
            <a:r>
              <a:rPr lang="en-US" altLang="ko-KR" dirty="0"/>
              <a:t>: </a:t>
            </a:r>
            <a:r>
              <a:rPr lang="ko-KR" altLang="en-US" dirty="0"/>
              <a:t>근거리 무기</a:t>
            </a:r>
            <a:endParaRPr lang="en-US" altLang="ko-KR" dirty="0"/>
          </a:p>
          <a:p>
            <a:r>
              <a:rPr lang="ko-KR" altLang="en-US" dirty="0"/>
              <a:t>획득 방법</a:t>
            </a:r>
            <a:r>
              <a:rPr lang="en-US" altLang="ko-KR" dirty="0"/>
              <a:t>: </a:t>
            </a:r>
            <a:r>
              <a:rPr lang="ko-KR" altLang="en-US" dirty="0" err="1"/>
              <a:t>파밍으로</a:t>
            </a:r>
            <a:r>
              <a:rPr lang="ko-KR" altLang="en-US" dirty="0"/>
              <a:t> 획득</a:t>
            </a:r>
            <a:endParaRPr lang="en-US" altLang="ko-KR" dirty="0"/>
          </a:p>
          <a:p>
            <a:r>
              <a:rPr lang="ko-KR" altLang="en-US" dirty="0"/>
              <a:t>구매 가격</a:t>
            </a:r>
            <a:r>
              <a:rPr lang="en-US" altLang="ko-KR" dirty="0"/>
              <a:t>: </a:t>
            </a:r>
            <a:r>
              <a:rPr lang="ko-KR" altLang="en-US" dirty="0"/>
              <a:t>구매 불가</a:t>
            </a:r>
            <a:endParaRPr lang="en-US" altLang="ko-KR" dirty="0"/>
          </a:p>
          <a:p>
            <a:r>
              <a:rPr lang="ko-KR" altLang="en-US" dirty="0"/>
              <a:t>무게</a:t>
            </a:r>
            <a:r>
              <a:rPr lang="en-US" altLang="ko-KR" dirty="0"/>
              <a:t>: 1.5kg</a:t>
            </a:r>
          </a:p>
          <a:p>
            <a:r>
              <a:rPr lang="ko-KR" altLang="en-US" dirty="0"/>
              <a:t>공격력</a:t>
            </a:r>
            <a:r>
              <a:rPr lang="en-US" altLang="ko-KR" dirty="0"/>
              <a:t>: 35</a:t>
            </a:r>
          </a:p>
          <a:p>
            <a:r>
              <a:rPr lang="ko-KR" altLang="en-US" dirty="0"/>
              <a:t>추가 효과</a:t>
            </a:r>
            <a:r>
              <a:rPr lang="en-US" altLang="ko-KR" dirty="0"/>
              <a:t>: X</a:t>
            </a:r>
          </a:p>
          <a:p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B7073F6-2CD6-5FEE-E84E-641A388E77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4</a:t>
            </a:fld>
            <a:endParaRPr lang="ko-KR" altLang="en-US"/>
          </a:p>
        </p:txBody>
      </p:sp>
      <p:pic>
        <p:nvPicPr>
          <p:cNvPr id="8" name="그림 7" descr="무기, 검, 냉병기, 무기 전투 스포츠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25BF392-9A2C-19A2-8678-269B948FA19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46900" y="2391001"/>
            <a:ext cx="4278086" cy="42780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22833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35BAA2-1D3A-0D7E-01AC-450A9AFF5F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B3B6359F-B129-70C3-E6E3-8CDEA2B33BC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0" y="654689"/>
            <a:ext cx="1600200" cy="2349500"/>
          </a:xfrm>
        </p:spPr>
        <p:txBody>
          <a:bodyPr/>
          <a:lstStyle/>
          <a:p>
            <a:r>
              <a:rPr lang="ko-KR" altLang="en-US" dirty="0"/>
              <a:t>근거리 무기</a:t>
            </a:r>
            <a:endParaRPr lang="en-US" altLang="ko-KR" dirty="0"/>
          </a:p>
          <a:p>
            <a:r>
              <a:rPr lang="ko-KR" altLang="en-US" b="1" dirty="0"/>
              <a:t>원거리 무기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4214329B-FC7D-15D1-DAE5-3BC2BCE591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19158"/>
            <a:ext cx="1600200" cy="535531"/>
          </a:xfrm>
        </p:spPr>
        <p:txBody>
          <a:bodyPr/>
          <a:lstStyle/>
          <a:p>
            <a:r>
              <a:rPr lang="ko-KR" altLang="en-US" dirty="0"/>
              <a:t>무기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E71D581-27EE-8AD4-573D-997E70EC9B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b="1" dirty="0"/>
              <a:t>광선총</a:t>
            </a:r>
            <a:endParaRPr lang="en-US" altLang="ko-KR" b="1" dirty="0"/>
          </a:p>
          <a:p>
            <a:r>
              <a:rPr lang="ko-KR" altLang="en-US" dirty="0" err="1"/>
              <a:t>맵에서</a:t>
            </a:r>
            <a:r>
              <a:rPr lang="ko-KR" altLang="en-US" dirty="0"/>
              <a:t> </a:t>
            </a:r>
            <a:r>
              <a:rPr lang="ko-KR" altLang="en-US" dirty="0" err="1"/>
              <a:t>파밍으로</a:t>
            </a:r>
            <a:r>
              <a:rPr lang="ko-KR" altLang="en-US" dirty="0"/>
              <a:t> 얻을 수 있는 무기</a:t>
            </a:r>
            <a:r>
              <a:rPr lang="en-US" altLang="ko-KR" dirty="0"/>
              <a:t>. (</a:t>
            </a:r>
            <a:r>
              <a:rPr lang="ko-KR" altLang="en-US" dirty="0"/>
              <a:t>아니면 몬스터가 떨굴지도</a:t>
            </a:r>
            <a:r>
              <a:rPr lang="en-US" altLang="ko-KR" dirty="0"/>
              <a:t>)</a:t>
            </a:r>
          </a:p>
          <a:p>
            <a:r>
              <a:rPr lang="ko-KR" altLang="en-US" dirty="0"/>
              <a:t>그다지 강력하지 않다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/>
              <a:t>무기 유형</a:t>
            </a:r>
            <a:r>
              <a:rPr lang="en-US" altLang="ko-KR" dirty="0"/>
              <a:t>: </a:t>
            </a:r>
            <a:r>
              <a:rPr lang="ko-KR" altLang="en-US" dirty="0"/>
              <a:t>원거리 무기</a:t>
            </a:r>
            <a:endParaRPr lang="en-US" altLang="ko-KR" dirty="0"/>
          </a:p>
          <a:p>
            <a:r>
              <a:rPr lang="ko-KR" altLang="en-US" dirty="0"/>
              <a:t>획득 방법</a:t>
            </a:r>
            <a:r>
              <a:rPr lang="en-US" altLang="ko-KR" dirty="0"/>
              <a:t>: </a:t>
            </a:r>
            <a:r>
              <a:rPr lang="ko-KR" altLang="en-US" dirty="0" err="1"/>
              <a:t>파밍으로</a:t>
            </a:r>
            <a:r>
              <a:rPr lang="ko-KR" altLang="en-US" dirty="0"/>
              <a:t> 획득</a:t>
            </a:r>
            <a:endParaRPr lang="en-US" altLang="ko-KR" dirty="0"/>
          </a:p>
          <a:p>
            <a:r>
              <a:rPr lang="ko-KR" altLang="en-US" dirty="0"/>
              <a:t>구매 가격</a:t>
            </a:r>
            <a:r>
              <a:rPr lang="en-US" altLang="ko-KR" dirty="0"/>
              <a:t>: </a:t>
            </a:r>
            <a:r>
              <a:rPr lang="ko-KR" altLang="en-US" dirty="0"/>
              <a:t>구매 불가</a:t>
            </a:r>
            <a:endParaRPr lang="en-US" altLang="ko-KR" dirty="0"/>
          </a:p>
          <a:p>
            <a:r>
              <a:rPr lang="ko-KR" altLang="en-US" dirty="0"/>
              <a:t>무게</a:t>
            </a:r>
            <a:r>
              <a:rPr lang="en-US" altLang="ko-KR" dirty="0"/>
              <a:t>: 2.5kg</a:t>
            </a:r>
          </a:p>
          <a:p>
            <a:r>
              <a:rPr lang="ko-KR" altLang="en-US" dirty="0"/>
              <a:t>공격력</a:t>
            </a:r>
            <a:r>
              <a:rPr lang="en-US" altLang="ko-KR" dirty="0"/>
              <a:t>: 40</a:t>
            </a:r>
          </a:p>
          <a:p>
            <a:r>
              <a:rPr lang="ko-KR" altLang="en-US" dirty="0"/>
              <a:t>장탄 수</a:t>
            </a:r>
            <a:r>
              <a:rPr lang="en-US" altLang="ko-KR" dirty="0"/>
              <a:t>: 3</a:t>
            </a:r>
          </a:p>
          <a:p>
            <a:r>
              <a:rPr lang="ko-KR" altLang="en-US" dirty="0" err="1"/>
              <a:t>쿨타임</a:t>
            </a:r>
            <a:r>
              <a:rPr lang="en-US" altLang="ko-KR" dirty="0"/>
              <a:t>: 300</a:t>
            </a:r>
            <a:r>
              <a:rPr lang="ko-KR" altLang="en-US" dirty="0"/>
              <a:t>초</a:t>
            </a:r>
            <a:r>
              <a:rPr lang="en-US" altLang="ko-KR" dirty="0"/>
              <a:t>(5</a:t>
            </a:r>
            <a:r>
              <a:rPr lang="ko-KR" altLang="en-US" dirty="0"/>
              <a:t>분</a:t>
            </a:r>
            <a:r>
              <a:rPr lang="en-US" altLang="ko-KR" dirty="0"/>
              <a:t>) (3</a:t>
            </a:r>
            <a:r>
              <a:rPr lang="ko-KR" altLang="en-US" dirty="0"/>
              <a:t>발 다 쏘고 난 후</a:t>
            </a:r>
            <a:r>
              <a:rPr lang="en-US" altLang="ko-KR" dirty="0"/>
              <a:t>)</a:t>
            </a:r>
          </a:p>
          <a:p>
            <a:r>
              <a:rPr lang="ko-KR" altLang="en-US" dirty="0"/>
              <a:t>추가 효과</a:t>
            </a:r>
            <a:r>
              <a:rPr lang="en-US" altLang="ko-KR" dirty="0"/>
              <a:t>: X</a:t>
            </a:r>
          </a:p>
          <a:p>
            <a:endParaRPr lang="en-US" altLang="ko-KR" dirty="0"/>
          </a:p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AAC34F8E-B794-E34E-AB6A-F3CE00EF6E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5</a:t>
            </a:fld>
            <a:endParaRPr lang="ko-KR" altLang="en-US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BF5DB6CE-C7CD-78DB-7DA7-264F8147E1C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46900" y="3429000"/>
            <a:ext cx="4762500" cy="30575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그림 6" descr="스케치, 그림, 일러스트레이션, 클립아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8512008-3E5B-24DE-CE71-099B6405D8A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4714" t="37037" r="38739" b="48518"/>
          <a:stretch>
            <a:fillRect/>
          </a:stretch>
        </p:blipFill>
        <p:spPr>
          <a:xfrm rot="16200000">
            <a:off x="9323103" y="1042702"/>
            <a:ext cx="1864295" cy="2908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875647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307F51-CE30-C3D9-C589-977CBFDB42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 descr="그림, 스케치, 라인 아트, 친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F582FEE-6B42-4CD3-B919-B911F5215CE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040" t="10741" r="28413" b="56510"/>
          <a:stretch>
            <a:fillRect/>
          </a:stretch>
        </p:blipFill>
        <p:spPr>
          <a:xfrm>
            <a:off x="4967870" y="2137415"/>
            <a:ext cx="5484630" cy="2245951"/>
          </a:xfrm>
          <a:prstGeom prst="rect">
            <a:avLst/>
          </a:prstGeom>
        </p:spPr>
      </p:pic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F5788A3C-83A0-0ADC-1260-A228633AF0C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0" y="654689"/>
            <a:ext cx="1600200" cy="2349500"/>
          </a:xfrm>
        </p:spPr>
        <p:txBody>
          <a:bodyPr/>
          <a:lstStyle/>
          <a:p>
            <a:r>
              <a:rPr lang="ko-KR" altLang="en-US" dirty="0"/>
              <a:t>근거리 무기</a:t>
            </a:r>
            <a:endParaRPr lang="en-US" altLang="ko-KR" dirty="0"/>
          </a:p>
          <a:p>
            <a:r>
              <a:rPr lang="ko-KR" altLang="en-US" b="1" dirty="0"/>
              <a:t>원거리 무기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21A74CD7-5DE7-8537-3C19-42DA33A342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19158"/>
            <a:ext cx="1600200" cy="535531"/>
          </a:xfrm>
        </p:spPr>
        <p:txBody>
          <a:bodyPr/>
          <a:lstStyle/>
          <a:p>
            <a:r>
              <a:rPr lang="ko-KR" altLang="en-US" dirty="0"/>
              <a:t>무기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8B5E24BD-4D2E-7D2C-C488-EBBD442C4A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b="1" dirty="0" err="1"/>
              <a:t>그물총</a:t>
            </a:r>
            <a:endParaRPr lang="en-US" altLang="ko-KR" b="1" dirty="0"/>
          </a:p>
          <a:p>
            <a:r>
              <a:rPr lang="ko-KR" altLang="en-US" dirty="0"/>
              <a:t>살상 능력은 없다</a:t>
            </a:r>
            <a:r>
              <a:rPr lang="en-US" altLang="ko-KR" dirty="0"/>
              <a:t>. </a:t>
            </a:r>
            <a:r>
              <a:rPr lang="ko-KR" altLang="en-US" dirty="0"/>
              <a:t>상대방을 잠시 묶어두는 용도이다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추가 효과</a:t>
            </a:r>
            <a:r>
              <a:rPr lang="en-US" altLang="ko-KR" dirty="0"/>
              <a:t>: </a:t>
            </a:r>
            <a:r>
              <a:rPr lang="ko-KR" altLang="en-US" dirty="0"/>
              <a:t>상대를 최대 </a:t>
            </a:r>
            <a:r>
              <a:rPr lang="en-US" altLang="ko-KR" dirty="0"/>
              <a:t>3</a:t>
            </a:r>
            <a:r>
              <a:rPr lang="ko-KR" altLang="en-US" dirty="0"/>
              <a:t>초 동안 움직이지 못하게 한다</a:t>
            </a:r>
            <a:r>
              <a:rPr lang="en-US" altLang="ko-KR" dirty="0"/>
              <a:t>. </a:t>
            </a:r>
            <a:r>
              <a:rPr lang="ko-KR" altLang="en-US" dirty="0"/>
              <a:t>적을 조준하여 꾹 누른 채 있어야 한다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/>
              <a:t>무기 유형</a:t>
            </a:r>
            <a:r>
              <a:rPr lang="en-US" altLang="ko-KR" dirty="0"/>
              <a:t>: </a:t>
            </a:r>
            <a:r>
              <a:rPr lang="ko-KR" altLang="en-US" dirty="0"/>
              <a:t>원거리 무기</a:t>
            </a:r>
            <a:endParaRPr lang="en-US" altLang="ko-KR" dirty="0"/>
          </a:p>
          <a:p>
            <a:r>
              <a:rPr lang="ko-KR" altLang="en-US" dirty="0"/>
              <a:t>획득 방법</a:t>
            </a:r>
            <a:r>
              <a:rPr lang="en-US" altLang="ko-KR" dirty="0"/>
              <a:t>: </a:t>
            </a:r>
            <a:r>
              <a:rPr lang="ko-KR" altLang="en-US" dirty="0"/>
              <a:t>상점 구매</a:t>
            </a:r>
            <a:endParaRPr lang="en-US" altLang="ko-KR" dirty="0"/>
          </a:p>
          <a:p>
            <a:r>
              <a:rPr lang="ko-KR" altLang="en-US" dirty="0"/>
              <a:t>구매 가격</a:t>
            </a:r>
            <a:r>
              <a:rPr lang="en-US" altLang="ko-KR" dirty="0"/>
              <a:t>: $ (</a:t>
            </a:r>
            <a:r>
              <a:rPr lang="ko-KR" altLang="en-US" dirty="0"/>
              <a:t>미정</a:t>
            </a:r>
            <a:r>
              <a:rPr lang="en-US" altLang="ko-KR" dirty="0"/>
              <a:t>)</a:t>
            </a:r>
          </a:p>
          <a:p>
            <a:r>
              <a:rPr lang="ko-KR" altLang="en-US" dirty="0"/>
              <a:t>무게</a:t>
            </a:r>
            <a:r>
              <a:rPr lang="en-US" altLang="ko-KR" dirty="0"/>
              <a:t>: 2kg</a:t>
            </a:r>
          </a:p>
          <a:p>
            <a:r>
              <a:rPr lang="ko-KR" altLang="en-US" dirty="0"/>
              <a:t>공격력</a:t>
            </a:r>
            <a:r>
              <a:rPr lang="en-US" altLang="ko-KR" dirty="0"/>
              <a:t>: 0</a:t>
            </a:r>
          </a:p>
          <a:p>
            <a:r>
              <a:rPr lang="ko-KR" altLang="en-US" dirty="0"/>
              <a:t>장탄 수</a:t>
            </a:r>
            <a:r>
              <a:rPr lang="en-US" altLang="ko-KR" dirty="0"/>
              <a:t>: 3</a:t>
            </a:r>
          </a:p>
          <a:p>
            <a:r>
              <a:rPr lang="ko-KR" altLang="en-US" dirty="0" err="1"/>
              <a:t>쿨타임</a:t>
            </a:r>
            <a:r>
              <a:rPr lang="en-US" altLang="ko-KR" dirty="0"/>
              <a:t>: </a:t>
            </a:r>
            <a:r>
              <a:rPr lang="ko-KR" altLang="en-US" dirty="0"/>
              <a:t>충전 전까지 사용 불가</a:t>
            </a:r>
            <a:endParaRPr lang="en-US" altLang="ko-KR" dirty="0"/>
          </a:p>
          <a:p>
            <a:r>
              <a:rPr lang="ko-KR" altLang="en-US" dirty="0"/>
              <a:t>추가 효과</a:t>
            </a:r>
            <a:r>
              <a:rPr lang="en-US" altLang="ko-KR" dirty="0"/>
              <a:t>: </a:t>
            </a:r>
            <a:r>
              <a:rPr lang="ko-KR" altLang="en-US" dirty="0"/>
              <a:t>최대</a:t>
            </a:r>
            <a:r>
              <a:rPr lang="en-US" altLang="ko-KR" dirty="0"/>
              <a:t> 3</a:t>
            </a:r>
            <a:r>
              <a:rPr lang="ko-KR" altLang="en-US" dirty="0"/>
              <a:t>초 동안 스턴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B824F384-6732-0B94-0233-284F81CD80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6</a:t>
            </a:fld>
            <a:endParaRPr lang="ko-KR" altLang="en-US"/>
          </a:p>
        </p:txBody>
      </p:sp>
      <p:pic>
        <p:nvPicPr>
          <p:cNvPr id="10" name="그림 9" descr="그림, 스케치, 라인 아트, 친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F1C8086-587C-C3F1-EEEE-4CA1B74B764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4354" t="10741" r="15302" b="67362"/>
          <a:stretch>
            <a:fillRect/>
          </a:stretch>
        </p:blipFill>
        <p:spPr>
          <a:xfrm>
            <a:off x="10725350" y="2177464"/>
            <a:ext cx="1003300" cy="1501691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AAB94587-D72A-4395-6229-00BBD39ED9B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2201" y="3260390"/>
            <a:ext cx="5715798" cy="38105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39547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4841</TotalTime>
  <Words>329</Words>
  <Application>Microsoft Office PowerPoint</Application>
  <PresentationFormat>와이드스크린</PresentationFormat>
  <Paragraphs>75</Paragraphs>
  <Slides>6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</vt:i4>
      </vt:variant>
    </vt:vector>
  </HeadingPairs>
  <TitlesOfParts>
    <vt:vector size="9" baseType="lpstr">
      <vt:lpstr>맑은 고딕</vt:lpstr>
      <vt:lpstr>Arial</vt:lpstr>
      <vt:lpstr>Office 테마</vt:lpstr>
      <vt:lpstr>전투 기획</vt:lpstr>
      <vt:lpstr>목차</vt:lpstr>
      <vt:lpstr>무기</vt:lpstr>
      <vt:lpstr>무기</vt:lpstr>
      <vt:lpstr>무기</vt:lpstr>
      <vt:lpstr>무기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이하나 윤</dc:creator>
  <cp:lastModifiedBy>이하나 윤</cp:lastModifiedBy>
  <cp:revision>40</cp:revision>
  <dcterms:created xsi:type="dcterms:W3CDTF">2025-07-11T11:24:26Z</dcterms:created>
  <dcterms:modified xsi:type="dcterms:W3CDTF">2025-09-16T19:16:42Z</dcterms:modified>
</cp:coreProperties>
</file>