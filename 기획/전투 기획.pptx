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80" r:id="rId4"/>
    <p:sldId id="284" r:id="rId5"/>
    <p:sldId id="282" r:id="rId6"/>
    <p:sldId id="283" r:id="rId7"/>
    <p:sldId id="286" r:id="rId8"/>
    <p:sldId id="288" r:id="rId9"/>
    <p:sldId id="289" r:id="rId10"/>
    <p:sldId id="290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BFBFBF"/>
    <a:srgbClr val="FF00FF"/>
    <a:srgbClr val="8B5831"/>
    <a:srgbClr val="000000"/>
    <a:srgbClr val="0000FF"/>
    <a:srgbClr val="00FF00"/>
    <a:srgbClr val="00B0F0"/>
    <a:srgbClr val="FFFFFF"/>
    <a:srgbClr val="0078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61F69A-2165-4919-AA1F-483684562680}" v="16" dt="2025-09-28T09:41:47.1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7" autoAdjust="0"/>
    <p:restoredTop sz="93974" autoAdjust="0"/>
  </p:normalViewPr>
  <p:slideViewPr>
    <p:cSldViewPr snapToGrid="0">
      <p:cViewPr varScale="1">
        <p:scale>
          <a:sx n="93" d="100"/>
          <a:sy n="93" d="100"/>
        </p:scale>
        <p:origin x="138" y="30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190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하나 윤" userId="f658f17427b35de9" providerId="LiveId" clId="{E9838EAF-D27B-40BD-973C-B669816E3ACD}"/>
    <pc:docChg chg="undo redo custSel addSld delSld modSld sldOrd">
      <pc:chgData name="이하나 윤" userId="f658f17427b35de9" providerId="LiveId" clId="{E9838EAF-D27B-40BD-973C-B669816E3ACD}" dt="2025-09-28T09:43:28.823" v="1366" actId="20577"/>
      <pc:docMkLst>
        <pc:docMk/>
      </pc:docMkLst>
      <pc:sldChg chg="modSp mod">
        <pc:chgData name="이하나 윤" userId="f658f17427b35de9" providerId="LiveId" clId="{E9838EAF-D27B-40BD-973C-B669816E3ACD}" dt="2025-09-28T07:08:15.861" v="33" actId="20577"/>
        <pc:sldMkLst>
          <pc:docMk/>
          <pc:sldMk cId="695329364" sldId="256"/>
        </pc:sldMkLst>
        <pc:spChg chg="mod">
          <ac:chgData name="이하나 윤" userId="f658f17427b35de9" providerId="LiveId" clId="{E9838EAF-D27B-40BD-973C-B669816E3ACD}" dt="2025-09-28T07:08:15.861" v="33" actId="20577"/>
          <ac:spMkLst>
            <pc:docMk/>
            <pc:sldMk cId="695329364" sldId="256"/>
            <ac:spMk id="3" creationId="{F2DB0B14-7B93-035D-6893-C7A5FA5E3A1F}"/>
          </ac:spMkLst>
        </pc:spChg>
        <pc:spChg chg="mod">
          <ac:chgData name="이하나 윤" userId="f658f17427b35de9" providerId="LiveId" clId="{E9838EAF-D27B-40BD-973C-B669816E3ACD}" dt="2025-09-28T07:06:59.146" v="4" actId="20577"/>
          <ac:spMkLst>
            <pc:docMk/>
            <pc:sldMk cId="695329364" sldId="256"/>
            <ac:spMk id="4" creationId="{77A1A4CF-75CA-73D9-FBFB-9F192FB89E8E}"/>
          </ac:spMkLst>
        </pc:spChg>
      </pc:sldChg>
      <pc:sldChg chg="modSp mod">
        <pc:chgData name="이하나 윤" userId="f658f17427b35de9" providerId="LiveId" clId="{E9838EAF-D27B-40BD-973C-B669816E3ACD}" dt="2025-09-28T08:13:44.107" v="1024" actId="20577"/>
        <pc:sldMkLst>
          <pc:docMk/>
          <pc:sldMk cId="1843325994" sldId="257"/>
        </pc:sldMkLst>
        <pc:spChg chg="mod">
          <ac:chgData name="이하나 윤" userId="f658f17427b35de9" providerId="LiveId" clId="{E9838EAF-D27B-40BD-973C-B669816E3ACD}" dt="2025-09-28T08:13:44.107" v="1024" actId="20577"/>
          <ac:spMkLst>
            <pc:docMk/>
            <pc:sldMk cId="1843325994" sldId="257"/>
            <ac:spMk id="4" creationId="{566C19CA-242E-6D40-AE00-592C2404271D}"/>
          </ac:spMkLst>
        </pc:spChg>
      </pc:sldChg>
      <pc:sldChg chg="modSp mod">
        <pc:chgData name="이하나 윤" userId="f658f17427b35de9" providerId="LiveId" clId="{E9838EAF-D27B-40BD-973C-B669816E3ACD}" dt="2025-09-28T07:33:59.088" v="287" actId="20577"/>
        <pc:sldMkLst>
          <pc:docMk/>
          <pc:sldMk cId="2467931347" sldId="280"/>
        </pc:sldMkLst>
        <pc:spChg chg="mod">
          <ac:chgData name="이하나 윤" userId="f658f17427b35de9" providerId="LiveId" clId="{E9838EAF-D27B-40BD-973C-B669816E3ACD}" dt="2025-09-28T07:33:59.088" v="287" actId="20577"/>
          <ac:spMkLst>
            <pc:docMk/>
            <pc:sldMk cId="2467931347" sldId="280"/>
            <ac:spMk id="4" creationId="{A65BED05-43EC-C289-3A55-8A21041F8B8B}"/>
          </ac:spMkLst>
        </pc:spChg>
      </pc:sldChg>
      <pc:sldChg chg="modSp mod">
        <pc:chgData name="이하나 윤" userId="f658f17427b35de9" providerId="LiveId" clId="{E9838EAF-D27B-40BD-973C-B669816E3ACD}" dt="2025-09-28T07:34:06.269" v="306" actId="20577"/>
        <pc:sldMkLst>
          <pc:docMk/>
          <pc:sldMk cId="1508756470" sldId="282"/>
        </pc:sldMkLst>
        <pc:spChg chg="mod">
          <ac:chgData name="이하나 윤" userId="f658f17427b35de9" providerId="LiveId" clId="{E9838EAF-D27B-40BD-973C-B669816E3ACD}" dt="2025-09-28T07:34:06.269" v="306" actId="20577"/>
          <ac:spMkLst>
            <pc:docMk/>
            <pc:sldMk cId="1508756470" sldId="282"/>
            <ac:spMk id="4" creationId="{0E71D581-27EE-8AD4-573D-997E70EC9BFC}"/>
          </ac:spMkLst>
        </pc:spChg>
      </pc:sldChg>
      <pc:sldChg chg="modSp mod">
        <pc:chgData name="이하나 윤" userId="f658f17427b35de9" providerId="LiveId" clId="{E9838EAF-D27B-40BD-973C-B669816E3ACD}" dt="2025-09-28T07:34:12.083" v="325" actId="20577"/>
        <pc:sldMkLst>
          <pc:docMk/>
          <pc:sldMk cId="341395478" sldId="283"/>
        </pc:sldMkLst>
        <pc:spChg chg="mod">
          <ac:chgData name="이하나 윤" userId="f658f17427b35de9" providerId="LiveId" clId="{E9838EAF-D27B-40BD-973C-B669816E3ACD}" dt="2025-09-28T07:34:12.083" v="325" actId="20577"/>
          <ac:spMkLst>
            <pc:docMk/>
            <pc:sldMk cId="341395478" sldId="283"/>
            <ac:spMk id="4" creationId="{8B5E24BD-4D2E-7D2C-C488-EBBD442C4AD2}"/>
          </ac:spMkLst>
        </pc:spChg>
      </pc:sldChg>
      <pc:sldChg chg="modSp mod">
        <pc:chgData name="이하나 윤" userId="f658f17427b35de9" providerId="LiveId" clId="{E9838EAF-D27B-40BD-973C-B669816E3ACD}" dt="2025-09-28T07:33:49.712" v="259" actId="20577"/>
        <pc:sldMkLst>
          <pc:docMk/>
          <pc:sldMk cId="1852283351" sldId="284"/>
        </pc:sldMkLst>
        <pc:spChg chg="mod">
          <ac:chgData name="이하나 윤" userId="f658f17427b35de9" providerId="LiveId" clId="{E9838EAF-D27B-40BD-973C-B669816E3ACD}" dt="2025-09-28T07:33:49.712" v="259" actId="20577"/>
          <ac:spMkLst>
            <pc:docMk/>
            <pc:sldMk cId="1852283351" sldId="284"/>
            <ac:spMk id="4" creationId="{DEADCFFD-643A-E027-52D4-B3D607DE4A1A}"/>
          </ac:spMkLst>
        </pc:spChg>
      </pc:sldChg>
      <pc:sldChg chg="addSp modSp new mod ord">
        <pc:chgData name="이하나 윤" userId="f658f17427b35de9" providerId="LiveId" clId="{E9838EAF-D27B-40BD-973C-B669816E3ACD}" dt="2025-09-28T08:12:55.503" v="1009" actId="207"/>
        <pc:sldMkLst>
          <pc:docMk/>
          <pc:sldMk cId="3387152185" sldId="285"/>
        </pc:sldMkLst>
        <pc:spChg chg="mod">
          <ac:chgData name="이하나 윤" userId="f658f17427b35de9" providerId="LiveId" clId="{E9838EAF-D27B-40BD-973C-B669816E3ACD}" dt="2025-09-28T08:01:21.695" v="825" actId="113"/>
          <ac:spMkLst>
            <pc:docMk/>
            <pc:sldMk cId="3387152185" sldId="285"/>
            <ac:spMk id="2" creationId="{A505DC85-97EC-3C15-BF84-A0EF7476D8A7}"/>
          </ac:spMkLst>
        </pc:spChg>
        <pc:spChg chg="mod">
          <ac:chgData name="이하나 윤" userId="f658f17427b35de9" providerId="LiveId" clId="{E9838EAF-D27B-40BD-973C-B669816E3ACD}" dt="2025-09-28T07:12:21.559" v="112"/>
          <ac:spMkLst>
            <pc:docMk/>
            <pc:sldMk cId="3387152185" sldId="285"/>
            <ac:spMk id="3" creationId="{42D5F7D5-9A32-C9CB-26C1-9174544DFC93}"/>
          </ac:spMkLst>
        </pc:spChg>
        <pc:spChg chg="mod">
          <ac:chgData name="이하나 윤" userId="f658f17427b35de9" providerId="LiveId" clId="{E9838EAF-D27B-40BD-973C-B669816E3ACD}" dt="2025-09-28T07:35:17.616" v="386" actId="20577"/>
          <ac:spMkLst>
            <pc:docMk/>
            <pc:sldMk cId="3387152185" sldId="285"/>
            <ac:spMk id="4" creationId="{79913FB2-72E7-61AC-16CD-8C20E73AAAEE}"/>
          </ac:spMkLst>
        </pc:spChg>
        <pc:graphicFrameChg chg="add mod modGraphic">
          <ac:chgData name="이하나 윤" userId="f658f17427b35de9" providerId="LiveId" clId="{E9838EAF-D27B-40BD-973C-B669816E3ACD}" dt="2025-09-28T08:12:55.503" v="1009" actId="207"/>
          <ac:graphicFrameMkLst>
            <pc:docMk/>
            <pc:sldMk cId="3387152185" sldId="285"/>
            <ac:graphicFrameMk id="6" creationId="{DCF701A9-572B-D7F3-874E-C77C002B7781}"/>
          </ac:graphicFrameMkLst>
        </pc:graphicFrameChg>
      </pc:sldChg>
      <pc:sldChg chg="addSp delSp modSp new mod">
        <pc:chgData name="이하나 윤" userId="f658f17427b35de9" providerId="LiveId" clId="{E9838EAF-D27B-40BD-973C-B669816E3ACD}" dt="2025-09-28T08:32:07.035" v="1055" actId="1076"/>
        <pc:sldMkLst>
          <pc:docMk/>
          <pc:sldMk cId="3654646454" sldId="286"/>
        </pc:sldMkLst>
        <pc:spChg chg="mod">
          <ac:chgData name="이하나 윤" userId="f658f17427b35de9" providerId="LiveId" clId="{E9838EAF-D27B-40BD-973C-B669816E3ACD}" dt="2025-09-28T08:13:38.605" v="1020" actId="113"/>
          <ac:spMkLst>
            <pc:docMk/>
            <pc:sldMk cId="3654646454" sldId="286"/>
            <ac:spMk id="2" creationId="{FAA54CC2-59AB-0E80-3695-A9D923BB04AC}"/>
          </ac:spMkLst>
        </pc:spChg>
        <pc:spChg chg="mod">
          <ac:chgData name="이하나 윤" userId="f658f17427b35de9" providerId="LiveId" clId="{E9838EAF-D27B-40BD-973C-B669816E3ACD}" dt="2025-09-28T07:11:49.237" v="101" actId="20577"/>
          <ac:spMkLst>
            <pc:docMk/>
            <pc:sldMk cId="3654646454" sldId="286"/>
            <ac:spMk id="3" creationId="{02315CFE-E06C-070F-2D5C-4B65B4BA4C52}"/>
          </ac:spMkLst>
        </pc:spChg>
        <pc:spChg chg="mod">
          <ac:chgData name="이하나 윤" userId="f658f17427b35de9" providerId="LiveId" clId="{E9838EAF-D27B-40BD-973C-B669816E3ACD}" dt="2025-09-28T07:12:36.258" v="114"/>
          <ac:spMkLst>
            <pc:docMk/>
            <pc:sldMk cId="3654646454" sldId="286"/>
            <ac:spMk id="4" creationId="{35A0BB1C-32DD-7B4F-2286-F3A98C04D97A}"/>
          </ac:spMkLst>
        </pc:spChg>
        <pc:spChg chg="add del mod">
          <ac:chgData name="이하나 윤" userId="f658f17427b35de9" providerId="LiveId" clId="{E9838EAF-D27B-40BD-973C-B669816E3ACD}" dt="2025-09-28T08:09:07.717" v="959" actId="478"/>
          <ac:spMkLst>
            <pc:docMk/>
            <pc:sldMk cId="3654646454" sldId="286"/>
            <ac:spMk id="7" creationId="{722DABAE-2B1F-6E35-CA58-EC1567BDF2D9}"/>
          </ac:spMkLst>
        </pc:spChg>
        <pc:spChg chg="add mod">
          <ac:chgData name="이하나 윤" userId="f658f17427b35de9" providerId="LiveId" clId="{E9838EAF-D27B-40BD-973C-B669816E3ACD}" dt="2025-09-28T08:32:04.824" v="1054" actId="164"/>
          <ac:spMkLst>
            <pc:docMk/>
            <pc:sldMk cId="3654646454" sldId="286"/>
            <ac:spMk id="8" creationId="{3A00B2BA-98A1-2D64-87FA-B57F9314705D}"/>
          </ac:spMkLst>
        </pc:spChg>
        <pc:spChg chg="add mod">
          <ac:chgData name="이하나 윤" userId="f658f17427b35de9" providerId="LiveId" clId="{E9838EAF-D27B-40BD-973C-B669816E3ACD}" dt="2025-09-28T08:32:04.824" v="1054" actId="164"/>
          <ac:spMkLst>
            <pc:docMk/>
            <pc:sldMk cId="3654646454" sldId="286"/>
            <ac:spMk id="9" creationId="{43ACD007-4DC8-F3F8-63AC-FAE52D4CD21C}"/>
          </ac:spMkLst>
        </pc:spChg>
        <pc:grpChg chg="add mod">
          <ac:chgData name="이하나 윤" userId="f658f17427b35de9" providerId="LiveId" clId="{E9838EAF-D27B-40BD-973C-B669816E3ACD}" dt="2025-09-28T08:32:07.035" v="1055" actId="1076"/>
          <ac:grpSpMkLst>
            <pc:docMk/>
            <pc:sldMk cId="3654646454" sldId="286"/>
            <ac:grpSpMk id="10" creationId="{B3928684-4281-A32A-0052-DD4464BBF1B2}"/>
          </ac:grpSpMkLst>
        </pc:grpChg>
        <pc:graphicFrameChg chg="add mod modGraphic">
          <ac:chgData name="이하나 윤" userId="f658f17427b35de9" providerId="LiveId" clId="{E9838EAF-D27B-40BD-973C-B669816E3ACD}" dt="2025-09-28T08:31:59.716" v="1053" actId="20577"/>
          <ac:graphicFrameMkLst>
            <pc:docMk/>
            <pc:sldMk cId="3654646454" sldId="286"/>
            <ac:graphicFrameMk id="6" creationId="{AE1875A4-B894-7A56-CFDD-613522DA0E28}"/>
          </ac:graphicFrameMkLst>
        </pc:graphicFrameChg>
      </pc:sldChg>
      <pc:sldChg chg="new del">
        <pc:chgData name="이하나 윤" userId="f658f17427b35de9" providerId="LiveId" clId="{E9838EAF-D27B-40BD-973C-B669816E3ACD}" dt="2025-09-28T08:22:38.174" v="1027" actId="47"/>
        <pc:sldMkLst>
          <pc:docMk/>
          <pc:sldMk cId="2899440009" sldId="287"/>
        </pc:sldMkLst>
      </pc:sldChg>
      <pc:sldChg chg="addSp delSp modSp add mod">
        <pc:chgData name="이하나 윤" userId="f658f17427b35de9" providerId="LiveId" clId="{E9838EAF-D27B-40BD-973C-B669816E3ACD}" dt="2025-09-28T09:30:55.114" v="1063" actId="1076"/>
        <pc:sldMkLst>
          <pc:docMk/>
          <pc:sldMk cId="3756870264" sldId="288"/>
        </pc:sldMkLst>
        <pc:spChg chg="mod">
          <ac:chgData name="이하나 윤" userId="f658f17427b35de9" providerId="LiveId" clId="{E9838EAF-D27B-40BD-973C-B669816E3ACD}" dt="2025-09-28T08:22:51.333" v="1030" actId="113"/>
          <ac:spMkLst>
            <pc:docMk/>
            <pc:sldMk cId="3756870264" sldId="288"/>
            <ac:spMk id="2" creationId="{07FFE341-FE08-7B09-2324-0107F1B02DD5}"/>
          </ac:spMkLst>
        </pc:spChg>
        <pc:spChg chg="del">
          <ac:chgData name="이하나 윤" userId="f658f17427b35de9" providerId="LiveId" clId="{E9838EAF-D27B-40BD-973C-B669816E3ACD}" dt="2025-09-28T08:22:45.321" v="1028" actId="478"/>
          <ac:spMkLst>
            <pc:docMk/>
            <pc:sldMk cId="3756870264" sldId="288"/>
            <ac:spMk id="8" creationId="{B410264E-CAEE-52CD-4AC9-383E7844118C}"/>
          </ac:spMkLst>
        </pc:spChg>
        <pc:spChg chg="del">
          <ac:chgData name="이하나 윤" userId="f658f17427b35de9" providerId="LiveId" clId="{E9838EAF-D27B-40BD-973C-B669816E3ACD}" dt="2025-09-28T08:22:45.321" v="1028" actId="478"/>
          <ac:spMkLst>
            <pc:docMk/>
            <pc:sldMk cId="3756870264" sldId="288"/>
            <ac:spMk id="9" creationId="{206F07DC-9A7E-3F4E-66E5-174F6E8BBE78}"/>
          </ac:spMkLst>
        </pc:spChg>
        <pc:grpChg chg="add del mod">
          <ac:chgData name="이하나 윤" userId="f658f17427b35de9" providerId="LiveId" clId="{E9838EAF-D27B-40BD-973C-B669816E3ACD}" dt="2025-09-28T09:30:21.848" v="1056" actId="478"/>
          <ac:grpSpMkLst>
            <pc:docMk/>
            <pc:sldMk cId="3756870264" sldId="288"/>
            <ac:grpSpMk id="7" creationId="{8E62E042-2C2A-DB80-D174-36AF6801237E}"/>
          </ac:grpSpMkLst>
        </pc:grpChg>
        <pc:grpChg chg="mod">
          <ac:chgData name="이하나 윤" userId="f658f17427b35de9" providerId="LiveId" clId="{E9838EAF-D27B-40BD-973C-B669816E3ACD}" dt="2025-09-28T08:23:41.427" v="1031"/>
          <ac:grpSpMkLst>
            <pc:docMk/>
            <pc:sldMk cId="3756870264" sldId="288"/>
            <ac:grpSpMk id="11" creationId="{2230AB58-9D7E-9EF7-E5F7-6C0DEC44A6D6}"/>
          </ac:grpSpMkLst>
        </pc:grpChg>
        <pc:grpChg chg="mod">
          <ac:chgData name="이하나 윤" userId="f658f17427b35de9" providerId="LiveId" clId="{E9838EAF-D27B-40BD-973C-B669816E3ACD}" dt="2025-09-28T08:23:41.427" v="1031"/>
          <ac:grpSpMkLst>
            <pc:docMk/>
            <pc:sldMk cId="3756870264" sldId="288"/>
            <ac:grpSpMk id="12" creationId="{6FC382EE-0CC1-3D8F-6A27-8667EDFF7435}"/>
          </ac:grpSpMkLst>
        </pc:grpChg>
        <pc:grpChg chg="mod">
          <ac:chgData name="이하나 윤" userId="f658f17427b35de9" providerId="LiveId" clId="{E9838EAF-D27B-40BD-973C-B669816E3ACD}" dt="2025-09-28T08:23:41.427" v="1031"/>
          <ac:grpSpMkLst>
            <pc:docMk/>
            <pc:sldMk cId="3756870264" sldId="288"/>
            <ac:grpSpMk id="14" creationId="{3FABE1EC-2245-0B40-BA79-BF8B5924F953}"/>
          </ac:grpSpMkLst>
        </pc:grpChg>
        <pc:grpChg chg="mod">
          <ac:chgData name="이하나 윤" userId="f658f17427b35de9" providerId="LiveId" clId="{E9838EAF-D27B-40BD-973C-B669816E3ACD}" dt="2025-09-28T08:23:41.427" v="1031"/>
          <ac:grpSpMkLst>
            <pc:docMk/>
            <pc:sldMk cId="3756870264" sldId="288"/>
            <ac:grpSpMk id="17" creationId="{4FBC4621-5BC6-B4D0-6AF9-BE42EF5665A0}"/>
          </ac:grpSpMkLst>
        </pc:grpChg>
        <pc:grpChg chg="mod">
          <ac:chgData name="이하나 윤" userId="f658f17427b35de9" providerId="LiveId" clId="{E9838EAF-D27B-40BD-973C-B669816E3ACD}" dt="2025-09-28T08:23:41.427" v="1031"/>
          <ac:grpSpMkLst>
            <pc:docMk/>
            <pc:sldMk cId="3756870264" sldId="288"/>
            <ac:grpSpMk id="18" creationId="{D78F9F41-43D0-77E0-8654-456E10106BF9}"/>
          </ac:grpSpMkLst>
        </pc:grpChg>
        <pc:graphicFrameChg chg="del">
          <ac:chgData name="이하나 윤" userId="f658f17427b35de9" providerId="LiveId" clId="{E9838EAF-D27B-40BD-973C-B669816E3ACD}" dt="2025-09-28T08:22:45.321" v="1028" actId="478"/>
          <ac:graphicFrameMkLst>
            <pc:docMk/>
            <pc:sldMk cId="3756870264" sldId="288"/>
            <ac:graphicFrameMk id="6" creationId="{ADE11E84-998A-1587-5FB7-DA5714198CB7}"/>
          </ac:graphicFrameMkLst>
        </pc:graphicFrameChg>
        <pc:picChg chg="mod">
          <ac:chgData name="이하나 윤" userId="f658f17427b35de9" providerId="LiveId" clId="{E9838EAF-D27B-40BD-973C-B669816E3ACD}" dt="2025-09-28T08:23:41.427" v="1031"/>
          <ac:picMkLst>
            <pc:docMk/>
            <pc:sldMk cId="3756870264" sldId="288"/>
            <ac:picMk id="10" creationId="{CEC3B0B9-3674-0C11-4DA1-E0DD676870AD}"/>
          </ac:picMkLst>
        </pc:picChg>
        <pc:picChg chg="add mod">
          <ac:chgData name="이하나 윤" userId="f658f17427b35de9" providerId="LiveId" clId="{E9838EAF-D27B-40BD-973C-B669816E3ACD}" dt="2025-09-28T09:30:55.114" v="1063" actId="1076"/>
          <ac:picMkLst>
            <pc:docMk/>
            <pc:sldMk cId="3756870264" sldId="288"/>
            <ac:picMk id="175" creationId="{0C06DADE-7AF1-5951-9C6A-64467E67AE33}"/>
          </ac:picMkLst>
        </pc:picChg>
        <pc:inkChg chg="mod">
          <ac:chgData name="이하나 윤" userId="f658f17427b35de9" providerId="LiveId" clId="{E9838EAF-D27B-40BD-973C-B669816E3ACD}" dt="2025-09-28T08:23:41.427" v="1031"/>
          <ac:inkMkLst>
            <pc:docMk/>
            <pc:sldMk cId="3756870264" sldId="288"/>
            <ac:inkMk id="59" creationId="{B8C8ACBA-12AB-B5B3-B081-FB0AAFD65BB4}"/>
          </ac:inkMkLst>
        </pc:inkChg>
        <pc:inkChg chg="mod">
          <ac:chgData name="이하나 윤" userId="f658f17427b35de9" providerId="LiveId" clId="{E9838EAF-D27B-40BD-973C-B669816E3ACD}" dt="2025-09-28T08:23:41.427" v="1031"/>
          <ac:inkMkLst>
            <pc:docMk/>
            <pc:sldMk cId="3756870264" sldId="288"/>
            <ac:inkMk id="95" creationId="{92385C6D-57EC-B117-E44E-16ED6008B648}"/>
          </ac:inkMkLst>
        </pc:inkChg>
        <pc:inkChg chg="mod">
          <ac:chgData name="이하나 윤" userId="f658f17427b35de9" providerId="LiveId" clId="{E9838EAF-D27B-40BD-973C-B669816E3ACD}" dt="2025-09-28T08:23:41.427" v="1031"/>
          <ac:inkMkLst>
            <pc:docMk/>
            <pc:sldMk cId="3756870264" sldId="288"/>
            <ac:inkMk id="102" creationId="{A932D1F1-CB98-8403-C747-1AA3A939C895}"/>
          </ac:inkMkLst>
        </pc:inkChg>
      </pc:sldChg>
      <pc:sldChg chg="addSp delSp modSp add mod">
        <pc:chgData name="이하나 윤" userId="f658f17427b35de9" providerId="LiveId" clId="{E9838EAF-D27B-40BD-973C-B669816E3ACD}" dt="2025-09-28T09:43:28.823" v="1366" actId="20577"/>
        <pc:sldMkLst>
          <pc:docMk/>
          <pc:sldMk cId="3324608471" sldId="289"/>
        </pc:sldMkLst>
        <pc:spChg chg="mod">
          <ac:chgData name="이하나 윤" userId="f658f17427b35de9" providerId="LiveId" clId="{E9838EAF-D27B-40BD-973C-B669816E3ACD}" dt="2025-09-28T09:41:57.799" v="1069" actId="113"/>
          <ac:spMkLst>
            <pc:docMk/>
            <pc:sldMk cId="3324608471" sldId="289"/>
            <ac:spMk id="2" creationId="{B208B376-0743-E8C9-E35B-BBF8AA656457}"/>
          </ac:spMkLst>
        </pc:spChg>
        <pc:spChg chg="del">
          <ac:chgData name="이하나 윤" userId="f658f17427b35de9" providerId="LiveId" clId="{E9838EAF-D27B-40BD-973C-B669816E3ACD}" dt="2025-09-28T09:42:05.649" v="1071" actId="478"/>
          <ac:spMkLst>
            <pc:docMk/>
            <pc:sldMk cId="3324608471" sldId="289"/>
            <ac:spMk id="4" creationId="{E1026054-9EB8-81DB-14ED-F94DB25A774D}"/>
          </ac:spMkLst>
        </pc:spChg>
        <pc:spChg chg="add mod">
          <ac:chgData name="이하나 윤" userId="f658f17427b35de9" providerId="LiveId" clId="{E9838EAF-D27B-40BD-973C-B669816E3ACD}" dt="2025-09-28T09:43:28.823" v="1366" actId="20577"/>
          <ac:spMkLst>
            <pc:docMk/>
            <pc:sldMk cId="3324608471" sldId="289"/>
            <ac:spMk id="11" creationId="{161AB7A6-A663-B3DF-5EA4-62CEDB69FD83}"/>
          </ac:spMkLst>
        </pc:spChg>
        <pc:grpChg chg="del">
          <ac:chgData name="이하나 윤" userId="f658f17427b35de9" providerId="LiveId" clId="{E9838EAF-D27B-40BD-973C-B669816E3ACD}" dt="2025-09-28T09:42:08.498" v="1072" actId="478"/>
          <ac:grpSpMkLst>
            <pc:docMk/>
            <pc:sldMk cId="3324608471" sldId="289"/>
            <ac:grpSpMk id="10" creationId="{713F3F7A-1E4F-9CCC-F963-A3535C51BE91}"/>
          </ac:grpSpMkLst>
        </pc:grpChg>
        <pc:graphicFrameChg chg="del">
          <ac:chgData name="이하나 윤" userId="f658f17427b35de9" providerId="LiveId" clId="{E9838EAF-D27B-40BD-973C-B669816E3ACD}" dt="2025-09-28T09:42:04.193" v="1070" actId="478"/>
          <ac:graphicFrameMkLst>
            <pc:docMk/>
            <pc:sldMk cId="3324608471" sldId="289"/>
            <ac:graphicFrameMk id="6" creationId="{D6BF1AD6-658A-2AC7-532D-460541484F2C}"/>
          </ac:graphicFrameMkLst>
        </pc:graphicFrameChg>
      </pc:sldChg>
      <pc:sldChg chg="new del">
        <pc:chgData name="이하나 윤" userId="f658f17427b35de9" providerId="LiveId" clId="{E9838EAF-D27B-40BD-973C-B669816E3ACD}" dt="2025-09-28T09:41:46.912" v="1065" actId="47"/>
        <pc:sldMkLst>
          <pc:docMk/>
          <pc:sldMk cId="4014291457" sldId="289"/>
        </pc:sldMkLst>
      </pc:sldChg>
    </pc:docChg>
  </pc:docChgLst>
  <pc:docChgLst>
    <pc:chgData name="이하나 윤" userId="f658f17427b35de9" providerId="LiveId" clId="{EE219EC4-0B48-4DAA-B6C8-F5305E865B87}"/>
    <pc:docChg chg="undo custSel addSld delSld modSld sldOrd">
      <pc:chgData name="이하나 윤" userId="f658f17427b35de9" providerId="LiveId" clId="{EE219EC4-0B48-4DAA-B6C8-F5305E865B87}" dt="2025-09-16T19:16:32.464" v="2721" actId="1076"/>
      <pc:docMkLst>
        <pc:docMk/>
      </pc:docMkLst>
      <pc:sldChg chg="modSp mod">
        <pc:chgData name="이하나 윤" userId="f658f17427b35de9" providerId="LiveId" clId="{EE219EC4-0B48-4DAA-B6C8-F5305E865B87}" dt="2025-09-15T18:05:38.219" v="12" actId="20577"/>
        <pc:sldMkLst>
          <pc:docMk/>
          <pc:sldMk cId="695329364" sldId="256"/>
        </pc:sldMkLst>
        <pc:spChg chg="mod">
          <ac:chgData name="이하나 윤" userId="f658f17427b35de9" providerId="LiveId" clId="{EE219EC4-0B48-4DAA-B6C8-F5305E865B87}" dt="2025-09-15T18:05:18.916" v="5" actId="20577"/>
          <ac:spMkLst>
            <pc:docMk/>
            <pc:sldMk cId="695329364" sldId="256"/>
            <ac:spMk id="2" creationId="{279A97C8-12D7-ACBE-C5A4-75DBE4566ED8}"/>
          </ac:spMkLst>
        </pc:spChg>
        <pc:spChg chg="mod">
          <ac:chgData name="이하나 윤" userId="f658f17427b35de9" providerId="LiveId" clId="{EE219EC4-0B48-4DAA-B6C8-F5305E865B87}" dt="2025-09-15T18:05:38.219" v="12" actId="20577"/>
          <ac:spMkLst>
            <pc:docMk/>
            <pc:sldMk cId="695329364" sldId="256"/>
            <ac:spMk id="3" creationId="{F2DB0B14-7B93-035D-6893-C7A5FA5E3A1F}"/>
          </ac:spMkLst>
        </pc:spChg>
        <pc:spChg chg="mod">
          <ac:chgData name="이하나 윤" userId="f658f17427b35de9" providerId="LiveId" clId="{EE219EC4-0B48-4DAA-B6C8-F5305E865B87}" dt="2025-09-15T18:05:12.401" v="4" actId="20577"/>
          <ac:spMkLst>
            <pc:docMk/>
            <pc:sldMk cId="695329364" sldId="256"/>
            <ac:spMk id="4" creationId="{77A1A4CF-75CA-73D9-FBFB-9F192FB89E8E}"/>
          </ac:spMkLst>
        </pc:spChg>
      </pc:sldChg>
      <pc:sldChg chg="modSp mod">
        <pc:chgData name="이하나 윤" userId="f658f17427b35de9" providerId="LiveId" clId="{EE219EC4-0B48-4DAA-B6C8-F5305E865B87}" dt="2025-09-16T18:55:04.403" v="2354" actId="20577"/>
        <pc:sldMkLst>
          <pc:docMk/>
          <pc:sldMk cId="1843325994" sldId="257"/>
        </pc:sldMkLst>
        <pc:spChg chg="mod">
          <ac:chgData name="이하나 윤" userId="f658f17427b35de9" providerId="LiveId" clId="{EE219EC4-0B48-4DAA-B6C8-F5305E865B87}" dt="2025-09-16T18:55:04.403" v="2354" actId="20577"/>
          <ac:spMkLst>
            <pc:docMk/>
            <pc:sldMk cId="1843325994" sldId="257"/>
            <ac:spMk id="4" creationId="{566C19CA-242E-6D40-AE00-592C2404271D}"/>
          </ac:spMkLst>
        </pc:spChg>
      </pc:sldChg>
      <pc:sldChg chg="del">
        <pc:chgData name="이하나 윤" userId="f658f17427b35de9" providerId="LiveId" clId="{EE219EC4-0B48-4DAA-B6C8-F5305E865B87}" dt="2025-09-16T18:54:47.202" v="2312" actId="47"/>
        <pc:sldMkLst>
          <pc:docMk/>
          <pc:sldMk cId="565639903" sldId="274"/>
        </pc:sldMkLst>
      </pc:sldChg>
      <pc:sldChg chg="del">
        <pc:chgData name="이하나 윤" userId="f658f17427b35de9" providerId="LiveId" clId="{EE219EC4-0B48-4DAA-B6C8-F5305E865B87}" dt="2025-09-16T18:54:47.202" v="2312" actId="47"/>
        <pc:sldMkLst>
          <pc:docMk/>
          <pc:sldMk cId="663441846" sldId="275"/>
        </pc:sldMkLst>
      </pc:sldChg>
      <pc:sldChg chg="del">
        <pc:chgData name="이하나 윤" userId="f658f17427b35de9" providerId="LiveId" clId="{EE219EC4-0B48-4DAA-B6C8-F5305E865B87}" dt="2025-09-16T18:54:47.202" v="2312" actId="47"/>
        <pc:sldMkLst>
          <pc:docMk/>
          <pc:sldMk cId="1894509827" sldId="276"/>
        </pc:sldMkLst>
      </pc:sldChg>
      <pc:sldChg chg="del">
        <pc:chgData name="이하나 윤" userId="f658f17427b35de9" providerId="LiveId" clId="{EE219EC4-0B48-4DAA-B6C8-F5305E865B87}" dt="2025-09-16T18:54:47.202" v="2312" actId="47"/>
        <pc:sldMkLst>
          <pc:docMk/>
          <pc:sldMk cId="1664335280" sldId="278"/>
        </pc:sldMkLst>
      </pc:sldChg>
      <pc:sldChg chg="del">
        <pc:chgData name="이하나 윤" userId="f658f17427b35de9" providerId="LiveId" clId="{EE219EC4-0B48-4DAA-B6C8-F5305E865B87}" dt="2025-09-16T18:54:47.202" v="2312" actId="47"/>
        <pc:sldMkLst>
          <pc:docMk/>
          <pc:sldMk cId="3952254055" sldId="279"/>
        </pc:sldMkLst>
      </pc:sldChg>
      <pc:sldChg chg="addSp delSp modSp new mod ord">
        <pc:chgData name="이하나 윤" userId="f658f17427b35de9" providerId="LiveId" clId="{EE219EC4-0B48-4DAA-B6C8-F5305E865B87}" dt="2025-09-16T19:11:38.307" v="2688" actId="1076"/>
        <pc:sldMkLst>
          <pc:docMk/>
          <pc:sldMk cId="2467931347" sldId="280"/>
        </pc:sldMkLst>
        <pc:spChg chg="mod">
          <ac:chgData name="이하나 윤" userId="f658f17427b35de9" providerId="LiveId" clId="{EE219EC4-0B48-4DAA-B6C8-F5305E865B87}" dt="2025-09-15T19:02:51.669" v="1073" actId="113"/>
          <ac:spMkLst>
            <pc:docMk/>
            <pc:sldMk cId="2467931347" sldId="280"/>
            <ac:spMk id="2" creationId="{88E5FA1D-825F-1565-5218-FAB64E09C09E}"/>
          </ac:spMkLst>
        </pc:spChg>
        <pc:spChg chg="mod">
          <ac:chgData name="이하나 윤" userId="f658f17427b35de9" providerId="LiveId" clId="{EE219EC4-0B48-4DAA-B6C8-F5305E865B87}" dt="2025-09-15T18:06:08.584" v="28" actId="20577"/>
          <ac:spMkLst>
            <pc:docMk/>
            <pc:sldMk cId="2467931347" sldId="280"/>
            <ac:spMk id="3" creationId="{8DC65DF5-0CBF-CAB8-34E8-FA354D7071C8}"/>
          </ac:spMkLst>
        </pc:spChg>
        <pc:spChg chg="mod">
          <ac:chgData name="이하나 윤" userId="f658f17427b35de9" providerId="LiveId" clId="{EE219EC4-0B48-4DAA-B6C8-F5305E865B87}" dt="2025-09-16T18:59:05.570" v="2587" actId="20577"/>
          <ac:spMkLst>
            <pc:docMk/>
            <pc:sldMk cId="2467931347" sldId="280"/>
            <ac:spMk id="4" creationId="{A65BED05-43EC-C289-3A55-8A21041F8B8B}"/>
          </ac:spMkLst>
        </pc:spChg>
        <pc:picChg chg="add mod ord">
          <ac:chgData name="이하나 윤" userId="f658f17427b35de9" providerId="LiveId" clId="{EE219EC4-0B48-4DAA-B6C8-F5305E865B87}" dt="2025-09-16T19:11:36.516" v="2687" actId="1076"/>
          <ac:picMkLst>
            <pc:docMk/>
            <pc:sldMk cId="2467931347" sldId="280"/>
            <ac:picMk id="8" creationId="{934DF991-C79E-EEB8-D132-8F188CF79091}"/>
          </ac:picMkLst>
        </pc:picChg>
        <pc:picChg chg="add mod">
          <ac:chgData name="이하나 윤" userId="f658f17427b35de9" providerId="LiveId" clId="{EE219EC4-0B48-4DAA-B6C8-F5305E865B87}" dt="2025-09-16T19:11:38.307" v="2688" actId="1076"/>
          <ac:picMkLst>
            <pc:docMk/>
            <pc:sldMk cId="2467931347" sldId="280"/>
            <ac:picMk id="18" creationId="{D31DD244-90B0-98A4-ACD7-91DBACE07F05}"/>
          </ac:picMkLst>
        </pc:picChg>
      </pc:sldChg>
      <pc:sldChg chg="add del">
        <pc:chgData name="이하나 윤" userId="f658f17427b35de9" providerId="LiveId" clId="{EE219EC4-0B48-4DAA-B6C8-F5305E865B87}" dt="2025-09-15T18:24:05.060" v="713" actId="47"/>
        <pc:sldMkLst>
          <pc:docMk/>
          <pc:sldMk cId="1204944444" sldId="281"/>
        </pc:sldMkLst>
      </pc:sldChg>
      <pc:sldChg chg="addSp modSp add mod">
        <pc:chgData name="이하나 윤" userId="f658f17427b35de9" providerId="LiveId" clId="{EE219EC4-0B48-4DAA-B6C8-F5305E865B87}" dt="2025-09-16T19:16:32.464" v="2721" actId="1076"/>
        <pc:sldMkLst>
          <pc:docMk/>
          <pc:sldMk cId="1508756470" sldId="282"/>
        </pc:sldMkLst>
        <pc:spChg chg="mod">
          <ac:chgData name="이하나 윤" userId="f658f17427b35de9" providerId="LiveId" clId="{EE219EC4-0B48-4DAA-B6C8-F5305E865B87}" dt="2025-09-15T19:02:48.521" v="1072" actId="113"/>
          <ac:spMkLst>
            <pc:docMk/>
            <pc:sldMk cId="1508756470" sldId="282"/>
            <ac:spMk id="2" creationId="{B3B6359F-B129-70C3-E6E3-8CDEA2B33BC3}"/>
          </ac:spMkLst>
        </pc:spChg>
        <pc:spChg chg="mod">
          <ac:chgData name="이하나 윤" userId="f658f17427b35de9" providerId="LiveId" clId="{EE219EC4-0B48-4DAA-B6C8-F5305E865B87}" dt="2025-09-16T18:57:27.110" v="2421" actId="20577"/>
          <ac:spMkLst>
            <pc:docMk/>
            <pc:sldMk cId="1508756470" sldId="282"/>
            <ac:spMk id="4" creationId="{0E71D581-27EE-8AD4-573D-997E70EC9BFC}"/>
          </ac:spMkLst>
        </pc:spChg>
        <pc:picChg chg="add mod modCrop">
          <ac:chgData name="이하나 윤" userId="f658f17427b35de9" providerId="LiveId" clId="{EE219EC4-0B48-4DAA-B6C8-F5305E865B87}" dt="2025-09-16T19:16:32.464" v="2721" actId="1076"/>
          <ac:picMkLst>
            <pc:docMk/>
            <pc:sldMk cId="1508756470" sldId="282"/>
            <ac:picMk id="7" creationId="{88512008-3E5B-24DE-CE71-099B6405D8AF}"/>
          </ac:picMkLst>
        </pc:picChg>
        <pc:picChg chg="add mod">
          <ac:chgData name="이하나 윤" userId="f658f17427b35de9" providerId="LiveId" clId="{EE219EC4-0B48-4DAA-B6C8-F5305E865B87}" dt="2025-09-15T19:24:39.331" v="1110" actId="1076"/>
          <ac:picMkLst>
            <pc:docMk/>
            <pc:sldMk cId="1508756470" sldId="282"/>
            <ac:picMk id="1026" creationId="{BF5DB6CE-C7CD-78DB-7DA7-264F8147E1CC}"/>
          </ac:picMkLst>
        </pc:picChg>
      </pc:sldChg>
      <pc:sldChg chg="modSp add del mod">
        <pc:chgData name="이하나 윤" userId="f658f17427b35de9" providerId="LiveId" clId="{EE219EC4-0B48-4DAA-B6C8-F5305E865B87}" dt="2025-09-15T18:20:08.690" v="711" actId="47"/>
        <pc:sldMkLst>
          <pc:docMk/>
          <pc:sldMk cId="1852330910" sldId="282"/>
        </pc:sldMkLst>
      </pc:sldChg>
      <pc:sldChg chg="addSp delSp modSp add mod modNotesTx">
        <pc:chgData name="이하나 윤" userId="f658f17427b35de9" providerId="LiveId" clId="{EE219EC4-0B48-4DAA-B6C8-F5305E865B87}" dt="2025-09-16T19:15:48.827" v="2713" actId="167"/>
        <pc:sldMkLst>
          <pc:docMk/>
          <pc:sldMk cId="341395478" sldId="283"/>
        </pc:sldMkLst>
        <pc:spChg chg="mod">
          <ac:chgData name="이하나 윤" userId="f658f17427b35de9" providerId="LiveId" clId="{EE219EC4-0B48-4DAA-B6C8-F5305E865B87}" dt="2025-09-16T16:26:26.231" v="2311" actId="20577"/>
          <ac:spMkLst>
            <pc:docMk/>
            <pc:sldMk cId="341395478" sldId="283"/>
            <ac:spMk id="4" creationId="{8B5E24BD-4D2E-7D2C-C488-EBBD442C4AD2}"/>
          </ac:spMkLst>
        </pc:spChg>
        <pc:picChg chg="add mod ord">
          <ac:chgData name="이하나 윤" userId="f658f17427b35de9" providerId="LiveId" clId="{EE219EC4-0B48-4DAA-B6C8-F5305E865B87}" dt="2025-09-16T19:15:40.893" v="2712" actId="1076"/>
          <ac:picMkLst>
            <pc:docMk/>
            <pc:sldMk cId="341395478" sldId="283"/>
            <ac:picMk id="8" creationId="{AAB94587-D72A-4395-6229-00BBD39ED9B2}"/>
          </ac:picMkLst>
        </pc:picChg>
        <pc:picChg chg="add mod modCrop">
          <ac:chgData name="이하나 윤" userId="f658f17427b35de9" providerId="LiveId" clId="{EE219EC4-0B48-4DAA-B6C8-F5305E865B87}" dt="2025-09-16T19:15:35.182" v="2709" actId="1076"/>
          <ac:picMkLst>
            <pc:docMk/>
            <pc:sldMk cId="341395478" sldId="283"/>
            <ac:picMk id="10" creationId="{6F1C8086-587C-C3F1-EEEE-4CA1B74B764B}"/>
          </ac:picMkLst>
        </pc:picChg>
        <pc:picChg chg="add mod ord modCrop">
          <ac:chgData name="이하나 윤" userId="f658f17427b35de9" providerId="LiveId" clId="{EE219EC4-0B48-4DAA-B6C8-F5305E865B87}" dt="2025-09-16T19:15:48.827" v="2713" actId="167"/>
          <ac:picMkLst>
            <pc:docMk/>
            <pc:sldMk cId="341395478" sldId="283"/>
            <ac:picMk id="11" creationId="{5F582FEE-6B42-4CD3-B919-B911F5215CE1}"/>
          </ac:picMkLst>
        </pc:picChg>
      </pc:sldChg>
      <pc:sldChg chg="modSp add mod">
        <pc:chgData name="이하나 윤" userId="f658f17427b35de9" providerId="LiveId" clId="{EE219EC4-0B48-4DAA-B6C8-F5305E865B87}" dt="2025-09-16T18:59:09.049" v="2593" actId="20577"/>
        <pc:sldMkLst>
          <pc:docMk/>
          <pc:sldMk cId="1852283351" sldId="284"/>
        </pc:sldMkLst>
        <pc:spChg chg="mod">
          <ac:chgData name="이하나 윤" userId="f658f17427b35de9" providerId="LiveId" clId="{EE219EC4-0B48-4DAA-B6C8-F5305E865B87}" dt="2025-09-16T18:59:09.049" v="2593" actId="20577"/>
          <ac:spMkLst>
            <pc:docMk/>
            <pc:sldMk cId="1852283351" sldId="284"/>
            <ac:spMk id="4" creationId="{DEADCFFD-643A-E027-52D4-B3D607DE4A1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2C3083C-98BF-1B2E-E667-79BF834E4A4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9B0DE5-21E2-1ED5-9F31-7EE9F610DA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DBB8C-8191-4AEC-B0E4-021A6DCC5E88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56504FD-4BA5-371F-3F45-AEF1898A8B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0F4DC69-B8F7-98B9-883D-09A928A1AB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5929C7-007B-4BE5-913E-66190B768B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9208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139F74-74AF-4C37-AE84-1000E0D0E51D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76A66-B71B-41D7-B3D7-EDD47844D1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5042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dirty="0" err="1"/>
              <a:t>리썰</a:t>
            </a:r>
            <a:r>
              <a:rPr lang="ko-KR" altLang="en-US" dirty="0"/>
              <a:t> </a:t>
            </a:r>
            <a:r>
              <a:rPr lang="ko-KR" altLang="en-US" dirty="0" err="1"/>
              <a:t>스턴건같은</a:t>
            </a:r>
            <a:r>
              <a:rPr lang="ko-KR" altLang="en-US" dirty="0"/>
              <a:t> </a:t>
            </a:r>
            <a:r>
              <a:rPr lang="ko-KR" altLang="en-US" dirty="0" err="1"/>
              <a:t>충전식</a:t>
            </a:r>
            <a:r>
              <a:rPr lang="ko-KR" altLang="en-US" dirty="0"/>
              <a:t> 무기</a:t>
            </a:r>
            <a:r>
              <a:rPr lang="en-US" altLang="ko-KR" dirty="0"/>
              <a:t>.</a:t>
            </a:r>
          </a:p>
          <a:p>
            <a:pPr algn="l"/>
            <a:r>
              <a:rPr lang="ko-KR" altLang="en-US" dirty="0"/>
              <a:t>꾹 누르고 있으면 최대 </a:t>
            </a:r>
            <a:r>
              <a:rPr lang="en-US" altLang="ko-KR" dirty="0"/>
              <a:t>n</a:t>
            </a:r>
            <a:r>
              <a:rPr lang="ko-KR" altLang="en-US" dirty="0"/>
              <a:t>초간 적을 </a:t>
            </a:r>
            <a:r>
              <a:rPr lang="ko-KR" altLang="en-US" dirty="0" err="1"/>
              <a:t>스턴시킴</a:t>
            </a:r>
            <a:r>
              <a:rPr lang="en-US" altLang="ko-KR" dirty="0"/>
              <a:t>.</a:t>
            </a:r>
          </a:p>
          <a:p>
            <a:pPr algn="l"/>
            <a:r>
              <a:rPr lang="en-US" altLang="ko-KR" dirty="0"/>
              <a:t>N</a:t>
            </a:r>
            <a:r>
              <a:rPr lang="ko-KR" altLang="en-US" dirty="0"/>
              <a:t>초가 지나면</a:t>
            </a:r>
            <a:r>
              <a:rPr lang="en-US" altLang="ko-KR" dirty="0"/>
              <a:t> </a:t>
            </a:r>
            <a:r>
              <a:rPr lang="ko-KR" altLang="en-US" dirty="0"/>
              <a:t>계속 누르고 있고 배터리가 남아있더라도 꺼져버린다</a:t>
            </a:r>
            <a:r>
              <a:rPr lang="en-US" altLang="ko-KR" dirty="0"/>
              <a:t>. </a:t>
            </a:r>
          </a:p>
          <a:p>
            <a:pPr algn="l"/>
            <a:r>
              <a:rPr lang="ko-KR" altLang="en-US" dirty="0"/>
              <a:t>그 후에는 </a:t>
            </a:r>
            <a:r>
              <a:rPr lang="ko-KR" altLang="en-US" dirty="0" err="1"/>
              <a:t>쿨타임이</a:t>
            </a:r>
            <a:r>
              <a:rPr lang="ko-KR" altLang="en-US" dirty="0"/>
              <a:t> 지나면 사용할 수 있음</a:t>
            </a:r>
            <a:r>
              <a:rPr lang="en-US" altLang="ko-KR" dirty="0"/>
              <a:t>. (</a:t>
            </a:r>
            <a:r>
              <a:rPr lang="ko-KR" altLang="en-US" dirty="0"/>
              <a:t>중간에 내가 자의로 끄든 오래 눌러서 강제로 꺼지든 </a:t>
            </a:r>
            <a:r>
              <a:rPr lang="ko-KR" altLang="en-US" dirty="0" err="1"/>
              <a:t>쿨타임은</a:t>
            </a:r>
            <a:r>
              <a:rPr lang="ko-KR" altLang="en-US" dirty="0"/>
              <a:t> 똑같음</a:t>
            </a:r>
            <a:r>
              <a:rPr lang="en-US" altLang="ko-KR" dirty="0"/>
              <a:t>.</a:t>
            </a:r>
          </a:p>
          <a:p>
            <a:pPr algn="l"/>
            <a:endParaRPr lang="en-US" altLang="ko-KR" dirty="0"/>
          </a:p>
          <a:p>
            <a:pPr algn="l"/>
            <a:r>
              <a:rPr lang="ko-KR" altLang="en-US" dirty="0"/>
              <a:t>전기</a:t>
            </a:r>
            <a:r>
              <a:rPr lang="en-US" altLang="ko-KR" dirty="0"/>
              <a:t>?</a:t>
            </a:r>
            <a:r>
              <a:rPr lang="ko-KR" altLang="en-US" dirty="0"/>
              <a:t>그물</a:t>
            </a:r>
            <a:r>
              <a:rPr lang="en-US" altLang="ko-KR" dirty="0"/>
              <a:t>?</a:t>
            </a:r>
            <a:r>
              <a:rPr lang="ko-KR" altLang="en-US" dirty="0"/>
              <a:t>총</a:t>
            </a:r>
            <a:r>
              <a:rPr lang="en-US" altLang="ko-KR" dirty="0"/>
              <a:t>….</a:t>
            </a:r>
          </a:p>
          <a:p>
            <a:pPr algn="l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F76A66-B71B-41D7-B3D7-EDD47844D17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9637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89805B-3243-420F-9D91-64369926A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7A1A2F3-38E0-86D1-0493-9BBD9B1D2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DA6EFD-C8A7-566F-C008-FC9A35D8D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F74CB-B97E-448A-8613-336F71D317F5}" type="datetime1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2E3719-8A28-4C06-D97F-6D873CD60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545DE1-4EAF-9431-2E0F-B4311FA42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0400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110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리썰컴퍼니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 descr="텍스트, 폰트, 포스터, 레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A34F2A-35E2-4E1B-697A-B1C32940DB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3860" y="90098"/>
            <a:ext cx="1169240" cy="46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616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824215-264C-0DE7-9176-24E56AF49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6B638D-B913-55CE-7AD8-86C001DB3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DCAB01-B8C7-E404-B2B0-8030C966F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6DAD-F59F-4DF2-B36E-B1403061A098}" type="datetime1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8F78A9-B0F7-0ED6-85CB-FE7616309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92EFFB-69F4-F9A5-F912-AE25F58F7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915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5D9D69-F4AF-5E7D-BD7A-CEE292D56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85F142-7298-D4B4-A4D4-AE0D926643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BC0526D-8D44-8B70-D8C1-33C3E1869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CCB5D2-673E-BA1F-0633-AFEEF83E6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7A435-D09E-4012-8A5A-CB367CE86DE7}" type="datetime1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0F8D1C-6C50-CFCC-81ED-A1A14A65A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11556F-CE74-4F81-FC81-9A4188702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635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A5DBC0-513C-1291-9726-C61D29863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707C39-57EB-CE46-5E74-C507D8233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8108DA8-D030-11E2-C7E6-EA0D2FF34B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886BD26-DD3A-0522-3C19-85B70DC394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5329FDF-6B3F-3E6E-F9F6-4D951ED672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090E0ED-2948-1F44-674A-C0D67CB31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4FE5-8155-4A7B-B9F1-1277B556A678}" type="datetime1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54BD67F-5E5F-97A4-129E-09DFECE9A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53FB509-AC27-E337-61AF-865AA9416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251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8D15BD-7109-F1B2-5B82-BDC7B1DEA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0BCA4D-AE47-2AB1-DC43-0198FFDFF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DFFB1-F462-49A1-A952-F86898531EFC}" type="datetime1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381BD34-DB61-16AF-4C60-75B58A634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073A52-9916-DF33-5D43-625C85A51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63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F7990B1-934E-0818-5BB4-C9332257C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07744-A7EE-42A9-B4BD-A75049B592B9}" type="datetime1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54FE8FB-35F5-A9B7-3025-A858D4647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F1F464-49AA-5D23-3D63-E4DF34871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797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1ED093-E138-5C68-135D-9346C05B5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EC7EFB-287E-2016-E307-E1FE657AC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0EBFF1-BE37-EE1F-52ED-1403C1EE39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5452F5-D2A2-3F00-FD8F-C67AF154A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58597-5F16-46FB-9810-19206F29ADC7}" type="datetime1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16C177-CB54-FF1F-08C4-DE2E2C136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57C2DB-B177-95DE-6A15-3E6E7BA1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658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2DC1BF-296C-3C72-1705-8F7F995F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2ACEE6A-81C0-B208-6F5A-6487F1B5AD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3B04B3-5A33-3FC8-FDC5-FBE62BE0D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683508-541B-F446-BF0A-F02116C46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3F2E-880D-4AB2-BE87-1DABB4D9D36B}" type="datetime1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6BE896-D2B2-B228-C3AD-7BC072875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992ABD-C76C-0E40-797F-DD0502128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5067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0F7804-FF5A-1C69-F67D-CCFA30E53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FFBEE35-6DB0-4079-FED0-FAD8B309D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4AFA39-8BF9-C06A-1E61-2A812DE1E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792B-2F2C-46B3-9536-A6BE584A3133}" type="datetime1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0291C6-1918-F6FF-3C11-FB24B930F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6222B7-70AB-F646-4A55-BD70569FA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329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3659138-AC77-FE11-8384-C1D1602569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770AA7D-83AB-0028-0E3B-CC81A3E41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298E97-FEB6-81E8-0614-665B39E0C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9B1C4-1FB0-4ED1-88EC-81D9419D81DC}" type="datetime1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6733B4-AC5D-DDE3-71C0-5845385D3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8EB504-5ADC-CFEA-304B-EE3ECDBD3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177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722C1DE-B654-F938-73DE-EB30A13BA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20398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F70F4E-6DFA-6E48-3E22-23D18F16F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92300" y="119158"/>
            <a:ext cx="10109200" cy="61673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795354-2844-4A88-AE79-5042394B39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8176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163AAC-BAFF-4F5F-9CEA-0445F100C3E2}" type="datetime1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188E1B-6524-6389-A3D9-96093C11B3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652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2C0AC6-A1B6-0011-2005-E97B103F92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8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886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9A97C8-12D7-ACBE-C5A4-75DBE4566E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2475" y="1122363"/>
            <a:ext cx="10687050" cy="2387600"/>
          </a:xfrm>
        </p:spPr>
        <p:txBody>
          <a:bodyPr anchor="ctr"/>
          <a:lstStyle/>
          <a:p>
            <a:r>
              <a:rPr lang="ko-KR" altLang="en-US" dirty="0">
                <a:ea typeface="맑은 고딕"/>
              </a:rPr>
              <a:t>전투 기획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DB0B14-7B93-035D-6893-C7A5FA5E3A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플레이어와 거미</a:t>
            </a:r>
            <a:r>
              <a:rPr lang="en-US" altLang="ko-KR" dirty="0"/>
              <a:t> (HP, </a:t>
            </a:r>
            <a:r>
              <a:rPr lang="ko-KR" altLang="en-US" dirty="0"/>
              <a:t>이동속도</a:t>
            </a:r>
            <a:r>
              <a:rPr lang="en-US" altLang="ko-KR" dirty="0"/>
              <a:t>, </a:t>
            </a:r>
            <a:r>
              <a:rPr lang="ko-KR" altLang="en-US" dirty="0"/>
              <a:t>공격속도</a:t>
            </a:r>
            <a:r>
              <a:rPr lang="en-US" altLang="ko-KR" dirty="0"/>
              <a:t>, </a:t>
            </a:r>
            <a:r>
              <a:rPr lang="ko-KR" altLang="en-US" dirty="0"/>
              <a:t>데미지</a:t>
            </a:r>
            <a:r>
              <a:rPr lang="en-US" altLang="ko-KR" dirty="0"/>
              <a:t>, </a:t>
            </a:r>
            <a:r>
              <a:rPr lang="ko-KR" altLang="en-US" dirty="0"/>
              <a:t>거미</a:t>
            </a:r>
            <a:r>
              <a:rPr lang="en-US" altLang="ko-KR" dirty="0"/>
              <a:t> </a:t>
            </a:r>
            <a:r>
              <a:rPr lang="ko-KR" altLang="en-US" dirty="0"/>
              <a:t>스킬</a:t>
            </a:r>
            <a:r>
              <a:rPr lang="en-US" altLang="ko-KR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A1A4CF-75CA-73D9-FBFB-9F192FB89E8E}"/>
              </a:ext>
            </a:extLst>
          </p:cNvPr>
          <p:cNvSpPr txBox="1"/>
          <p:nvPr/>
        </p:nvSpPr>
        <p:spPr>
          <a:xfrm>
            <a:off x="0" y="12700"/>
            <a:ext cx="189230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dirty="0">
                <a:ea typeface="맑은 고딕"/>
              </a:rPr>
              <a:t>2025.10.14</a:t>
            </a:r>
          </a:p>
        </p:txBody>
      </p:sp>
    </p:spTree>
    <p:extLst>
      <p:ext uri="{BB962C8B-B14F-4D97-AF65-F5344CB8AC3E}">
        <p14:creationId xmlns:p14="http://schemas.microsoft.com/office/powerpoint/2010/main" val="695329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4E9680F-0036-4B10-157E-DB8CB670A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6C19CA-242E-6D40-AE00-592C24042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numCol="2" rtlCol="0" anchor="t">
            <a:noAutofit/>
          </a:bodyPr>
          <a:lstStyle/>
          <a:p>
            <a:r>
              <a:rPr lang="ko-KR" altLang="en-US" dirty="0"/>
              <a:t>무기</a:t>
            </a:r>
            <a:endParaRPr lang="en-US" altLang="ko-KR" dirty="0"/>
          </a:p>
          <a:p>
            <a:pPr lvl="1"/>
            <a:r>
              <a:rPr lang="ko-KR" altLang="en-US" dirty="0"/>
              <a:t>근거리 무기</a:t>
            </a:r>
            <a:endParaRPr lang="en-US" altLang="ko-KR" dirty="0"/>
          </a:p>
          <a:p>
            <a:pPr lvl="1"/>
            <a:r>
              <a:rPr lang="ko-KR" altLang="en-US" dirty="0"/>
              <a:t>원거리 무기</a:t>
            </a:r>
            <a:endParaRPr lang="en-US" altLang="ko-KR" dirty="0"/>
          </a:p>
          <a:p>
            <a:endParaRPr lang="en-US" altLang="ko-KR" sz="1800" dirty="0"/>
          </a:p>
          <a:p>
            <a:r>
              <a:rPr lang="ko-KR" altLang="en-US" dirty="0"/>
              <a:t>거미</a:t>
            </a:r>
            <a:endParaRPr lang="en-US" altLang="ko-KR" dirty="0"/>
          </a:p>
          <a:p>
            <a:pPr lvl="1"/>
            <a:r>
              <a:rPr lang="ko-KR" altLang="en-US" dirty="0" err="1"/>
              <a:t>스탯</a:t>
            </a:r>
            <a:endParaRPr lang="en-US" altLang="ko-KR" dirty="0"/>
          </a:p>
          <a:p>
            <a:pPr lvl="1"/>
            <a:r>
              <a:rPr lang="en-US" altLang="ko-KR" dirty="0"/>
              <a:t>FSM</a:t>
            </a:r>
          </a:p>
          <a:p>
            <a:pPr lvl="1"/>
            <a:r>
              <a:rPr lang="ko-KR" altLang="en-US" dirty="0"/>
              <a:t>스킬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sz="1800" dirty="0"/>
          </a:p>
          <a:p>
            <a:endParaRPr lang="en-US" altLang="ko-KR" dirty="0"/>
          </a:p>
          <a:p>
            <a:endParaRPr lang="en-US" altLang="ko-KR" sz="1800" dirty="0"/>
          </a:p>
          <a:p>
            <a:endParaRPr lang="en-US" altLang="ko-KR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8D7CA9C-DDE6-954F-C932-1ADEE87CB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325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8E5FA1D-825F-1565-5218-FAB64E09C0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654689"/>
            <a:ext cx="1600200" cy="2349500"/>
          </a:xfrm>
        </p:spPr>
        <p:txBody>
          <a:bodyPr/>
          <a:lstStyle/>
          <a:p>
            <a:r>
              <a:rPr lang="ko-KR" altLang="en-US" b="1" dirty="0"/>
              <a:t>근거리 무기</a:t>
            </a:r>
            <a:endParaRPr lang="en-US" altLang="ko-KR" b="1" dirty="0"/>
          </a:p>
          <a:p>
            <a:r>
              <a:rPr lang="ko-KR" altLang="en-US" dirty="0"/>
              <a:t>원거리 무기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DC65DF5-0CBF-CAB8-34E8-FA354D707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535531"/>
          </a:xfrm>
        </p:spPr>
        <p:txBody>
          <a:bodyPr/>
          <a:lstStyle/>
          <a:p>
            <a:r>
              <a:rPr lang="ko-KR" altLang="en-US" dirty="0"/>
              <a:t>무기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5BED05-43EC-C289-3A55-8A21041F8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장난감 </a:t>
            </a:r>
            <a:r>
              <a:rPr lang="ko-KR" altLang="en-US" b="1" dirty="0" err="1"/>
              <a:t>커틀러스</a:t>
            </a:r>
            <a:r>
              <a:rPr lang="en-US" altLang="ko-KR" b="1" dirty="0"/>
              <a:t>(</a:t>
            </a:r>
            <a:r>
              <a:rPr lang="ko-KR" altLang="en-US" b="1" dirty="0"/>
              <a:t>칼</a:t>
            </a:r>
            <a:r>
              <a:rPr lang="en-US" altLang="ko-KR" b="1" dirty="0"/>
              <a:t>)</a:t>
            </a:r>
          </a:p>
          <a:p>
            <a:r>
              <a:rPr lang="ko-KR" altLang="en-US" dirty="0"/>
              <a:t>가장 낮은 가격으로 구매할 수 있는 무기</a:t>
            </a:r>
            <a:r>
              <a:rPr lang="en-US" altLang="ko-KR" dirty="0"/>
              <a:t>. </a:t>
            </a:r>
            <a:r>
              <a:rPr lang="ko-KR" altLang="en-US" dirty="0"/>
              <a:t>그만큼 성능은 떨어진다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무기 유형</a:t>
            </a:r>
            <a:r>
              <a:rPr lang="en-US" altLang="ko-KR" dirty="0"/>
              <a:t>: </a:t>
            </a:r>
            <a:r>
              <a:rPr lang="ko-KR" altLang="en-US" dirty="0"/>
              <a:t>근거리 무기</a:t>
            </a:r>
            <a:endParaRPr lang="en-US" altLang="ko-KR" dirty="0"/>
          </a:p>
          <a:p>
            <a:r>
              <a:rPr lang="ko-KR" altLang="en-US" dirty="0"/>
              <a:t>획득 방법</a:t>
            </a:r>
            <a:r>
              <a:rPr lang="en-US" altLang="ko-KR" dirty="0"/>
              <a:t>: </a:t>
            </a:r>
            <a:r>
              <a:rPr lang="ko-KR" altLang="en-US" dirty="0"/>
              <a:t>상점 구매</a:t>
            </a:r>
            <a:endParaRPr lang="en-US" altLang="ko-KR" dirty="0"/>
          </a:p>
          <a:p>
            <a:r>
              <a:rPr lang="ko-KR" altLang="en-US" dirty="0"/>
              <a:t>구매 가격</a:t>
            </a:r>
            <a:r>
              <a:rPr lang="en-US" altLang="ko-KR" dirty="0"/>
              <a:t>: $ (</a:t>
            </a:r>
            <a:r>
              <a:rPr lang="ko-KR" altLang="en-US" dirty="0"/>
              <a:t>미정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무게</a:t>
            </a:r>
            <a:r>
              <a:rPr lang="en-US" altLang="ko-KR" dirty="0"/>
              <a:t>: 0.5kg</a:t>
            </a:r>
          </a:p>
          <a:p>
            <a:r>
              <a:rPr lang="ko-KR" altLang="en-US" dirty="0"/>
              <a:t>공격력</a:t>
            </a:r>
            <a:r>
              <a:rPr lang="en-US" altLang="ko-KR" dirty="0"/>
              <a:t>: 20</a:t>
            </a:r>
          </a:p>
          <a:p>
            <a:r>
              <a:rPr lang="ko-KR" altLang="en-US" dirty="0"/>
              <a:t>공격 속도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추가 효과</a:t>
            </a:r>
            <a:r>
              <a:rPr lang="en-US" altLang="ko-KR" dirty="0"/>
              <a:t>: X</a:t>
            </a:r>
          </a:p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AAD171-A3D8-4AFC-AB17-2248A6C23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18" name="그림 17" descr="무기, 냉병기, 공구, 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1DD244-90B0-98A4-ACD7-91DBACE07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215313" y="2763194"/>
            <a:ext cx="3233487" cy="3429000"/>
          </a:xfrm>
          <a:prstGeom prst="rect">
            <a:avLst/>
          </a:prstGeom>
        </p:spPr>
      </p:pic>
      <p:pic>
        <p:nvPicPr>
          <p:cNvPr id="8" name="그림 7" descr="무기, 검, 냉병기, 무기 전투 스포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4DF991-C79E-EEB8-D132-8F188CF790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9700" r="90000">
                        <a14:foregroundMark x1="10000" y1="19800" x2="9700" y2="222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3239" y="2108426"/>
            <a:ext cx="4278086" cy="427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931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86125-CBDD-C3BF-15B5-0FD31E639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608B3DE-9E4D-5456-175C-21C926A2D4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654689"/>
            <a:ext cx="1600200" cy="2349500"/>
          </a:xfrm>
        </p:spPr>
        <p:txBody>
          <a:bodyPr/>
          <a:lstStyle/>
          <a:p>
            <a:r>
              <a:rPr lang="ko-KR" altLang="en-US" b="1" dirty="0"/>
              <a:t>근거리 무기</a:t>
            </a:r>
            <a:endParaRPr lang="en-US" altLang="ko-KR" b="1" dirty="0"/>
          </a:p>
          <a:p>
            <a:r>
              <a:rPr lang="ko-KR" altLang="en-US" dirty="0"/>
              <a:t>원거리 무기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8D69B41-A96B-3C64-ED3D-B19965638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535531"/>
          </a:xfrm>
        </p:spPr>
        <p:txBody>
          <a:bodyPr/>
          <a:lstStyle/>
          <a:p>
            <a:r>
              <a:rPr lang="ko-KR" altLang="en-US" dirty="0"/>
              <a:t>무기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ADCFFD-643A-E027-52D4-B3D607DE4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 err="1"/>
              <a:t>커틀러스</a:t>
            </a:r>
            <a:r>
              <a:rPr lang="en-US" altLang="ko-KR" b="1" dirty="0"/>
              <a:t>(</a:t>
            </a:r>
            <a:r>
              <a:rPr lang="ko-KR" altLang="en-US" b="1" dirty="0"/>
              <a:t>칼</a:t>
            </a:r>
            <a:r>
              <a:rPr lang="en-US" altLang="ko-KR" b="1" dirty="0"/>
              <a:t>)</a:t>
            </a:r>
          </a:p>
          <a:p>
            <a:r>
              <a:rPr lang="ko-KR" altLang="en-US" dirty="0" err="1"/>
              <a:t>맵에서</a:t>
            </a:r>
            <a:r>
              <a:rPr lang="ko-KR" altLang="en-US" dirty="0"/>
              <a:t> 획득할 수 있는 진짜 날붙이</a:t>
            </a:r>
            <a:r>
              <a:rPr lang="en-US" altLang="ko-KR" dirty="0"/>
              <a:t>. </a:t>
            </a:r>
            <a:r>
              <a:rPr lang="ko-KR" altLang="en-US" dirty="0"/>
              <a:t>장난감 </a:t>
            </a:r>
            <a:r>
              <a:rPr lang="ko-KR" altLang="en-US" dirty="0" err="1"/>
              <a:t>커틀러스보다</a:t>
            </a:r>
            <a:r>
              <a:rPr lang="ko-KR" altLang="en-US" dirty="0"/>
              <a:t> 데미지와 무게가 높다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무기 유형</a:t>
            </a:r>
            <a:r>
              <a:rPr lang="en-US" altLang="ko-KR" dirty="0"/>
              <a:t>: </a:t>
            </a:r>
            <a:r>
              <a:rPr lang="ko-KR" altLang="en-US" dirty="0"/>
              <a:t>근거리 무기</a:t>
            </a:r>
            <a:endParaRPr lang="en-US" altLang="ko-KR" dirty="0"/>
          </a:p>
          <a:p>
            <a:r>
              <a:rPr lang="ko-KR" altLang="en-US" dirty="0"/>
              <a:t>획득 방법</a:t>
            </a:r>
            <a:r>
              <a:rPr lang="en-US" altLang="ko-KR" dirty="0"/>
              <a:t>: </a:t>
            </a:r>
            <a:r>
              <a:rPr lang="ko-KR" altLang="en-US" dirty="0" err="1"/>
              <a:t>파밍으로</a:t>
            </a:r>
            <a:r>
              <a:rPr lang="ko-KR" altLang="en-US" dirty="0"/>
              <a:t> 획득</a:t>
            </a:r>
            <a:endParaRPr lang="en-US" altLang="ko-KR" dirty="0"/>
          </a:p>
          <a:p>
            <a:r>
              <a:rPr lang="ko-KR" altLang="en-US" dirty="0"/>
              <a:t>구매 가격</a:t>
            </a:r>
            <a:r>
              <a:rPr lang="en-US" altLang="ko-KR" dirty="0"/>
              <a:t>: </a:t>
            </a:r>
            <a:r>
              <a:rPr lang="ko-KR" altLang="en-US" dirty="0"/>
              <a:t>구매 불가</a:t>
            </a:r>
            <a:endParaRPr lang="en-US" altLang="ko-KR" dirty="0"/>
          </a:p>
          <a:p>
            <a:r>
              <a:rPr lang="ko-KR" altLang="en-US" dirty="0"/>
              <a:t>무게</a:t>
            </a:r>
            <a:r>
              <a:rPr lang="en-US" altLang="ko-KR" dirty="0"/>
              <a:t>: 1.5kg</a:t>
            </a:r>
          </a:p>
          <a:p>
            <a:r>
              <a:rPr lang="ko-KR" altLang="en-US" dirty="0"/>
              <a:t>공격력</a:t>
            </a:r>
            <a:r>
              <a:rPr lang="en-US" altLang="ko-KR" dirty="0"/>
              <a:t>: 35</a:t>
            </a:r>
          </a:p>
          <a:p>
            <a:r>
              <a:rPr lang="ko-KR" altLang="en-US" dirty="0"/>
              <a:t>공격 속도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추가 효과</a:t>
            </a:r>
            <a:r>
              <a:rPr lang="en-US" altLang="ko-KR" dirty="0"/>
              <a:t>: X</a:t>
            </a:r>
          </a:p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B7073F6-2CD6-5FEE-E84E-641A388E7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8" name="그림 7" descr="무기, 검, 냉병기, 무기 전투 스포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5BF392-9A2C-19A2-8678-269B948FA1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900" y="2391001"/>
            <a:ext cx="4278086" cy="427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283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5BAA2-1D3A-0D7E-01AC-450A9AFF5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3B6359F-B129-70C3-E6E3-8CDEA2B33B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654689"/>
            <a:ext cx="1600200" cy="2349500"/>
          </a:xfrm>
        </p:spPr>
        <p:txBody>
          <a:bodyPr/>
          <a:lstStyle/>
          <a:p>
            <a:r>
              <a:rPr lang="ko-KR" altLang="en-US" dirty="0"/>
              <a:t>근거리 무기</a:t>
            </a:r>
            <a:endParaRPr lang="en-US" altLang="ko-KR" dirty="0"/>
          </a:p>
          <a:p>
            <a:r>
              <a:rPr lang="ko-KR" altLang="en-US" b="1" dirty="0"/>
              <a:t>원거리 무기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214329B-FC7D-15D1-DAE5-3BC2BCE5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535531"/>
          </a:xfrm>
        </p:spPr>
        <p:txBody>
          <a:bodyPr/>
          <a:lstStyle/>
          <a:p>
            <a:r>
              <a:rPr lang="ko-KR" altLang="en-US" dirty="0"/>
              <a:t>무기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71D581-27EE-8AD4-573D-997E70EC9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광선총</a:t>
            </a:r>
            <a:endParaRPr lang="en-US" altLang="ko-KR" b="1" dirty="0"/>
          </a:p>
          <a:p>
            <a:r>
              <a:rPr lang="ko-KR" altLang="en-US" dirty="0" err="1"/>
              <a:t>맵에서</a:t>
            </a:r>
            <a:r>
              <a:rPr lang="ko-KR" altLang="en-US" dirty="0"/>
              <a:t> </a:t>
            </a:r>
            <a:r>
              <a:rPr lang="ko-KR" altLang="en-US" dirty="0" err="1"/>
              <a:t>파밍으로</a:t>
            </a:r>
            <a:r>
              <a:rPr lang="ko-KR" altLang="en-US" dirty="0"/>
              <a:t> 얻을 수 있는 무기</a:t>
            </a:r>
            <a:r>
              <a:rPr lang="en-US" altLang="ko-KR" dirty="0"/>
              <a:t>. (</a:t>
            </a:r>
            <a:r>
              <a:rPr lang="ko-KR" altLang="en-US" dirty="0"/>
              <a:t>아니면 몬스터가 떨굴지도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그다지 강력하지 않다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무기 유형</a:t>
            </a:r>
            <a:r>
              <a:rPr lang="en-US" altLang="ko-KR" dirty="0"/>
              <a:t>: </a:t>
            </a:r>
            <a:r>
              <a:rPr lang="ko-KR" altLang="en-US" dirty="0"/>
              <a:t>원거리 무기</a:t>
            </a:r>
            <a:endParaRPr lang="en-US" altLang="ko-KR" dirty="0"/>
          </a:p>
          <a:p>
            <a:r>
              <a:rPr lang="ko-KR" altLang="en-US" dirty="0"/>
              <a:t>획득 방법</a:t>
            </a:r>
            <a:r>
              <a:rPr lang="en-US" altLang="ko-KR" dirty="0"/>
              <a:t>: </a:t>
            </a:r>
            <a:r>
              <a:rPr lang="ko-KR" altLang="en-US" dirty="0" err="1"/>
              <a:t>파밍으로</a:t>
            </a:r>
            <a:r>
              <a:rPr lang="ko-KR" altLang="en-US" dirty="0"/>
              <a:t> 획득</a:t>
            </a:r>
            <a:endParaRPr lang="en-US" altLang="ko-KR" dirty="0"/>
          </a:p>
          <a:p>
            <a:r>
              <a:rPr lang="ko-KR" altLang="en-US" dirty="0"/>
              <a:t>구매 가격</a:t>
            </a:r>
            <a:r>
              <a:rPr lang="en-US" altLang="ko-KR" dirty="0"/>
              <a:t>: </a:t>
            </a:r>
            <a:r>
              <a:rPr lang="ko-KR" altLang="en-US" dirty="0"/>
              <a:t>구매 불가</a:t>
            </a:r>
            <a:endParaRPr lang="en-US" altLang="ko-KR" dirty="0"/>
          </a:p>
          <a:p>
            <a:r>
              <a:rPr lang="ko-KR" altLang="en-US" dirty="0"/>
              <a:t>무게</a:t>
            </a:r>
            <a:r>
              <a:rPr lang="en-US" altLang="ko-KR" dirty="0"/>
              <a:t>: 2.5kg</a:t>
            </a:r>
          </a:p>
          <a:p>
            <a:r>
              <a:rPr lang="ko-KR" altLang="en-US" dirty="0"/>
              <a:t>공격력</a:t>
            </a:r>
            <a:r>
              <a:rPr lang="en-US" altLang="ko-KR" dirty="0"/>
              <a:t>: 40</a:t>
            </a:r>
          </a:p>
          <a:p>
            <a:r>
              <a:rPr lang="ko-KR" altLang="en-US" dirty="0"/>
              <a:t>공격 속도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장탄 수</a:t>
            </a:r>
            <a:r>
              <a:rPr lang="en-US" altLang="ko-KR" dirty="0"/>
              <a:t>: 3</a:t>
            </a:r>
          </a:p>
          <a:p>
            <a:r>
              <a:rPr lang="ko-KR" altLang="en-US" dirty="0"/>
              <a:t>장전 시간</a:t>
            </a:r>
            <a:r>
              <a:rPr lang="en-US" altLang="ko-KR" dirty="0"/>
              <a:t>: 300</a:t>
            </a:r>
            <a:r>
              <a:rPr lang="ko-KR" altLang="en-US" dirty="0"/>
              <a:t>초</a:t>
            </a:r>
            <a:r>
              <a:rPr lang="en-US" altLang="ko-KR" dirty="0"/>
              <a:t>(5</a:t>
            </a:r>
            <a:r>
              <a:rPr lang="ko-KR" altLang="en-US" dirty="0"/>
              <a:t>분</a:t>
            </a:r>
            <a:r>
              <a:rPr lang="en-US" altLang="ko-KR" dirty="0"/>
              <a:t>) (3</a:t>
            </a:r>
            <a:r>
              <a:rPr lang="ko-KR" altLang="en-US" dirty="0"/>
              <a:t>발 다 쏘고 난 후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추가 효과</a:t>
            </a:r>
            <a:r>
              <a:rPr lang="en-US" altLang="ko-KR" dirty="0"/>
              <a:t>: X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C34F8E-B794-E34E-AB6A-F3CE00EF6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F5DB6CE-C7CD-78DB-7DA7-264F8147E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900" y="3429000"/>
            <a:ext cx="4762500" cy="3057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 descr="스케치, 그림, 일러스트레이션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512008-3E5B-24DE-CE71-099B6405D8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14" t="37037" r="38739" b="48518"/>
          <a:stretch>
            <a:fillRect/>
          </a:stretch>
        </p:blipFill>
        <p:spPr>
          <a:xfrm rot="16200000">
            <a:off x="9323103" y="1042702"/>
            <a:ext cx="1864295" cy="290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756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07F51-CE30-C3D9-C589-977CBFDB4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그림, 스케치, 라인 아트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582FEE-6B42-4CD3-B919-B911F5215C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40" t="10741" r="28413" b="56510"/>
          <a:stretch>
            <a:fillRect/>
          </a:stretch>
        </p:blipFill>
        <p:spPr>
          <a:xfrm>
            <a:off x="4967870" y="2137415"/>
            <a:ext cx="5484630" cy="2245951"/>
          </a:xfrm>
          <a:prstGeom prst="rect">
            <a:avLst/>
          </a:prstGeom>
        </p:spPr>
      </p:pic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5788A3C-83A0-0ADC-1260-A228633AF0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654689"/>
            <a:ext cx="1600200" cy="2349500"/>
          </a:xfrm>
        </p:spPr>
        <p:txBody>
          <a:bodyPr/>
          <a:lstStyle/>
          <a:p>
            <a:r>
              <a:rPr lang="ko-KR" altLang="en-US" dirty="0"/>
              <a:t>근거리 무기</a:t>
            </a:r>
            <a:endParaRPr lang="en-US" altLang="ko-KR" dirty="0"/>
          </a:p>
          <a:p>
            <a:r>
              <a:rPr lang="ko-KR" altLang="en-US" b="1" dirty="0"/>
              <a:t>원거리 무기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1A74CD7-5DE7-8537-3C19-42DA33A34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535531"/>
          </a:xfrm>
        </p:spPr>
        <p:txBody>
          <a:bodyPr/>
          <a:lstStyle/>
          <a:p>
            <a:r>
              <a:rPr lang="ko-KR" altLang="en-US" dirty="0"/>
              <a:t>무기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B5E24BD-4D2E-7D2C-C488-EBBD442C4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 err="1"/>
              <a:t>그물총</a:t>
            </a:r>
            <a:endParaRPr lang="en-US" altLang="ko-KR" b="1" dirty="0"/>
          </a:p>
          <a:p>
            <a:r>
              <a:rPr lang="ko-KR" altLang="en-US" dirty="0"/>
              <a:t>살상 능력은 없다</a:t>
            </a:r>
            <a:r>
              <a:rPr lang="en-US" altLang="ko-KR" dirty="0"/>
              <a:t>. </a:t>
            </a:r>
            <a:r>
              <a:rPr lang="ko-KR" altLang="en-US" dirty="0"/>
              <a:t>상대방을 잠시 묶어두는 용도이다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추가 효과</a:t>
            </a:r>
            <a:r>
              <a:rPr lang="en-US" altLang="ko-KR" dirty="0"/>
              <a:t>: </a:t>
            </a:r>
            <a:r>
              <a:rPr lang="ko-KR" altLang="en-US" dirty="0"/>
              <a:t>상대를 최대 </a:t>
            </a:r>
            <a:r>
              <a:rPr lang="en-US" altLang="ko-KR" dirty="0"/>
              <a:t>3</a:t>
            </a:r>
            <a:r>
              <a:rPr lang="ko-KR" altLang="en-US" dirty="0"/>
              <a:t>초 동안 움직이지 못하게 한다</a:t>
            </a:r>
            <a:r>
              <a:rPr lang="en-US" altLang="ko-KR" dirty="0"/>
              <a:t>. </a:t>
            </a:r>
            <a:r>
              <a:rPr lang="ko-KR" altLang="en-US" dirty="0"/>
              <a:t>적을 조준하여 꾹 누른 채 있어야 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무기 유형</a:t>
            </a:r>
            <a:r>
              <a:rPr lang="en-US" altLang="ko-KR" dirty="0"/>
              <a:t>: </a:t>
            </a:r>
            <a:r>
              <a:rPr lang="ko-KR" altLang="en-US" dirty="0"/>
              <a:t>원거리 무기</a:t>
            </a:r>
            <a:endParaRPr lang="en-US" altLang="ko-KR" dirty="0"/>
          </a:p>
          <a:p>
            <a:r>
              <a:rPr lang="ko-KR" altLang="en-US" dirty="0"/>
              <a:t>획득 방법</a:t>
            </a:r>
            <a:r>
              <a:rPr lang="en-US" altLang="ko-KR" dirty="0"/>
              <a:t>: </a:t>
            </a:r>
            <a:r>
              <a:rPr lang="ko-KR" altLang="en-US" dirty="0"/>
              <a:t>상점 구매</a:t>
            </a:r>
            <a:endParaRPr lang="en-US" altLang="ko-KR" dirty="0"/>
          </a:p>
          <a:p>
            <a:r>
              <a:rPr lang="ko-KR" altLang="en-US" dirty="0"/>
              <a:t>구매 가격</a:t>
            </a:r>
            <a:r>
              <a:rPr lang="en-US" altLang="ko-KR" dirty="0"/>
              <a:t>: $ (</a:t>
            </a:r>
            <a:r>
              <a:rPr lang="ko-KR" altLang="en-US" dirty="0"/>
              <a:t>미정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무게</a:t>
            </a:r>
            <a:r>
              <a:rPr lang="en-US" altLang="ko-KR" dirty="0"/>
              <a:t>: 2kg</a:t>
            </a:r>
          </a:p>
          <a:p>
            <a:r>
              <a:rPr lang="ko-KR" altLang="en-US" dirty="0"/>
              <a:t>공격력</a:t>
            </a:r>
            <a:r>
              <a:rPr lang="en-US" altLang="ko-KR" dirty="0"/>
              <a:t>: 0</a:t>
            </a:r>
          </a:p>
          <a:p>
            <a:r>
              <a:rPr lang="ko-KR" altLang="en-US" dirty="0"/>
              <a:t>공격 속도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장탄 수</a:t>
            </a:r>
            <a:r>
              <a:rPr lang="en-US" altLang="ko-KR" dirty="0"/>
              <a:t>: 3</a:t>
            </a:r>
          </a:p>
          <a:p>
            <a:r>
              <a:rPr lang="ko-KR" altLang="en-US" dirty="0"/>
              <a:t>장전 시간</a:t>
            </a:r>
            <a:r>
              <a:rPr lang="en-US" altLang="ko-KR" dirty="0"/>
              <a:t>: </a:t>
            </a:r>
            <a:r>
              <a:rPr lang="ko-KR" altLang="en-US" dirty="0"/>
              <a:t>충전 전까지 사용 불가</a:t>
            </a:r>
            <a:endParaRPr lang="en-US" altLang="ko-KR" dirty="0"/>
          </a:p>
          <a:p>
            <a:r>
              <a:rPr lang="ko-KR" altLang="en-US" dirty="0"/>
              <a:t>추가 효과</a:t>
            </a:r>
            <a:r>
              <a:rPr lang="en-US" altLang="ko-KR" dirty="0"/>
              <a:t>: </a:t>
            </a:r>
            <a:r>
              <a:rPr lang="ko-KR" altLang="en-US" dirty="0"/>
              <a:t>최대</a:t>
            </a:r>
            <a:r>
              <a:rPr lang="en-US" altLang="ko-KR" dirty="0"/>
              <a:t> 3</a:t>
            </a:r>
            <a:r>
              <a:rPr lang="ko-KR" altLang="en-US" dirty="0"/>
              <a:t>초 동안 스턴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24F384-6732-0B94-0233-284F81CD8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10" name="그림 9" descr="그림, 스케치, 라인 아트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1C8086-587C-C3F1-EEEE-4CA1B74B76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354" t="10741" r="15302" b="67362"/>
          <a:stretch>
            <a:fillRect/>
          </a:stretch>
        </p:blipFill>
        <p:spPr>
          <a:xfrm>
            <a:off x="10725350" y="2177464"/>
            <a:ext cx="1003300" cy="150169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AB94587-D72A-4395-6229-00BBD39ED9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201" y="3260390"/>
            <a:ext cx="5715798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95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AA54CC2-59AB-0E80-3695-A9D923BB04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654689"/>
            <a:ext cx="1600200" cy="2349500"/>
          </a:xfrm>
        </p:spPr>
        <p:txBody>
          <a:bodyPr/>
          <a:lstStyle/>
          <a:p>
            <a:r>
              <a:rPr lang="ko-KR" altLang="en-US" b="1" dirty="0" err="1"/>
              <a:t>스탯</a:t>
            </a:r>
            <a:endParaRPr lang="en-US" altLang="ko-KR" b="1" dirty="0"/>
          </a:p>
          <a:p>
            <a:r>
              <a:rPr lang="en-US" altLang="ko-KR" dirty="0"/>
              <a:t>FSM</a:t>
            </a:r>
          </a:p>
          <a:p>
            <a:r>
              <a:rPr lang="ko-KR" altLang="en-US" dirty="0"/>
              <a:t>스킬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2315CFE-E06C-070F-2D5C-4B65B4BA4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535531"/>
          </a:xfrm>
        </p:spPr>
        <p:txBody>
          <a:bodyPr/>
          <a:lstStyle/>
          <a:p>
            <a:r>
              <a:rPr lang="ko-KR" altLang="en-US" dirty="0"/>
              <a:t>거미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A0BB1C-32DD-7B4F-2286-F3A98C04D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HP, </a:t>
            </a:r>
            <a:r>
              <a:rPr lang="ko-KR" altLang="en-US" dirty="0"/>
              <a:t>이동속도</a:t>
            </a:r>
            <a:r>
              <a:rPr lang="en-US" altLang="ko-KR" dirty="0"/>
              <a:t>, </a:t>
            </a:r>
            <a:r>
              <a:rPr lang="ko-KR" altLang="en-US" dirty="0"/>
              <a:t>공격속도</a:t>
            </a:r>
            <a:r>
              <a:rPr lang="en-US" altLang="ko-KR" dirty="0"/>
              <a:t>, </a:t>
            </a:r>
            <a:r>
              <a:rPr lang="ko-KR" altLang="en-US" dirty="0"/>
              <a:t>데미지</a:t>
            </a:r>
            <a:r>
              <a:rPr lang="en-US" altLang="ko-KR" dirty="0"/>
              <a:t>, </a:t>
            </a:r>
            <a:r>
              <a:rPr lang="ko-KR" altLang="en-US" dirty="0"/>
              <a:t>몬스터</a:t>
            </a:r>
            <a:r>
              <a:rPr lang="en-US" altLang="ko-KR" dirty="0"/>
              <a:t>1 </a:t>
            </a:r>
            <a:r>
              <a:rPr lang="ko-KR" altLang="en-US" dirty="0"/>
              <a:t>스킬</a:t>
            </a:r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BAB029-49CE-01EE-23B6-0D37813A3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7</a:t>
            </a:fld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E1875A4-B894-7A56-CFDD-613522DA0E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865970"/>
              </p:ext>
            </p:extLst>
          </p:nvPr>
        </p:nvGraphicFramePr>
        <p:xfrm>
          <a:off x="2032000" y="719666"/>
          <a:ext cx="8923216" cy="532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5963">
                  <a:extLst>
                    <a:ext uri="{9D8B030D-6E8A-4147-A177-3AD203B41FA5}">
                      <a16:colId xmlns:a16="http://schemas.microsoft.com/office/drawing/2014/main" val="1240864632"/>
                    </a:ext>
                  </a:extLst>
                </a:gridCol>
                <a:gridCol w="962191">
                  <a:extLst>
                    <a:ext uri="{9D8B030D-6E8A-4147-A177-3AD203B41FA5}">
                      <a16:colId xmlns:a16="http://schemas.microsoft.com/office/drawing/2014/main" val="2669217487"/>
                    </a:ext>
                  </a:extLst>
                </a:gridCol>
                <a:gridCol w="5975062">
                  <a:extLst>
                    <a:ext uri="{9D8B030D-6E8A-4147-A177-3AD203B41FA5}">
                      <a16:colId xmlns:a16="http://schemas.microsoft.com/office/drawing/2014/main" val="6441446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스탯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464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HP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80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783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Roaming, Return</a:t>
                      </a:r>
                      <a:br>
                        <a:rPr lang="en-US" altLang="ko-KR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이동 속도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(m/s)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556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Chase</a:t>
                      </a:r>
                      <a:br>
                        <a:rPr lang="en-US" altLang="ko-KR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이동 속도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 (m/s)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3.5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232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Chase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지속 시간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(s)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8903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공격 속도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(s)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686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공격력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183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거미줄 설치 속도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(s)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1.5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761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거미줄 설치 개수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_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최소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511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거미줄 설치 개수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_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최대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8314764"/>
                  </a:ext>
                </a:extLst>
              </a:tr>
            </a:tbl>
          </a:graphicData>
        </a:graphic>
      </p:graphicFrame>
      <p:grpSp>
        <p:nvGrpSpPr>
          <p:cNvPr id="10" name="그룹 9">
            <a:extLst>
              <a:ext uri="{FF2B5EF4-FFF2-40B4-BE49-F238E27FC236}">
                <a16:creationId xmlns:a16="http://schemas.microsoft.com/office/drawing/2014/main" id="{B3928684-4281-A32A-0052-DD4464BBF1B2}"/>
              </a:ext>
            </a:extLst>
          </p:cNvPr>
          <p:cNvGrpSpPr/>
          <p:nvPr/>
        </p:nvGrpSpPr>
        <p:grpSpPr>
          <a:xfrm>
            <a:off x="-188844" y="4123052"/>
            <a:ext cx="2220844" cy="1920454"/>
            <a:chOff x="-188844" y="3853813"/>
            <a:chExt cx="2220844" cy="1920454"/>
          </a:xfrm>
        </p:grpSpPr>
        <p:sp>
          <p:nvSpPr>
            <p:cNvPr id="8" name="왼쪽 대괄호 7">
              <a:extLst>
                <a:ext uri="{FF2B5EF4-FFF2-40B4-BE49-F238E27FC236}">
                  <a16:creationId xmlns:a16="http://schemas.microsoft.com/office/drawing/2014/main" id="{3A00B2BA-98A1-2D64-87FA-B57F9314705D}"/>
                </a:ext>
              </a:extLst>
            </p:cNvPr>
            <p:cNvSpPr/>
            <p:nvPr/>
          </p:nvSpPr>
          <p:spPr>
            <a:xfrm>
              <a:off x="1600200" y="3853813"/>
              <a:ext cx="431800" cy="1920454"/>
            </a:xfrm>
            <a:prstGeom prst="leftBracket">
              <a:avLst>
                <a:gd name="adj" fmla="val 222378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3ACD007-4DC8-F3F8-63AC-FAE52D4CD21C}"/>
                </a:ext>
              </a:extLst>
            </p:cNvPr>
            <p:cNvSpPr txBox="1"/>
            <p:nvPr/>
          </p:nvSpPr>
          <p:spPr>
            <a:xfrm>
              <a:off x="-188844" y="4629374"/>
              <a:ext cx="17890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dirty="0">
                  <a:solidFill>
                    <a:srgbClr val="FF0000"/>
                  </a:solidFill>
                </a:rPr>
                <a:t>스킬 관련</a:t>
              </a:r>
              <a:endParaRPr lang="en-US" altLang="ko-KR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4646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13028-44CE-BFC4-A265-F5457A885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7FFE341-FE08-7B09-2324-0107F1B02D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654689"/>
            <a:ext cx="1600200" cy="2349500"/>
          </a:xfrm>
        </p:spPr>
        <p:txBody>
          <a:bodyPr/>
          <a:lstStyle/>
          <a:p>
            <a:r>
              <a:rPr lang="ko-KR" altLang="en-US" dirty="0" err="1"/>
              <a:t>스탯</a:t>
            </a:r>
            <a:endParaRPr lang="en-US" altLang="ko-KR" dirty="0"/>
          </a:p>
          <a:p>
            <a:r>
              <a:rPr lang="en-US" altLang="ko-KR" b="1" dirty="0"/>
              <a:t>FSM</a:t>
            </a:r>
          </a:p>
          <a:p>
            <a:r>
              <a:rPr lang="ko-KR" altLang="en-US" dirty="0"/>
              <a:t>스킬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667F00B-277C-E25F-63C3-57DBF0668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535531"/>
          </a:xfrm>
        </p:spPr>
        <p:txBody>
          <a:bodyPr/>
          <a:lstStyle/>
          <a:p>
            <a:r>
              <a:rPr lang="ko-KR" altLang="en-US" dirty="0"/>
              <a:t>거미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5A9B00-26B0-B866-CE85-0370838DD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HP, </a:t>
            </a:r>
            <a:r>
              <a:rPr lang="ko-KR" altLang="en-US" dirty="0"/>
              <a:t>이동속도</a:t>
            </a:r>
            <a:r>
              <a:rPr lang="en-US" altLang="ko-KR" dirty="0"/>
              <a:t>, </a:t>
            </a:r>
            <a:r>
              <a:rPr lang="ko-KR" altLang="en-US" dirty="0"/>
              <a:t>공격속도</a:t>
            </a:r>
            <a:r>
              <a:rPr lang="en-US" altLang="ko-KR" dirty="0"/>
              <a:t>, </a:t>
            </a:r>
            <a:r>
              <a:rPr lang="ko-KR" altLang="en-US" dirty="0"/>
              <a:t>데미지</a:t>
            </a:r>
            <a:r>
              <a:rPr lang="en-US" altLang="ko-KR" dirty="0"/>
              <a:t>, </a:t>
            </a:r>
            <a:r>
              <a:rPr lang="ko-KR" altLang="en-US" dirty="0"/>
              <a:t>몬스터</a:t>
            </a:r>
            <a:r>
              <a:rPr lang="en-US" altLang="ko-KR" dirty="0"/>
              <a:t>1 </a:t>
            </a:r>
            <a:r>
              <a:rPr lang="ko-KR" altLang="en-US" dirty="0"/>
              <a:t>스킬</a:t>
            </a:r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97AAD5-0758-B5C4-780C-DF9E10E6E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175" name="그림 174" descr="텍스트, 도표, 폰트, 지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06DADE-7AF1-5951-9C6A-64467E67A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715" y="0"/>
            <a:ext cx="97023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870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2C7A6-B4F4-EF26-C3A5-025FBC77D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208B376-0743-E8C9-E35B-BBF8AA656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654689"/>
            <a:ext cx="1600200" cy="2349500"/>
          </a:xfrm>
        </p:spPr>
        <p:txBody>
          <a:bodyPr/>
          <a:lstStyle/>
          <a:p>
            <a:r>
              <a:rPr lang="ko-KR" altLang="en-US" dirty="0" err="1"/>
              <a:t>스탯</a:t>
            </a:r>
            <a:endParaRPr lang="en-US" altLang="ko-KR" dirty="0"/>
          </a:p>
          <a:p>
            <a:r>
              <a:rPr lang="en-US" altLang="ko-KR" dirty="0"/>
              <a:t>FSM</a:t>
            </a:r>
          </a:p>
          <a:p>
            <a:r>
              <a:rPr lang="ko-KR" altLang="en-US" b="1" dirty="0"/>
              <a:t>스킬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BE9D689-69D2-7FB9-1E02-EA2DF933B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535531"/>
          </a:xfrm>
        </p:spPr>
        <p:txBody>
          <a:bodyPr/>
          <a:lstStyle/>
          <a:p>
            <a:r>
              <a:rPr lang="ko-KR" altLang="en-US" dirty="0"/>
              <a:t>거미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1D64E5-28A3-6645-16F5-5F97C2E85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161AB7A6-A663-B3DF-5EA4-62CEDB69F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거미 스킬</a:t>
            </a:r>
            <a:r>
              <a:rPr lang="en-US" altLang="ko-KR" dirty="0"/>
              <a:t>: </a:t>
            </a:r>
            <a:r>
              <a:rPr lang="ko-KR" altLang="en-US" dirty="0"/>
              <a:t>거미줄을 설치하여</a:t>
            </a:r>
            <a:r>
              <a:rPr lang="en-US" altLang="ko-KR" dirty="0"/>
              <a:t>, </a:t>
            </a:r>
            <a:r>
              <a:rPr lang="ko-KR" altLang="en-US" dirty="0"/>
              <a:t>거미줄이 파괴되거나 플레이어가 거미줄에 닿았을 때 이를 감지하여 추적할 수 있다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4608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23863D3-FE20-9DB2-0878-2D28D1E45D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654689"/>
            <a:ext cx="1600200" cy="23495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6F5885D-0CF1-D070-6313-AF6AB04B2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535531"/>
          </a:xfrm>
        </p:spPr>
        <p:txBody>
          <a:bodyPr/>
          <a:lstStyle/>
          <a:p>
            <a:r>
              <a:rPr lang="ko-KR" altLang="en-US" dirty="0"/>
              <a:t>로그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EBB37A3-1AD4-AC36-9855-C2F88ADC7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1014: </a:t>
            </a:r>
            <a:r>
              <a:rPr lang="ko-KR" altLang="en-US" dirty="0"/>
              <a:t>용어 변경</a:t>
            </a:r>
            <a:r>
              <a:rPr lang="en-US" altLang="ko-KR" dirty="0"/>
              <a:t>. </a:t>
            </a:r>
            <a:r>
              <a:rPr lang="ko-KR" altLang="en-US" dirty="0" err="1"/>
              <a:t>쿨타임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장전 시간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065B350-110C-689F-9A0F-55E46CD19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2247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5002</TotalTime>
  <Words>465</Words>
  <Application>Microsoft Office PowerPoint</Application>
  <PresentationFormat>와이드스크린</PresentationFormat>
  <Paragraphs>130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Arial</vt:lpstr>
      <vt:lpstr>맑은 고딕</vt:lpstr>
      <vt:lpstr>Office 테마</vt:lpstr>
      <vt:lpstr>전투 기획</vt:lpstr>
      <vt:lpstr>목차</vt:lpstr>
      <vt:lpstr>무기</vt:lpstr>
      <vt:lpstr>무기</vt:lpstr>
      <vt:lpstr>무기</vt:lpstr>
      <vt:lpstr>무기</vt:lpstr>
      <vt:lpstr>거미</vt:lpstr>
      <vt:lpstr>거미</vt:lpstr>
      <vt:lpstr>거미</vt:lpstr>
      <vt:lpstr>로그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이하나 윤</dc:creator>
  <cp:lastModifiedBy>이하나 윤</cp:lastModifiedBy>
  <cp:revision>43</cp:revision>
  <dcterms:created xsi:type="dcterms:W3CDTF">2025-07-11T11:24:26Z</dcterms:created>
  <dcterms:modified xsi:type="dcterms:W3CDTF">2026-01-11T20:53:25Z</dcterms:modified>
</cp:coreProperties>
</file>