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A7AB7-76D5-9A7C-B6F5-D7777A42FD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5D79F90-67A5-69A0-C71C-54C609472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1E5250-9726-B96B-F929-F360E396E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76909-DC21-4598-A8B1-50372067F9CC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DAF809-139E-6B85-38F2-2E23FD215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094146-1CA5-DF92-0326-420A62EB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BC60-4666-45A5-B727-483A07F9A2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303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B33398-3D03-C737-6F8B-6819A2687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302E8F-C79F-3926-EA16-9D3E63E85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4AC372-878B-117C-E39C-1958CA6DF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76909-DC21-4598-A8B1-50372067F9CC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ED40EA-B724-FE99-C925-F88FD16A6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9846DD-7F89-1CE6-6354-F069F21FF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BC60-4666-45A5-B727-483A07F9A2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724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6FF39F-F318-36AD-88F7-DD05A46AC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B752A8-A39C-A792-842F-E3622843F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DDE78A-605E-E847-BA28-3EAF9E691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76909-DC21-4598-A8B1-50372067F9CC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B28159-E297-E8FA-FC20-FCD4C9328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6B24F0-00C8-F48C-AA00-DA59338D5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BC60-4666-45A5-B727-483A07F9A2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114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6C283B-4969-1E0B-D91E-5738FE907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BD24BD-C6D9-7B6D-0D4A-F8C7095F34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58458F-219E-2906-6945-66AC2415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631A09-82CA-E0FC-B139-725DE51EE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76909-DC21-4598-A8B1-50372067F9CC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1A433D-FF5B-2DCA-71A3-2F5EE7CA1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A62E25-F54B-D7C1-1206-652805824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BC60-4666-45A5-B727-483A07F9A2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939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F0741A-3023-8729-89FC-D7B753070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0DE8CA-BEC2-81E4-F4E8-A4472546F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A48A80F-FF3D-CA32-481E-6E6BA41AA7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B99ECA7-4DD5-2434-29B8-BEFECE517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129A412-F32A-A085-CEBE-49EEB3E3C1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85CC59C-44FF-EB2B-81C5-6D9156C8C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76909-DC21-4598-A8B1-50372067F9CC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9CD326-53F9-3989-F07E-CAD4C59FD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16DCD7-EF33-A098-6C1A-8EA40951C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BC60-4666-45A5-B727-483A07F9A2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594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C1388E-2809-F04C-DF91-279482950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C99AFE-713C-E349-FA3A-316A181D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76909-DC21-4598-A8B1-50372067F9CC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FB3A385-4A02-2857-8E64-4FD7D939E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6AD7A0-0681-B0C0-2640-D078C2A76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BC60-4666-45A5-B727-483A07F9A2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987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FDB8072-BB29-89D1-F81B-7A905A5A0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76909-DC21-4598-A8B1-50372067F9CC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7D0E3FD-78E3-52B0-1E43-B65F9A785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4FF78F-0E4A-1ADA-5713-88D92D95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BC60-4666-45A5-B727-483A07F9A2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36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C87C43-E9AB-4F08-4087-AEA9B0FEF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CFFF91-BB0E-959B-52E7-0B5E85F9F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9CA201-79FC-DEFF-D9F0-BDCE3F2A8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B4816B-083C-529A-7576-D2AEC65FB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76909-DC21-4598-A8B1-50372067F9CC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E09AEC-32A6-AA62-63A9-8AA8A2FF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8FB8EF-2DC6-1282-48C8-88F1CAC1B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BC60-4666-45A5-B727-483A07F9A2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109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1DC7D4-59BE-D2DC-B4C2-DB48EA585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99AB5E8-336B-20BA-EA7E-82D7CC340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F622CB-0FC2-F090-0F3E-D1AB65C3FB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035E63-6286-E930-60C0-D4AD2B844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76909-DC21-4598-A8B1-50372067F9CC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06213D-A18B-6F17-2F9A-2ED6EA198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35224A-679B-3216-D2B3-0FD62B40B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BC60-4666-45A5-B727-483A07F9A2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27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469E41-62CF-A73D-CCAC-5428B308A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EA520E-A1C0-084A-FA69-94955DEF9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F8D168-5436-2AB2-5A1B-2375CB896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76909-DC21-4598-A8B1-50372067F9CC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603726-72A8-8A12-27D0-BAAC7D767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581792-6B0C-4902-465C-CE2D6D925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BC60-4666-45A5-B727-483A07F9A2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27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B7C8EB9-77F1-253A-9300-6DD974B30C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7FDCCA-6670-D831-84BD-43A26E569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AAF853-DA9C-0B41-C979-5AF8D3347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76909-DC21-4598-A8B1-50372067F9CC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9707A3-F416-6EC5-3B82-E70FA97D0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1D7145-887D-21BD-3368-463B6CD0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BC60-4666-45A5-B727-483A07F9A2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756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4BCE63F-C5C7-F9E9-B517-A446CAD25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03CC62-2344-35E1-B5BF-1075E2E6B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9D2F26-688C-424E-50A3-A819444F6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276909-DC21-4598-A8B1-50372067F9CC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D097E2-3522-D8F6-F6B4-7729DB3DC6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97843E-EFFD-8CAE-35B5-0A88958839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AFBC60-4666-45A5-B727-483A07F9A2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897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C03CDA-FA7E-5E69-C914-46EF777154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중점연구과제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BB9796-485E-010C-A3BC-BC2AB5E445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3681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6C76B3-B472-0D2C-619D-6C13BCF5C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33C7C7-3542-B08D-F349-0C19E3D88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/>
              <a:t>중점 연구 과제 너무 어렵다</a:t>
            </a:r>
            <a:endParaRPr lang="en-US" altLang="ko-KR" dirty="0"/>
          </a:p>
          <a:p>
            <a:pPr lvl="1"/>
            <a:r>
              <a:rPr lang="en-US" altLang="ko-KR" dirty="0"/>
              <a:t>“</a:t>
            </a:r>
            <a:r>
              <a:rPr lang="ko-KR" altLang="en-US" dirty="0"/>
              <a:t>제한된 블록을 추가 배치해서 지정한 두개의 </a:t>
            </a:r>
            <a:r>
              <a:rPr lang="ko-KR" altLang="en-US" dirty="0" err="1"/>
              <a:t>큐브를연결하는</a:t>
            </a:r>
            <a:r>
              <a:rPr lang="ko-KR" altLang="en-US" dirty="0"/>
              <a:t> 알고리즘을 만들면 적당해 보인다</a:t>
            </a:r>
            <a:r>
              <a:rPr lang="en-US" altLang="ko-KR" dirty="0"/>
              <a:t>.”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해결방안</a:t>
            </a:r>
            <a:endParaRPr lang="en-US" altLang="ko-KR" dirty="0"/>
          </a:p>
          <a:p>
            <a:pPr marL="914400" lvl="1" indent="-457200">
              <a:buAutoNum type="arabicPeriod"/>
            </a:pPr>
            <a:r>
              <a:rPr lang="ko-KR" altLang="en-US" dirty="0"/>
              <a:t>기존의 방법으로 </a:t>
            </a:r>
            <a:r>
              <a:rPr lang="ko-KR" altLang="en-US" dirty="0" err="1"/>
              <a:t>맵을</a:t>
            </a:r>
            <a:r>
              <a:rPr lang="ko-KR" altLang="en-US" dirty="0"/>
              <a:t> 만든다</a:t>
            </a:r>
            <a:r>
              <a:rPr lang="en-US" altLang="ko-KR" dirty="0"/>
              <a:t>.</a:t>
            </a:r>
          </a:p>
          <a:p>
            <a:pPr marL="914400" lvl="1" indent="-457200">
              <a:buAutoNum type="arabicPeriod"/>
            </a:pPr>
            <a:r>
              <a:rPr lang="ko-KR" altLang="en-US" dirty="0" err="1"/>
              <a:t>랜덤한</a:t>
            </a:r>
            <a:r>
              <a:rPr lang="ko-KR" altLang="en-US" dirty="0"/>
              <a:t> 연결되지 않은 문에 </a:t>
            </a:r>
            <a:r>
              <a:rPr lang="ko-KR" altLang="en-US" dirty="0" err="1"/>
              <a:t>랜덤한</a:t>
            </a:r>
            <a:r>
              <a:rPr lang="ko-KR" altLang="en-US" dirty="0"/>
              <a:t> 다른 블록을 연결한다</a:t>
            </a:r>
            <a:r>
              <a:rPr lang="en-US" altLang="ko-KR" dirty="0"/>
              <a:t>.</a:t>
            </a:r>
          </a:p>
          <a:p>
            <a:pPr marL="1371600" lvl="2" indent="-457200">
              <a:buAutoNum type="arabicPeriod"/>
            </a:pPr>
            <a:r>
              <a:rPr lang="ko-KR" altLang="en-US" dirty="0"/>
              <a:t>조건 </a:t>
            </a:r>
            <a:r>
              <a:rPr lang="en-US" altLang="ko-KR" dirty="0"/>
              <a:t>: </a:t>
            </a:r>
            <a:r>
              <a:rPr lang="ko-KR" altLang="en-US" dirty="0"/>
              <a:t>기존 </a:t>
            </a:r>
            <a:r>
              <a:rPr lang="ko-KR" altLang="en-US" dirty="0" err="1"/>
              <a:t>맵과</a:t>
            </a:r>
            <a:r>
              <a:rPr lang="ko-KR" altLang="en-US" dirty="0"/>
              <a:t> 충돌하지 않아야 한다</a:t>
            </a:r>
            <a:r>
              <a:rPr lang="en-US" altLang="ko-KR" dirty="0"/>
              <a:t>.</a:t>
            </a:r>
          </a:p>
          <a:p>
            <a:pPr marL="1371600" lvl="2" indent="-457200">
              <a:buAutoNum type="arabicPeriod"/>
            </a:pPr>
            <a:r>
              <a:rPr lang="ko-KR" altLang="en-US" dirty="0"/>
              <a:t>조건 </a:t>
            </a:r>
            <a:r>
              <a:rPr lang="en-US" altLang="ko-KR" dirty="0"/>
              <a:t>: </a:t>
            </a:r>
            <a:r>
              <a:rPr lang="ko-KR" altLang="en-US" dirty="0"/>
              <a:t>기존 </a:t>
            </a:r>
            <a:r>
              <a:rPr lang="ko-KR" altLang="en-US" dirty="0" err="1"/>
              <a:t>맵의</a:t>
            </a:r>
            <a:r>
              <a:rPr lang="ko-KR" altLang="en-US" dirty="0"/>
              <a:t> </a:t>
            </a:r>
            <a:r>
              <a:rPr lang="en-US" altLang="ko-KR" dirty="0"/>
              <a:t>AABB</a:t>
            </a:r>
            <a:r>
              <a:rPr lang="ko-KR" altLang="en-US" dirty="0"/>
              <a:t>를 벗어나지 않는다</a:t>
            </a:r>
            <a:r>
              <a:rPr lang="en-US" altLang="ko-KR" dirty="0"/>
              <a:t>.</a:t>
            </a:r>
          </a:p>
          <a:p>
            <a:pPr marL="914400" lvl="1" indent="-457200">
              <a:buAutoNum type="arabicPeriod"/>
            </a:pPr>
            <a:r>
              <a:rPr lang="ko-KR" altLang="en-US" dirty="0"/>
              <a:t>더 이상 블록을 추가할 수 없을 때까지 </a:t>
            </a:r>
            <a:r>
              <a:rPr lang="en-US" altLang="ko-KR" dirty="0"/>
              <a:t>2</a:t>
            </a:r>
            <a:r>
              <a:rPr lang="ko-KR" altLang="en-US" dirty="0"/>
              <a:t>를 반복한다</a:t>
            </a:r>
            <a:r>
              <a:rPr lang="en-US" altLang="ko-KR" dirty="0"/>
              <a:t>.</a:t>
            </a:r>
          </a:p>
          <a:p>
            <a:pPr marL="914400" lvl="1" indent="-457200">
              <a:buAutoNum type="arabicPeriod"/>
            </a:pPr>
            <a:r>
              <a:rPr lang="ko-KR" altLang="en-US" dirty="0"/>
              <a:t>기존의 </a:t>
            </a:r>
            <a:r>
              <a:rPr lang="ko-KR" altLang="en-US" dirty="0" err="1"/>
              <a:t>큐브들</a:t>
            </a:r>
            <a:r>
              <a:rPr lang="ko-KR" altLang="en-US" dirty="0"/>
              <a:t> 중 다른 블록으로 연결된 큐브가 있는가</a:t>
            </a:r>
            <a:r>
              <a:rPr lang="en-US" altLang="ko-KR" dirty="0"/>
              <a:t>?</a:t>
            </a:r>
          </a:p>
          <a:p>
            <a:pPr marL="1371600" lvl="2" indent="-457200">
              <a:buAutoNum type="arabicPeriod"/>
            </a:pPr>
            <a:r>
              <a:rPr lang="en-US" altLang="ko-KR" dirty="0"/>
              <a:t>YES : </a:t>
            </a:r>
            <a:r>
              <a:rPr lang="ko-KR" altLang="en-US" dirty="0"/>
              <a:t>연결에 사용된 다른 블록을 제외한 다른 블록들을 제거 </a:t>
            </a:r>
            <a:r>
              <a:rPr lang="en-US" altLang="ko-KR" dirty="0"/>
              <a:t>=&gt; </a:t>
            </a:r>
            <a:r>
              <a:rPr lang="ko-KR" altLang="en-US" dirty="0"/>
              <a:t>끝</a:t>
            </a:r>
            <a:endParaRPr lang="en-US" altLang="ko-KR" dirty="0"/>
          </a:p>
          <a:p>
            <a:pPr marL="1371600" lvl="2" indent="-457200">
              <a:buAutoNum type="arabicPeriod"/>
            </a:pPr>
            <a:r>
              <a:rPr lang="en-US" altLang="ko-KR" dirty="0"/>
              <a:t>NO : </a:t>
            </a:r>
          </a:p>
          <a:p>
            <a:pPr marL="1828800" lvl="3" indent="-457200">
              <a:buAutoNum type="arabicPeriod"/>
            </a:pPr>
            <a:r>
              <a:rPr lang="ko-KR" altLang="en-US" dirty="0"/>
              <a:t>여기에 도착한 횟수가 </a:t>
            </a:r>
            <a:r>
              <a:rPr lang="en-US" altLang="ko-KR" dirty="0"/>
              <a:t>100</a:t>
            </a:r>
            <a:r>
              <a:rPr lang="ko-KR" altLang="en-US" dirty="0"/>
              <a:t>번 이내이면 다른 블록들 전부 제거 </a:t>
            </a:r>
            <a:r>
              <a:rPr lang="en-US" altLang="ko-KR" dirty="0"/>
              <a:t>Goto 2</a:t>
            </a:r>
          </a:p>
          <a:p>
            <a:pPr marL="1828800" lvl="3" indent="-457200">
              <a:buAutoNum type="arabicPeriod"/>
            </a:pPr>
            <a:r>
              <a:rPr lang="ko-KR" altLang="en-US" dirty="0"/>
              <a:t>모든 블록을 지우고 </a:t>
            </a:r>
            <a:r>
              <a:rPr lang="en-US" altLang="ko-KR" dirty="0"/>
              <a:t>Goto 1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69320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916C0-27D4-E04A-C760-470411B3C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D5933D-F075-59F5-FE45-848A7B7F7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5E55D7-E6AD-F02E-B41E-3A698D26C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중점 연구 과제 너무 어렵다</a:t>
            </a:r>
            <a:endParaRPr lang="en-US" altLang="ko-KR" dirty="0"/>
          </a:p>
          <a:p>
            <a:pPr lvl="1"/>
            <a:r>
              <a:rPr lang="en-US" altLang="ko-KR" dirty="0"/>
              <a:t>“</a:t>
            </a:r>
            <a:r>
              <a:rPr lang="ko-KR" altLang="en-US" dirty="0"/>
              <a:t>제한된 블록을 추가 배치해서 지정한 두개의 </a:t>
            </a:r>
            <a:r>
              <a:rPr lang="ko-KR" altLang="en-US" dirty="0" err="1"/>
              <a:t>큐브를연결하는</a:t>
            </a:r>
            <a:r>
              <a:rPr lang="ko-KR" altLang="en-US" dirty="0"/>
              <a:t> 알고리즘을 만들면 적당해 보인다</a:t>
            </a:r>
            <a:r>
              <a:rPr lang="en-US" altLang="ko-KR" dirty="0"/>
              <a:t>.”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D001721-25A2-D905-BCAA-35654900412B}"/>
              </a:ext>
            </a:extLst>
          </p:cNvPr>
          <p:cNvSpPr/>
          <p:nvPr/>
        </p:nvSpPr>
        <p:spPr>
          <a:xfrm>
            <a:off x="5190836" y="4230255"/>
            <a:ext cx="443346" cy="415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0BAD473-9ECB-464E-45D5-D5DCE4E7ECB9}"/>
              </a:ext>
            </a:extLst>
          </p:cNvPr>
          <p:cNvSpPr/>
          <p:nvPr/>
        </p:nvSpPr>
        <p:spPr>
          <a:xfrm>
            <a:off x="5957455" y="4230255"/>
            <a:ext cx="443346" cy="415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4911B87-506E-A84B-39A5-E9810BE9AC0F}"/>
              </a:ext>
            </a:extLst>
          </p:cNvPr>
          <p:cNvSpPr/>
          <p:nvPr/>
        </p:nvSpPr>
        <p:spPr>
          <a:xfrm>
            <a:off x="6724074" y="4230255"/>
            <a:ext cx="443346" cy="415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53A7D75-63F3-80B7-FBD2-203FD8726574}"/>
              </a:ext>
            </a:extLst>
          </p:cNvPr>
          <p:cNvSpPr/>
          <p:nvPr/>
        </p:nvSpPr>
        <p:spPr>
          <a:xfrm>
            <a:off x="7490693" y="4230255"/>
            <a:ext cx="443346" cy="415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D965A0-A4A9-8641-DDC7-B6DF53C1EAA4}"/>
              </a:ext>
            </a:extLst>
          </p:cNvPr>
          <p:cNvSpPr/>
          <p:nvPr/>
        </p:nvSpPr>
        <p:spPr>
          <a:xfrm>
            <a:off x="8257312" y="4230255"/>
            <a:ext cx="443346" cy="415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8DE2C26-8E75-0B3A-0190-6B2EA92C9B7C}"/>
              </a:ext>
            </a:extLst>
          </p:cNvPr>
          <p:cNvSpPr/>
          <p:nvPr/>
        </p:nvSpPr>
        <p:spPr>
          <a:xfrm>
            <a:off x="9023931" y="4230255"/>
            <a:ext cx="443346" cy="415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AFC7F43-4F35-D9D2-5098-DC426D8E2A37}"/>
              </a:ext>
            </a:extLst>
          </p:cNvPr>
          <p:cNvSpPr/>
          <p:nvPr/>
        </p:nvSpPr>
        <p:spPr>
          <a:xfrm>
            <a:off x="9790550" y="4230255"/>
            <a:ext cx="443346" cy="415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6C28018-57E5-65BD-48C3-46D688348EEA}"/>
              </a:ext>
            </a:extLst>
          </p:cNvPr>
          <p:cNvSpPr/>
          <p:nvPr/>
        </p:nvSpPr>
        <p:spPr>
          <a:xfrm>
            <a:off x="7490693" y="4899892"/>
            <a:ext cx="443346" cy="415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7BDF5E-BD63-EBBE-F482-F97CF92379CF}"/>
              </a:ext>
            </a:extLst>
          </p:cNvPr>
          <p:cNvSpPr/>
          <p:nvPr/>
        </p:nvSpPr>
        <p:spPr>
          <a:xfrm>
            <a:off x="7490693" y="5569529"/>
            <a:ext cx="443346" cy="415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/>
              <a:t>시작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B565930-39E3-6564-7176-2D860D5E7BF2}"/>
              </a:ext>
            </a:extLst>
          </p:cNvPr>
          <p:cNvSpPr/>
          <p:nvPr/>
        </p:nvSpPr>
        <p:spPr>
          <a:xfrm>
            <a:off x="7490693" y="6239166"/>
            <a:ext cx="443346" cy="415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6ADA993-909C-68C5-DFCA-E129A33DA6B2}"/>
              </a:ext>
            </a:extLst>
          </p:cNvPr>
          <p:cNvSpPr/>
          <p:nvPr/>
        </p:nvSpPr>
        <p:spPr>
          <a:xfrm>
            <a:off x="8257312" y="5569529"/>
            <a:ext cx="443346" cy="415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DA6381-70A9-D73B-470C-B9EA2603157E}"/>
              </a:ext>
            </a:extLst>
          </p:cNvPr>
          <p:cNvSpPr/>
          <p:nvPr/>
        </p:nvSpPr>
        <p:spPr>
          <a:xfrm>
            <a:off x="6724074" y="6239166"/>
            <a:ext cx="443346" cy="415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C2E5355-AFF4-74D6-2FE1-D98DED36539C}"/>
              </a:ext>
            </a:extLst>
          </p:cNvPr>
          <p:cNvSpPr/>
          <p:nvPr/>
        </p:nvSpPr>
        <p:spPr>
          <a:xfrm>
            <a:off x="5957455" y="6239166"/>
            <a:ext cx="443346" cy="415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6205E38-FE60-C957-638D-67351F569B2C}"/>
              </a:ext>
            </a:extLst>
          </p:cNvPr>
          <p:cNvSpPr/>
          <p:nvPr/>
        </p:nvSpPr>
        <p:spPr>
          <a:xfrm>
            <a:off x="5190836" y="6239166"/>
            <a:ext cx="443346" cy="415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21EDBB2-096E-3287-5250-BEC3D92015EF}"/>
              </a:ext>
            </a:extLst>
          </p:cNvPr>
          <p:cNvCxnSpPr>
            <a:stCxn id="7" idx="2"/>
            <a:endCxn id="11" idx="0"/>
          </p:cNvCxnSpPr>
          <p:nvPr/>
        </p:nvCxnSpPr>
        <p:spPr>
          <a:xfrm>
            <a:off x="7712366" y="4645891"/>
            <a:ext cx="0" cy="2540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97C96C6-4B3F-29C8-D4C1-7C804A721B3B}"/>
              </a:ext>
            </a:extLst>
          </p:cNvPr>
          <p:cNvCxnSpPr/>
          <p:nvPr/>
        </p:nvCxnSpPr>
        <p:spPr>
          <a:xfrm>
            <a:off x="7712366" y="5315528"/>
            <a:ext cx="0" cy="2540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1A65D85-D4FB-1D19-3EB2-8D1C6E955554}"/>
              </a:ext>
            </a:extLst>
          </p:cNvPr>
          <p:cNvCxnSpPr/>
          <p:nvPr/>
        </p:nvCxnSpPr>
        <p:spPr>
          <a:xfrm>
            <a:off x="7712366" y="5985165"/>
            <a:ext cx="0" cy="2540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57C9771-A3D7-2DD6-8FE8-805B09D4879E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7934039" y="5777347"/>
            <a:ext cx="3232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A76664C-431D-F6C4-1F98-07D0B86AAA29}"/>
              </a:ext>
            </a:extLst>
          </p:cNvPr>
          <p:cNvCxnSpPr>
            <a:cxnSpLocks/>
          </p:cNvCxnSpPr>
          <p:nvPr/>
        </p:nvCxnSpPr>
        <p:spPr>
          <a:xfrm>
            <a:off x="7167420" y="6465458"/>
            <a:ext cx="3232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EA460D65-2B00-DC82-22F3-FCA8FB3EA14F}"/>
              </a:ext>
            </a:extLst>
          </p:cNvPr>
          <p:cNvCxnSpPr>
            <a:cxnSpLocks/>
          </p:cNvCxnSpPr>
          <p:nvPr/>
        </p:nvCxnSpPr>
        <p:spPr>
          <a:xfrm>
            <a:off x="6400801" y="6446984"/>
            <a:ext cx="3232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0189038-49F2-B87A-7188-12A3E5A1BFED}"/>
              </a:ext>
            </a:extLst>
          </p:cNvPr>
          <p:cNvCxnSpPr>
            <a:cxnSpLocks/>
          </p:cNvCxnSpPr>
          <p:nvPr/>
        </p:nvCxnSpPr>
        <p:spPr>
          <a:xfrm>
            <a:off x="5634182" y="6428510"/>
            <a:ext cx="3232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912ECD46-E280-2E73-EFFE-E7A807E270CE}"/>
              </a:ext>
            </a:extLst>
          </p:cNvPr>
          <p:cNvCxnSpPr>
            <a:cxnSpLocks/>
          </p:cNvCxnSpPr>
          <p:nvPr/>
        </p:nvCxnSpPr>
        <p:spPr>
          <a:xfrm>
            <a:off x="5634182" y="4438073"/>
            <a:ext cx="3232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1B71BA13-21FA-FA66-FCDB-BBD7E03C9F23}"/>
              </a:ext>
            </a:extLst>
          </p:cNvPr>
          <p:cNvCxnSpPr>
            <a:cxnSpLocks/>
          </p:cNvCxnSpPr>
          <p:nvPr/>
        </p:nvCxnSpPr>
        <p:spPr>
          <a:xfrm>
            <a:off x="6400801" y="4438073"/>
            <a:ext cx="3232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D6472D05-FED5-E2E1-93B9-9A0DB2ADF9C4}"/>
              </a:ext>
            </a:extLst>
          </p:cNvPr>
          <p:cNvCxnSpPr>
            <a:cxnSpLocks/>
          </p:cNvCxnSpPr>
          <p:nvPr/>
        </p:nvCxnSpPr>
        <p:spPr>
          <a:xfrm>
            <a:off x="7167420" y="4438073"/>
            <a:ext cx="3232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DABD3E5D-532B-B9F8-E925-CD7E909CB781}"/>
              </a:ext>
            </a:extLst>
          </p:cNvPr>
          <p:cNvCxnSpPr>
            <a:cxnSpLocks/>
          </p:cNvCxnSpPr>
          <p:nvPr/>
        </p:nvCxnSpPr>
        <p:spPr>
          <a:xfrm>
            <a:off x="7934039" y="4438073"/>
            <a:ext cx="3232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0DA0973-F910-539E-B93F-C47BA283FB86}"/>
              </a:ext>
            </a:extLst>
          </p:cNvPr>
          <p:cNvCxnSpPr>
            <a:cxnSpLocks/>
          </p:cNvCxnSpPr>
          <p:nvPr/>
        </p:nvCxnSpPr>
        <p:spPr>
          <a:xfrm>
            <a:off x="8700658" y="4438073"/>
            <a:ext cx="3232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C091C7D-5235-FC97-B280-847B697A0251}"/>
              </a:ext>
            </a:extLst>
          </p:cNvPr>
          <p:cNvCxnSpPr>
            <a:cxnSpLocks/>
          </p:cNvCxnSpPr>
          <p:nvPr/>
        </p:nvCxnSpPr>
        <p:spPr>
          <a:xfrm>
            <a:off x="9467277" y="4438073"/>
            <a:ext cx="3232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1019C1A-3146-8726-AE25-EA91DF3CC834}"/>
              </a:ext>
            </a:extLst>
          </p:cNvPr>
          <p:cNvSpPr/>
          <p:nvPr/>
        </p:nvSpPr>
        <p:spPr>
          <a:xfrm>
            <a:off x="5957460" y="5548749"/>
            <a:ext cx="443346" cy="41563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D45C229-D48C-EE5E-27DB-402326ED31DA}"/>
              </a:ext>
            </a:extLst>
          </p:cNvPr>
          <p:cNvSpPr/>
          <p:nvPr/>
        </p:nvSpPr>
        <p:spPr>
          <a:xfrm>
            <a:off x="5957455" y="4906822"/>
            <a:ext cx="443346" cy="41563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32375D76-70B7-4773-649F-892F108EFDCC}"/>
              </a:ext>
            </a:extLst>
          </p:cNvPr>
          <p:cNvCxnSpPr/>
          <p:nvPr/>
        </p:nvCxnSpPr>
        <p:spPr>
          <a:xfrm>
            <a:off x="6183749" y="4652821"/>
            <a:ext cx="0" cy="2540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112A8A10-DDF6-F5E6-CFBE-B0AE2E1BCE70}"/>
              </a:ext>
            </a:extLst>
          </p:cNvPr>
          <p:cNvCxnSpPr/>
          <p:nvPr/>
        </p:nvCxnSpPr>
        <p:spPr>
          <a:xfrm>
            <a:off x="6179128" y="5327079"/>
            <a:ext cx="0" cy="2540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5DB3F160-6112-0091-7C0E-CD4FA6C6E865}"/>
              </a:ext>
            </a:extLst>
          </p:cNvPr>
          <p:cNvCxnSpPr/>
          <p:nvPr/>
        </p:nvCxnSpPr>
        <p:spPr>
          <a:xfrm>
            <a:off x="6174507" y="6001337"/>
            <a:ext cx="0" cy="2540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F604493-86F4-2555-A5B8-90D65BD77757}"/>
              </a:ext>
            </a:extLst>
          </p:cNvPr>
          <p:cNvSpPr/>
          <p:nvPr/>
        </p:nvSpPr>
        <p:spPr>
          <a:xfrm>
            <a:off x="3176155" y="4699004"/>
            <a:ext cx="443346" cy="415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F672A5-0CD9-82C2-99C4-5C610ACC5168}"/>
              </a:ext>
            </a:extLst>
          </p:cNvPr>
          <p:cNvSpPr txBox="1"/>
          <p:nvPr/>
        </p:nvSpPr>
        <p:spPr>
          <a:xfrm>
            <a:off x="2104091" y="4699004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기존 맵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1D1C6C8-9CA0-B4EF-7D6E-281DDBC27D3E}"/>
              </a:ext>
            </a:extLst>
          </p:cNvPr>
          <p:cNvSpPr/>
          <p:nvPr/>
        </p:nvSpPr>
        <p:spPr>
          <a:xfrm>
            <a:off x="3157683" y="5569529"/>
            <a:ext cx="443346" cy="41563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614B54-81F5-4B53-4D67-D960CB5EE5BA}"/>
              </a:ext>
            </a:extLst>
          </p:cNvPr>
          <p:cNvSpPr txBox="1"/>
          <p:nvPr/>
        </p:nvSpPr>
        <p:spPr>
          <a:xfrm>
            <a:off x="1873259" y="558108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다른 블록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3148F1D-9045-179D-8553-EB4DDA64FFE2}"/>
              </a:ext>
            </a:extLst>
          </p:cNvPr>
          <p:cNvSpPr/>
          <p:nvPr/>
        </p:nvSpPr>
        <p:spPr>
          <a:xfrm>
            <a:off x="9023926" y="5581080"/>
            <a:ext cx="443346" cy="41563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995B318-A8B3-5321-3DF9-17701437F6E8}"/>
              </a:ext>
            </a:extLst>
          </p:cNvPr>
          <p:cNvSpPr/>
          <p:nvPr/>
        </p:nvSpPr>
        <p:spPr>
          <a:xfrm>
            <a:off x="9790540" y="5574160"/>
            <a:ext cx="443346" cy="41563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451F131-493C-85BB-B32D-94044C9921E2}"/>
              </a:ext>
            </a:extLst>
          </p:cNvPr>
          <p:cNvSpPr/>
          <p:nvPr/>
        </p:nvSpPr>
        <p:spPr>
          <a:xfrm>
            <a:off x="9790540" y="4916060"/>
            <a:ext cx="443346" cy="41563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0D4AB156-1C81-B3F5-F5F0-7A8E68CCD953}"/>
              </a:ext>
            </a:extLst>
          </p:cNvPr>
          <p:cNvCxnSpPr>
            <a:cxnSpLocks/>
          </p:cNvCxnSpPr>
          <p:nvPr/>
        </p:nvCxnSpPr>
        <p:spPr>
          <a:xfrm>
            <a:off x="8700648" y="5788898"/>
            <a:ext cx="3232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195C675B-0A32-BE1B-9963-B23B30B7107C}"/>
              </a:ext>
            </a:extLst>
          </p:cNvPr>
          <p:cNvCxnSpPr>
            <a:cxnSpLocks/>
          </p:cNvCxnSpPr>
          <p:nvPr/>
        </p:nvCxnSpPr>
        <p:spPr>
          <a:xfrm>
            <a:off x="9467267" y="5788898"/>
            <a:ext cx="3232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7B7B7F1A-8C72-0BDB-6692-21ED2E91E1F5}"/>
              </a:ext>
            </a:extLst>
          </p:cNvPr>
          <p:cNvCxnSpPr/>
          <p:nvPr/>
        </p:nvCxnSpPr>
        <p:spPr>
          <a:xfrm>
            <a:off x="10012213" y="4662059"/>
            <a:ext cx="0" cy="2540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550CBCFD-0F19-6EC1-88E5-6DA22DA0036B}"/>
              </a:ext>
            </a:extLst>
          </p:cNvPr>
          <p:cNvCxnSpPr/>
          <p:nvPr/>
        </p:nvCxnSpPr>
        <p:spPr>
          <a:xfrm>
            <a:off x="10012213" y="5327078"/>
            <a:ext cx="0" cy="2540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165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93E99-DD5E-707B-3125-BC4615EA3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303718-F5D4-6723-75AA-C82A70E1C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알고리즘이 아닌 기획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6893C5-A80A-55C8-D08A-D22834906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아이템 조합 </a:t>
            </a:r>
            <a:r>
              <a:rPr lang="en-US" altLang="ko-KR" dirty="0"/>
              <a:t>(</a:t>
            </a:r>
            <a:r>
              <a:rPr lang="ko-KR" altLang="en-US" dirty="0"/>
              <a:t>재료를 모아서 제작하기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퀘스트</a:t>
            </a:r>
            <a:endParaRPr lang="en-US" altLang="ko-KR" dirty="0"/>
          </a:p>
          <a:p>
            <a:r>
              <a:rPr lang="ko-KR" altLang="en-US" dirty="0"/>
              <a:t>스킬 트리</a:t>
            </a:r>
            <a:r>
              <a:rPr lang="en-US" altLang="ko-KR" dirty="0"/>
              <a:t> (</a:t>
            </a:r>
            <a:r>
              <a:rPr lang="ko-KR" altLang="en-US" dirty="0"/>
              <a:t>밸런스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Diablo2 </a:t>
            </a:r>
            <a:r>
              <a:rPr lang="ko-KR" altLang="en-US" dirty="0"/>
              <a:t>나 </a:t>
            </a:r>
            <a:r>
              <a:rPr lang="en-US" altLang="ko-KR" dirty="0"/>
              <a:t>World of warcraft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포커패</a:t>
            </a:r>
            <a:r>
              <a:rPr lang="ko-KR" altLang="en-US" dirty="0"/>
              <a:t> 드랍으로 포커 족보를 완성해서 돈을 번다 </a:t>
            </a:r>
            <a:r>
              <a:rPr lang="en-US" altLang="ko-KR" dirty="0"/>
              <a:t>: </a:t>
            </a:r>
            <a:r>
              <a:rPr lang="ko-KR" altLang="en-US" dirty="0"/>
              <a:t>너무 쉽다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몬스터 </a:t>
            </a:r>
            <a:r>
              <a:rPr lang="en-US" altLang="ko-KR" dirty="0"/>
              <a:t>AI : </a:t>
            </a:r>
            <a:r>
              <a:rPr lang="ko-KR" altLang="en-US" dirty="0"/>
              <a:t>할 수 있는 것이 없다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8291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CCB73-97FC-B2F6-A335-1B1B2BFD4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B911E4-4551-D984-1FA9-55BF9BCE4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알고리즘이 아닌 기획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C68274-8B21-FA3F-E5F6-D26DEE746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ko-KR" altLang="en-US" dirty="0"/>
              <a:t>퀘스트 </a:t>
            </a:r>
            <a:r>
              <a:rPr lang="en-US" altLang="ko-KR" dirty="0"/>
              <a:t>: </a:t>
            </a:r>
            <a:r>
              <a:rPr lang="ko-KR" altLang="en-US" dirty="0"/>
              <a:t>양으로 승부 </a:t>
            </a:r>
            <a:r>
              <a:rPr lang="en-US" altLang="ko-KR" dirty="0"/>
              <a:t>(</a:t>
            </a:r>
            <a:r>
              <a:rPr lang="ko-KR" altLang="en-US" dirty="0" err="1"/>
              <a:t>퀘스트들끼리</a:t>
            </a:r>
            <a:r>
              <a:rPr lang="ko-KR" altLang="en-US" dirty="0"/>
              <a:t> 연결 필요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퀘스트 항목</a:t>
            </a:r>
            <a:endParaRPr lang="en-US" altLang="ko-KR" dirty="0"/>
          </a:p>
          <a:p>
            <a:pPr lvl="2"/>
            <a:r>
              <a:rPr lang="ko-KR" altLang="en-US" dirty="0"/>
              <a:t>퀘스트 생성 조건 </a:t>
            </a:r>
            <a:r>
              <a:rPr lang="en-US" altLang="ko-KR" dirty="0"/>
              <a:t>(</a:t>
            </a:r>
            <a:r>
              <a:rPr lang="ko-KR" altLang="en-US" dirty="0"/>
              <a:t>레벨</a:t>
            </a:r>
            <a:r>
              <a:rPr lang="en-US" altLang="ko-KR" dirty="0"/>
              <a:t>, </a:t>
            </a:r>
            <a:r>
              <a:rPr lang="ko-KR" altLang="en-US" dirty="0"/>
              <a:t>직업</a:t>
            </a:r>
            <a:r>
              <a:rPr lang="en-US" altLang="ko-KR" dirty="0"/>
              <a:t>, </a:t>
            </a:r>
            <a:r>
              <a:rPr lang="ko-KR" altLang="en-US" dirty="0"/>
              <a:t>이전 퀘스트 완료</a:t>
            </a:r>
            <a:r>
              <a:rPr lang="en-US" altLang="ko-KR" dirty="0"/>
              <a:t>, </a:t>
            </a:r>
            <a:r>
              <a:rPr lang="ko-KR" altLang="en-US" dirty="0"/>
              <a:t>아이템 소지</a:t>
            </a:r>
            <a:r>
              <a:rPr lang="en-US" altLang="ko-KR" dirty="0"/>
              <a:t>….)</a:t>
            </a:r>
          </a:p>
          <a:p>
            <a:pPr lvl="2"/>
            <a:r>
              <a:rPr lang="ko-KR" altLang="en-US" dirty="0"/>
              <a:t>퀘스트 내용</a:t>
            </a:r>
            <a:endParaRPr lang="en-US" altLang="ko-KR" dirty="0"/>
          </a:p>
          <a:p>
            <a:pPr lvl="3"/>
            <a:r>
              <a:rPr lang="ko-KR" altLang="en-US" b="1" dirty="0"/>
              <a:t>사냥</a:t>
            </a:r>
            <a:r>
              <a:rPr lang="en-US" altLang="ko-KR" b="1" dirty="0"/>
              <a:t>(Kill) </a:t>
            </a:r>
            <a:r>
              <a:rPr lang="ko-KR" altLang="en-US" b="1" dirty="0"/>
              <a:t>퀘스트</a:t>
            </a:r>
            <a:r>
              <a:rPr lang="en-US" altLang="ko-KR" b="1" dirty="0"/>
              <a:t>:</a:t>
            </a:r>
            <a:r>
              <a:rPr lang="ko-KR" altLang="en-US" dirty="0"/>
              <a:t> 특정 종류의 몬스터를 지정된 수만큼 처치</a:t>
            </a:r>
            <a:r>
              <a:rPr lang="en-US" altLang="ko-KR" dirty="0"/>
              <a:t>.</a:t>
            </a:r>
          </a:p>
          <a:p>
            <a:pPr lvl="3"/>
            <a:r>
              <a:rPr lang="ko-KR" altLang="en-US" b="1" dirty="0"/>
              <a:t>수집</a:t>
            </a:r>
            <a:r>
              <a:rPr lang="en-US" altLang="ko-KR" b="1" dirty="0"/>
              <a:t>(Collect) </a:t>
            </a:r>
            <a:r>
              <a:rPr lang="ko-KR" altLang="en-US" b="1" dirty="0"/>
              <a:t>퀘스트</a:t>
            </a:r>
            <a:r>
              <a:rPr lang="en-US" altLang="ko-KR" b="1" dirty="0"/>
              <a:t>:</a:t>
            </a:r>
            <a:r>
              <a:rPr lang="ko-KR" altLang="en-US" dirty="0"/>
              <a:t> 몬스터를 잡아 아이템을 얻거나 필드에서 재료를 수집</a:t>
            </a:r>
            <a:r>
              <a:rPr lang="en-US" altLang="ko-KR" dirty="0"/>
              <a:t>.</a:t>
            </a:r>
          </a:p>
          <a:p>
            <a:pPr lvl="3"/>
            <a:r>
              <a:rPr lang="ko-KR" altLang="en-US" b="1" dirty="0"/>
              <a:t>배달</a:t>
            </a:r>
            <a:r>
              <a:rPr lang="en-US" altLang="ko-KR" b="1" dirty="0"/>
              <a:t>/</a:t>
            </a:r>
            <a:r>
              <a:rPr lang="ko-KR" altLang="en-US" b="1" dirty="0"/>
              <a:t>심부름</a:t>
            </a:r>
            <a:r>
              <a:rPr lang="en-US" altLang="ko-KR" b="1" dirty="0"/>
              <a:t>(Courier) </a:t>
            </a:r>
            <a:r>
              <a:rPr lang="ko-KR" altLang="en-US" b="1" dirty="0"/>
              <a:t>퀘스트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NPC A</a:t>
            </a:r>
            <a:r>
              <a:rPr lang="ko-KR" altLang="en-US" dirty="0"/>
              <a:t>에게서 물건을 받아 </a:t>
            </a:r>
            <a:r>
              <a:rPr lang="en-US" altLang="ko-KR" dirty="0"/>
              <a:t>NPC B</a:t>
            </a:r>
            <a:r>
              <a:rPr lang="ko-KR" altLang="en-US" dirty="0"/>
              <a:t>에게 전달</a:t>
            </a:r>
            <a:r>
              <a:rPr lang="en-US" altLang="ko-KR" dirty="0"/>
              <a:t>.</a:t>
            </a:r>
          </a:p>
          <a:p>
            <a:pPr lvl="3"/>
            <a:r>
              <a:rPr lang="ko-KR" altLang="en-US" b="1" dirty="0"/>
              <a:t>호위</a:t>
            </a:r>
            <a:r>
              <a:rPr lang="en-US" altLang="ko-KR" b="1" dirty="0"/>
              <a:t>(Escort) </a:t>
            </a:r>
            <a:r>
              <a:rPr lang="ko-KR" altLang="en-US" b="1" dirty="0"/>
              <a:t>퀘스트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NPC</a:t>
            </a:r>
            <a:r>
              <a:rPr lang="ko-KR" altLang="en-US" dirty="0"/>
              <a:t>를 안전하게 목표 지점까지 이동</a:t>
            </a:r>
            <a:r>
              <a:rPr lang="en-US" altLang="ko-KR" dirty="0"/>
              <a:t>.</a:t>
            </a:r>
          </a:p>
          <a:p>
            <a:pPr lvl="3"/>
            <a:r>
              <a:rPr lang="ko-KR" altLang="en-US" b="1" dirty="0"/>
              <a:t>상호작용</a:t>
            </a:r>
            <a:r>
              <a:rPr lang="en-US" altLang="ko-KR" b="1" dirty="0"/>
              <a:t>(Interact) </a:t>
            </a:r>
            <a:r>
              <a:rPr lang="ko-KR" altLang="en-US" b="1" dirty="0"/>
              <a:t>퀘스트</a:t>
            </a:r>
            <a:r>
              <a:rPr lang="en-US" altLang="ko-KR" b="1" dirty="0"/>
              <a:t>:</a:t>
            </a:r>
            <a:r>
              <a:rPr lang="ko-KR" altLang="en-US" dirty="0"/>
              <a:t> 특정 기물을 작동시키거나 조사</a:t>
            </a:r>
            <a:r>
              <a:rPr lang="en-US" altLang="ko-KR" dirty="0"/>
              <a:t>.</a:t>
            </a:r>
          </a:p>
          <a:p>
            <a:pPr lvl="3"/>
            <a:r>
              <a:rPr lang="ko-KR" altLang="en-US" dirty="0"/>
              <a:t>이 외에도 탐험</a:t>
            </a:r>
            <a:r>
              <a:rPr lang="en-US" altLang="ko-KR" dirty="0"/>
              <a:t>, </a:t>
            </a:r>
            <a:r>
              <a:rPr lang="ko-KR" altLang="en-US" dirty="0"/>
              <a:t>퍼즐 해결</a:t>
            </a:r>
            <a:r>
              <a:rPr lang="en-US" altLang="ko-KR" dirty="0"/>
              <a:t>, </a:t>
            </a:r>
            <a:r>
              <a:rPr lang="ko-KR" altLang="en-US" dirty="0"/>
              <a:t>미니 게임 등 다양한 형태의 퀘스트</a:t>
            </a:r>
          </a:p>
          <a:p>
            <a:pPr lvl="2"/>
            <a:r>
              <a:rPr lang="ko-KR" altLang="en-US" dirty="0"/>
              <a:t>퀘스트 보상</a:t>
            </a:r>
            <a:endParaRPr lang="en-US" altLang="ko-KR" dirty="0"/>
          </a:p>
          <a:p>
            <a:pPr lvl="2"/>
            <a:r>
              <a:rPr lang="ko-KR" altLang="en-US" dirty="0"/>
              <a:t>퀘스트 텍스트</a:t>
            </a:r>
            <a:endParaRPr lang="en-US" altLang="ko-KR" dirty="0"/>
          </a:p>
          <a:p>
            <a:pPr lvl="3"/>
            <a:r>
              <a:rPr lang="ko-KR" altLang="en-US" dirty="0"/>
              <a:t>의뢰 </a:t>
            </a:r>
            <a:r>
              <a:rPr lang="en-US" altLang="ko-KR" dirty="0"/>
              <a:t>: “</a:t>
            </a:r>
            <a:r>
              <a:rPr lang="ko-KR" altLang="en-US" dirty="0"/>
              <a:t>내가 요새 사탕이 먹고 싶으니 </a:t>
            </a:r>
            <a:r>
              <a:rPr lang="en-US" altLang="ko-KR" dirty="0"/>
              <a:t>YY </a:t>
            </a:r>
            <a:r>
              <a:rPr lang="ko-KR" altLang="en-US" dirty="0"/>
              <a:t>에 가서 </a:t>
            </a:r>
            <a:r>
              <a:rPr lang="en-US" altLang="ko-KR" dirty="0"/>
              <a:t>XX </a:t>
            </a:r>
            <a:r>
              <a:rPr lang="ko-KR" altLang="en-US" dirty="0"/>
              <a:t>를 죽이고 사탕 </a:t>
            </a:r>
            <a:r>
              <a:rPr lang="en-US" altLang="ko-KR" dirty="0"/>
              <a:t>10</a:t>
            </a:r>
            <a:r>
              <a:rPr lang="ko-KR" altLang="en-US" dirty="0"/>
              <a:t>개를 가져와라</a:t>
            </a:r>
            <a:r>
              <a:rPr lang="en-US" altLang="ko-KR" dirty="0"/>
              <a:t>“</a:t>
            </a:r>
          </a:p>
          <a:p>
            <a:pPr lvl="3"/>
            <a:r>
              <a:rPr lang="ko-KR" altLang="en-US" dirty="0"/>
              <a:t>완료 </a:t>
            </a:r>
            <a:r>
              <a:rPr lang="en-US" altLang="ko-KR" dirty="0"/>
              <a:t>: “</a:t>
            </a:r>
            <a:r>
              <a:rPr lang="ko-KR" altLang="en-US" dirty="0"/>
              <a:t>맛있어 보이네 </a:t>
            </a:r>
            <a:r>
              <a:rPr lang="ko-KR" altLang="en-US" dirty="0" err="1"/>
              <a:t>땡큐</a:t>
            </a:r>
            <a:r>
              <a:rPr lang="en-US" altLang="ko-KR" dirty="0"/>
              <a:t>“</a:t>
            </a:r>
          </a:p>
          <a:p>
            <a:pPr lvl="1"/>
            <a:r>
              <a:rPr lang="ko-KR" altLang="en-US" dirty="0"/>
              <a:t>퀘스트 시스템</a:t>
            </a:r>
            <a:endParaRPr lang="en-US" altLang="ko-KR" dirty="0"/>
          </a:p>
          <a:p>
            <a:pPr lvl="2"/>
            <a:r>
              <a:rPr lang="ko-KR" altLang="en-US" dirty="0"/>
              <a:t>의뢰</a:t>
            </a:r>
            <a:r>
              <a:rPr lang="en-US" altLang="ko-KR" dirty="0"/>
              <a:t>, </a:t>
            </a:r>
            <a:r>
              <a:rPr lang="ko-KR" altLang="en-US"/>
              <a:t>완료 </a:t>
            </a:r>
            <a:r>
              <a:rPr lang="en-US" altLang="ko-KR"/>
              <a:t>UI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E-Mail System </a:t>
            </a:r>
          </a:p>
          <a:p>
            <a:pPr lvl="2"/>
            <a:r>
              <a:rPr lang="ko-KR" altLang="en-US" dirty="0"/>
              <a:t>퀘스트 진행정도 알림 </a:t>
            </a:r>
            <a:r>
              <a:rPr lang="en-US" altLang="ko-KR" dirty="0"/>
              <a:t>UI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예 </a:t>
            </a:r>
            <a:r>
              <a:rPr lang="en-US" altLang="ko-KR" dirty="0"/>
              <a:t>: </a:t>
            </a:r>
            <a:r>
              <a:rPr lang="ko-KR" altLang="en-US" dirty="0"/>
              <a:t>사탕 </a:t>
            </a:r>
            <a:r>
              <a:rPr lang="en-US" altLang="ko-KR" dirty="0"/>
              <a:t>3/10)</a:t>
            </a:r>
          </a:p>
          <a:p>
            <a:pPr lvl="1"/>
            <a:r>
              <a:rPr lang="ko-KR" altLang="en-US" dirty="0"/>
              <a:t>중점 연구 과제 </a:t>
            </a:r>
            <a:r>
              <a:rPr lang="en-US" altLang="ko-KR" dirty="0"/>
              <a:t>: 100</a:t>
            </a:r>
            <a:r>
              <a:rPr lang="ko-KR" altLang="en-US" dirty="0"/>
              <a:t>개 이상의 </a:t>
            </a:r>
            <a:r>
              <a:rPr lang="ko-KR" altLang="en-US" dirty="0" err="1"/>
              <a:t>퀘스트들</a:t>
            </a:r>
            <a:endParaRPr lang="en-US" altLang="ko-KR" dirty="0"/>
          </a:p>
          <a:p>
            <a:pPr lvl="2"/>
            <a:r>
              <a:rPr lang="ko-KR" altLang="en-US" dirty="0"/>
              <a:t>퀘스트 텍스트를 통한 시나리오 전달</a:t>
            </a:r>
            <a:endParaRPr lang="en-US" altLang="ko-KR" dirty="0"/>
          </a:p>
          <a:p>
            <a:pPr lvl="2"/>
            <a:r>
              <a:rPr lang="ko-KR" altLang="en-US" dirty="0"/>
              <a:t>너무 뻔한 </a:t>
            </a:r>
            <a:r>
              <a:rPr lang="ko-KR" altLang="en-US" dirty="0" err="1"/>
              <a:t>퀘스트들의</a:t>
            </a:r>
            <a:r>
              <a:rPr lang="ko-KR" altLang="en-US" dirty="0"/>
              <a:t> 반복 없애기</a:t>
            </a:r>
            <a:endParaRPr lang="en-US" altLang="ko-KR" dirty="0"/>
          </a:p>
          <a:p>
            <a:pPr lvl="1"/>
            <a:r>
              <a:rPr lang="ko-KR" altLang="en-US" dirty="0"/>
              <a:t>취업 포트폴리오에 넣어야 하므로 게이머들에게 </a:t>
            </a:r>
            <a:r>
              <a:rPr lang="ko-KR" altLang="en-US" b="1" dirty="0"/>
              <a:t>어필할 수 있는 요소들이 </a:t>
            </a:r>
            <a:r>
              <a:rPr lang="ko-KR" altLang="en-US" dirty="0"/>
              <a:t>있어야 함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0133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360</Words>
  <Application>Microsoft Office PowerPoint</Application>
  <PresentationFormat>와이드스크린</PresentationFormat>
  <Paragraphs>53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중점연구과제</vt:lpstr>
      <vt:lpstr>문제</vt:lpstr>
      <vt:lpstr>문제</vt:lpstr>
      <vt:lpstr>알고리즘이 아닌 기획</vt:lpstr>
      <vt:lpstr>알고리즘이 아닌 기획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Nai Hoon Jung</dc:creator>
  <cp:lastModifiedBy>Nai Hoon Jung</cp:lastModifiedBy>
  <cp:revision>2</cp:revision>
  <dcterms:created xsi:type="dcterms:W3CDTF">2026-05-04T09:09:35Z</dcterms:created>
  <dcterms:modified xsi:type="dcterms:W3CDTF">2026-05-04T10:00:16Z</dcterms:modified>
</cp:coreProperties>
</file>