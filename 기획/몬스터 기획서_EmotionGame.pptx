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76" r:id="rId3"/>
    <p:sldId id="283" r:id="rId4"/>
    <p:sldId id="28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D9D9D9"/>
    <a:srgbClr val="BFBFBF"/>
    <a:srgbClr val="8B5831"/>
    <a:srgbClr val="000000"/>
    <a:srgbClr val="0000FF"/>
    <a:srgbClr val="00FF00"/>
    <a:srgbClr val="00B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74E1F-609B-460D-A057-CD11A8DD430C}" v="1" dt="2025-09-28T09:31:26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52" y="102"/>
      </p:cViewPr>
      <p:guideLst>
        <p:guide pos="3840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83430688-9A9B-4D5C-995B-B3B56A5D0E22}"/>
    <pc:docChg chg="undo redo custSel addSld modSld sldOrd">
      <pc:chgData name="이하나 윤" userId="f658f17427b35de9" providerId="LiveId" clId="{83430688-9A9B-4D5C-995B-B3B56A5D0E22}" dt="2025-08-10T20:07:02.708" v="11195" actId="14100"/>
      <pc:docMkLst>
        <pc:docMk/>
      </pc:docMkLst>
      <pc:sldChg chg="modSp mod">
        <pc:chgData name="이하나 윤" userId="f658f17427b35de9" providerId="LiveId" clId="{83430688-9A9B-4D5C-995B-B3B56A5D0E22}" dt="2025-08-10T19:54:22.309" v="11121" actId="20577"/>
        <pc:sldMkLst>
          <pc:docMk/>
          <pc:sldMk cId="695329364" sldId="256"/>
        </pc:sldMkLst>
      </pc:sldChg>
      <pc:sldChg chg="modSp mod">
        <pc:chgData name="이하나 윤" userId="f658f17427b35de9" providerId="LiveId" clId="{83430688-9A9B-4D5C-995B-B3B56A5D0E22}" dt="2025-08-10T19:27:22.014" v="9140" actId="20577"/>
        <pc:sldMkLst>
          <pc:docMk/>
          <pc:sldMk cId="1843325994" sldId="257"/>
        </pc:sldMkLst>
      </pc:sldChg>
      <pc:sldChg chg="modSp mod">
        <pc:chgData name="이하나 윤" userId="f658f17427b35de9" providerId="LiveId" clId="{83430688-9A9B-4D5C-995B-B3B56A5D0E22}" dt="2025-08-10T19:41:58.077" v="10009" actId="20577"/>
        <pc:sldMkLst>
          <pc:docMk/>
          <pc:sldMk cId="565639903" sldId="274"/>
        </pc:sldMkLst>
      </pc:sldChg>
      <pc:sldChg chg="modSp mod">
        <pc:chgData name="이하나 윤" userId="f658f17427b35de9" providerId="LiveId" clId="{83430688-9A9B-4D5C-995B-B3B56A5D0E22}" dt="2025-08-10T19:50:57.747" v="10826" actId="20577"/>
        <pc:sldMkLst>
          <pc:docMk/>
          <pc:sldMk cId="1147331172" sldId="275"/>
        </pc:sldMkLst>
      </pc:sldChg>
      <pc:sldChg chg="modSp mod">
        <pc:chgData name="이하나 윤" userId="f658f17427b35de9" providerId="LiveId" clId="{83430688-9A9B-4D5C-995B-B3B56A5D0E22}" dt="2025-08-10T19:51:57.198" v="10864" actId="20577"/>
        <pc:sldMkLst>
          <pc:docMk/>
          <pc:sldMk cId="1876407676" sldId="276"/>
        </pc:sldMkLst>
      </pc:sldChg>
      <pc:sldChg chg="addSp delSp modSp mod">
        <pc:chgData name="이하나 윤" userId="f658f17427b35de9" providerId="LiveId" clId="{83430688-9A9B-4D5C-995B-B3B56A5D0E22}" dt="2025-08-10T20:06:17.239" v="11194" actId="1076"/>
        <pc:sldMkLst>
          <pc:docMk/>
          <pc:sldMk cId="1274618336" sldId="277"/>
        </pc:sldMkLst>
      </pc:sldChg>
      <pc:sldChg chg="addSp delSp modSp add mod">
        <pc:chgData name="이하나 윤" userId="f658f17427b35de9" providerId="LiveId" clId="{83430688-9A9B-4D5C-995B-B3B56A5D0E22}" dt="2025-08-10T20:07:02.708" v="11195" actId="14100"/>
        <pc:sldMkLst>
          <pc:docMk/>
          <pc:sldMk cId="2153143939" sldId="278"/>
        </pc:sldMkLst>
      </pc:sldChg>
      <pc:sldChg chg="modSp new mod">
        <pc:chgData name="이하나 윤" userId="f658f17427b35de9" providerId="LiveId" clId="{83430688-9A9B-4D5C-995B-B3B56A5D0E22}" dt="2025-08-10T19:53:48.283" v="11112" actId="20577"/>
        <pc:sldMkLst>
          <pc:docMk/>
          <pc:sldMk cId="1975365145" sldId="279"/>
        </pc:sldMkLst>
      </pc:sldChg>
      <pc:sldChg chg="modSp add mod ord">
        <pc:chgData name="이하나 윤" userId="f658f17427b35de9" providerId="LiveId" clId="{83430688-9A9B-4D5C-995B-B3B56A5D0E22}" dt="2025-08-10T19:52:05.059" v="10866" actId="20577"/>
        <pc:sldMkLst>
          <pc:docMk/>
          <pc:sldMk cId="1557800939" sldId="280"/>
        </pc:sldMkLst>
      </pc:sldChg>
      <pc:sldChg chg="modSp add mod">
        <pc:chgData name="이하나 윤" userId="f658f17427b35de9" providerId="LiveId" clId="{83430688-9A9B-4D5C-995B-B3B56A5D0E22}" dt="2025-08-10T19:53:44.186" v="11111" actId="113"/>
        <pc:sldMkLst>
          <pc:docMk/>
          <pc:sldMk cId="1567172038" sldId="281"/>
        </pc:sldMkLst>
      </pc:sldChg>
    </pc:docChg>
  </pc:docChgLst>
  <pc:docChgLst>
    <pc:chgData name="이하나 윤" userId="f658f17427b35de9" providerId="LiveId" clId="{E9838EAF-D27B-40BD-973C-B669816E3ACD}"/>
    <pc:docChg chg="undo custSel modSld">
      <pc:chgData name="이하나 윤" userId="f658f17427b35de9" providerId="LiveId" clId="{E9838EAF-D27B-40BD-973C-B669816E3ACD}" dt="2025-09-28T09:33:42.430" v="201" actId="20577"/>
      <pc:docMkLst>
        <pc:docMk/>
      </pc:docMkLst>
      <pc:sldChg chg="modSp mod">
        <pc:chgData name="이하나 윤" userId="f658f17427b35de9" providerId="LiveId" clId="{E9838EAF-D27B-40BD-973C-B669816E3ACD}" dt="2025-09-28T08:32:47.011" v="5" actId="20577"/>
        <pc:sldMkLst>
          <pc:docMk/>
          <pc:sldMk cId="695329364" sldId="256"/>
        </pc:sldMkLst>
        <pc:spChg chg="mod">
          <ac:chgData name="이하나 윤" userId="f658f17427b35de9" providerId="LiveId" clId="{E9838EAF-D27B-40BD-973C-B669816E3ACD}" dt="2025-09-28T08:32:47.011" v="5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E9838EAF-D27B-40BD-973C-B669816E3ACD}" dt="2025-09-28T09:33:42.430" v="201" actId="20577"/>
        <pc:sldMkLst>
          <pc:docMk/>
          <pc:sldMk cId="565639903" sldId="274"/>
        </pc:sldMkLst>
        <pc:spChg chg="mod">
          <ac:chgData name="이하나 윤" userId="f658f17427b35de9" providerId="LiveId" clId="{E9838EAF-D27B-40BD-973C-B669816E3ACD}" dt="2025-09-28T09:33:42.430" v="201" actId="20577"/>
          <ac:spMkLst>
            <pc:docMk/>
            <pc:sldMk cId="565639903" sldId="274"/>
            <ac:spMk id="4" creationId="{DAB9C4D9-F292-869E-807A-EB952E9BD90A}"/>
          </ac:spMkLst>
        </pc:spChg>
      </pc:sldChg>
      <pc:sldChg chg="modSp mod">
        <pc:chgData name="이하나 윤" userId="f658f17427b35de9" providerId="LiveId" clId="{E9838EAF-D27B-40BD-973C-B669816E3ACD}" dt="2025-09-28T09:32:48.622" v="169" actId="20577"/>
        <pc:sldMkLst>
          <pc:docMk/>
          <pc:sldMk cId="1274618336" sldId="277"/>
        </pc:sldMkLst>
        <pc:graphicFrameChg chg="modGraphic">
          <ac:chgData name="이하나 윤" userId="f658f17427b35de9" providerId="LiveId" clId="{E9838EAF-D27B-40BD-973C-B669816E3ACD}" dt="2025-09-28T09:32:48.622" v="169" actId="20577"/>
          <ac:graphicFrameMkLst>
            <pc:docMk/>
            <pc:sldMk cId="1274618336" sldId="277"/>
            <ac:graphicFrameMk id="9" creationId="{29F342C0-4607-40F6-DB07-3290C35B8D82}"/>
          </ac:graphicFrameMkLst>
        </pc:graphicFrameChg>
      </pc:sldChg>
      <pc:sldChg chg="addSp delSp modSp mod">
        <pc:chgData name="이하나 윤" userId="f658f17427b35de9" providerId="LiveId" clId="{E9838EAF-D27B-40BD-973C-B669816E3ACD}" dt="2025-09-28T09:31:42.233" v="23" actId="6549"/>
        <pc:sldMkLst>
          <pc:docMk/>
          <pc:sldMk cId="2153143939" sldId="278"/>
        </pc:sldMkLst>
        <pc:spChg chg="mod">
          <ac:chgData name="이하나 윤" userId="f658f17427b35de9" providerId="LiveId" clId="{E9838EAF-D27B-40BD-973C-B669816E3ACD}" dt="2025-09-28T09:31:42.233" v="23" actId="6549"/>
          <ac:spMkLst>
            <pc:docMk/>
            <pc:sldMk cId="2153143939" sldId="278"/>
            <ac:spMk id="4" creationId="{6A09C412-F298-D112-F5ED-BC6C42B7602C}"/>
          </ac:spMkLst>
        </pc:spChg>
        <pc:grpChg chg="del">
          <ac:chgData name="이하나 윤" userId="f658f17427b35de9" providerId="LiveId" clId="{E9838EAF-D27B-40BD-973C-B669816E3ACD}" dt="2025-09-28T09:31:19.108" v="14" actId="478"/>
          <ac:grpSpMkLst>
            <pc:docMk/>
            <pc:sldMk cId="2153143939" sldId="278"/>
            <ac:grpSpMk id="362" creationId="{DC08A474-2A17-65E8-9E6F-DF8D33B68EF3}"/>
          </ac:grpSpMkLst>
        </pc:grpChg>
        <pc:picChg chg="add mod">
          <ac:chgData name="이하나 윤" userId="f658f17427b35de9" providerId="LiveId" clId="{E9838EAF-D27B-40BD-973C-B669816E3ACD}" dt="2025-09-28T09:31:30.636" v="18" actId="1076"/>
          <ac:picMkLst>
            <pc:docMk/>
            <pc:sldMk cId="2153143939" sldId="278"/>
            <ac:picMk id="8" creationId="{3697FF2D-6CCF-5BC4-D9B3-B69C58253F5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C3083C-98BF-1B2E-E667-79BF834E4A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B0DE5-21E2-1ED5-9F31-7EE9F610D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BB8C-8191-4AEC-B0E4-021A6DCC5E8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6504FD-4BA5-371F-3F45-AEF1898A8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F4DC69-B8F7-98B9-883D-09A928A1A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929C7-007B-4BE5-913E-66190B768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2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3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24575,'-1'87'0,"3"91"0,-2-177 0,0 0 0,1 0 0,-1 0 0,1 0 0,-1 0 0,1-1 0,-1 1 0,1 0 0,0 0 0,-1 0 0,1 0 0,0-1 0,0 1 0,-1 0 0,1-1 0,0 1 0,0 0 0,0-1 0,0 1 0,0-1 0,0 0 0,0 1 0,0-1 0,0 0 0,0 0 0,0 1 0,0-1 0,0 0 0,0 0 0,0 0 0,1 0 0,-1 0 0,0-1 0,0 1 0,0 0 0,0 0 0,0-1 0,0 1 0,2-2 0,53-17 0,-43 14 0,8-2 0,2-2 0,48-9 0,-43 10 0,-25 6 0,1 1 0,-1 0 0,1 0 0,0 0 0,-1 1 0,1-1 0,0 1 0,5 0 0,-7 1 0,0-1 0,0 1 0,0 0 0,-1 0 0,1 0 0,0 0 0,-1 0 0,1 0 0,-1 0 0,1 0 0,-1 1 0,0-1 0,1 0 0,-1 1 0,0-1 0,0 1 0,0 0 0,0-1 0,0 1 0,-1 0 0,2 3 0,1 7 0,0 1 0,0 0 0,-2 0 0,0 0 0,0 1 0,-1-1 0,-1 0 0,-2 17 0,2-27 0,0-1 0,0 1 0,-1 0 0,1 0 0,-1 0 0,0-1 0,0 1 0,0-1 0,0 1 0,0-1 0,0 0 0,-1 0 0,1 0 0,-1 0 0,0 0 0,1 0 0,-1-1 0,-5 3 0,-1 0 0,0 0 0,0 0 0,0-1 0,-18 4 0,14-5-273,0 0 0,1 1 0,0 0 0,-22 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3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24575,'1'-2'0,"-1"1"0,1 0 0,-1 0 0,1 0 0,0 0 0,0 0 0,-1 0 0,1 0 0,0 0 0,0 0 0,0 0 0,0 1 0,0-1 0,0 0 0,0 1 0,0-1 0,0 0 0,1 1 0,-1-1 0,2 0 0,30-10 0,-29 10 0,107-34 0,-29 16-1365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2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24575,'3'7'0,"-1"0"0,1 0 0,1 0 0,0 0 0,0-1 0,0 0 0,1 0 0,8 10 0,-6-8 0,11 12 0,1 0 0,2-2 0,-1 0 0,2-2 0,0 0 0,32 16 0,116 53 0,52 12 0,-107-54 0,19 13 0,87 18 0,-54-22 0,-104-40 0,-37-7 0,0 0 0,34 12 0,-41-10 0,0-2 0,0-1 0,28 3 0,31 8 0,-60-10 0,4 2 0,-1-2 0,2 0 0,-1-1 0,43 2 0,-39-5 0,0 2 0,40 9 0,-16-3 0,91 1 0,-102-1 0,-33-7 0,1 0 0,-1-1 0,1 1 0,0-1 0,9 0 0,167 12 0,-4 0 0,-14-4 0,-31-1 0,42 10 0,17-9 0,-59 0 0,0-1 0,122 0 0,67-4 0,-168-7 0,-11 6 0,150-6 0,33-6 0,-311 9 0,90-9 0,137-17 0,-124 17 0,-37-4 0,-59 8 0,0 2 0,43-2 0,-50 4 0,-1-1 0,0 0 0,27-7 0,28-4 0,98-5 0,-27-8 0,-110 20 0,1-1 0,-1-1 0,-1-1 0,0-2 0,29-15 0,-57 25 0,31-15 0,0-2 0,-2-2 0,51-40 0,-28 20 0,81-69 0,-87 68 0,42-57 0,-38 37 0,-16 17 0,18-34 0,-37 51-1365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1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903 1 24575,'-5'1'0,"0"-1"0,0 2 0,0-1 0,1 0 0,-1 1 0,0 0 0,1 0 0,-1 0 0,1 1 0,0-1 0,0 1 0,-6 6 0,-47 45 0,47-44 0,-130 155 0,123-143 0,-28 38 0,-49 84 0,42-58 0,31-48 0,4-10 0,1 1 0,2 1 0,1 0 0,-14 51 0,-44 199 0,53-201 0,13-54 0,-1 0 0,-12 34 0,13-44 0,1 0 0,1 0 0,0 0 0,0 16 0,-6 25 0,-39 229 0,35-234 0,10-42 0,0 0 0,1-1 0,0 1 0,0 0 0,0 14 0,-11 137 0,7-112 0,-1 36 0,6-66 0,0-1 0,-2 1 0,-5 21 0,4-22 0,0 1 0,2 0 0,-1 22 0,3-11 0,-1-1 0,-1 0 0,-1 1 0,-10 37 0,8-35 0,1-1 0,2 1 0,0-1 0,6 52 0,-2-3 0,-15 80 0,10 249 0,5-207 0,-2 514 0,2-688 0,0-1 0,8 31 0,-5-30 0,-1-1 0,1 35 0,8 57 0,0 2 0,-12-96 0,2-1 0,6 34 0,-4-34 0,-1 1 0,0 36 0,-2-39 0,0-1 0,1 1 0,10 37 0,-7-38 0,-1 1 0,-2 0 0,3 35 0,-4-37 0,0-1 0,1 0 0,1 0 0,8 23 0,4 18 0,46 184 0,-53-185 0,-8-46 0,0-1 0,1 1 0,0-1 0,7 20 0,57 138 0,-47-110 0,-17-47 0,2 0 0,-1-1 0,2 1 0,-1-1 0,1-1 0,10 15 0,-11-16 0,1 0 0,-2 0 0,1 0 0,-1 0 0,0 0 0,1 12 0,6 17 0,33 88 0,-35-103 0,1 0 0,2 0 0,22 36 0,56 93 0,-19-27 0,-6-29 0,-44-67 0,33 35 0,9 12 0,-48-58 0,0-2 0,22 19 0,-9-9 0,-4-10-1365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2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24575,'-8'109'0,"2"-59"0,-7-1 0,10-42 0,1 0 0,0 1 0,0-1 0,0 0 0,0 14 0,-12 112 0,9-100 0,1 1 0,1 0 0,3 50 0,0-83 0,0 0 0,0-1 0,1 1 0,-1 0 0,0 0 0,0 0 0,0 0 0,1 0 0,-1-1 0,1 1 0,-1 0 0,0 0 0,1 0 0,-1-1 0,1 1 0,0 0 0,-1-1 0,1 1 0,-1 0 0,1-1 0,0 1 0,0-1 0,-1 1 0,1-1 0,0 1 0,0-1 0,0 0 0,-1 1 0,1-1 0,0 0 0,0 0 0,0 0 0,0 0 0,0 1 0,0-1 0,0 0 0,-1 0 0,1-1 0,0 1 0,0 0 0,0 0 0,0 0 0,0-1 0,0 1 0,1-1 0,50-23 0,-28 11 0,24-5 0,-17 6 0,0 1 0,43-9 0,64-14 0,-137 33 0,1 1 0,-1-1 0,1 1 0,0 0 0,-1 0 0,1-1 0,-1 1 0,1 0 0,-1 1 0,1-1 0,0 0 0,-1 0 0,1 1 0,-1-1 0,1 1 0,-1-1 0,1 1 0,-1-1 0,0 1 0,1 0 0,-1 0 0,0 0 0,1 0 0,-1 0 0,0 0 0,0 0 0,0 0 0,0 1 0,0-1 0,0 0 0,0 0 0,0 1 0,-1-1 0,1 1 0,0-1 0,-1 1 0,0-1 0,1 1 0,-1-1 0,0 1 0,1-1 0,-1 1 0,0 2 0,1 12 0,0 1 0,-1-1 0,-2 26 0,0-15 0,2 3 0,1-13 0,-1 0 0,-1 0 0,0 0 0,-5 17 0,5-29 0,-1 1 0,0-1 0,0 0 0,0 0 0,0 0 0,-1-1 0,0 1 0,0 0 0,0-1 0,-1 0 0,0 0 0,1 0 0,-1 0 0,-1-1 0,1 1 0,-8 4 0,3-2 0,-1-1 0,1 0 0,-1-1 0,0 1 0,0-2 0,0 1 0,0-2 0,-17 4 0,9-3-75,1 2 0,-1 0 0,1 1-1,-21 10 1,18-7-914,12-6-5837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3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24575,'41'-23'0,"-17"17"0,44-18 0,-16 5 0,59-23-1365,-102 39-5461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 24575,'-8'0'0,"0"0"0,0 1 0,0 0 0,0 0 0,1 1 0,-1 0 0,1 0 0,-1 1 0,1 0 0,0 0 0,0 1 0,0 0 0,1 0 0,-1 1 0,1-1 0,0 1 0,0 1 0,0-1 0,-6 10 0,-6 6 0,11-14 0,1 0 0,0 0 0,0 1 0,0 0 0,-6 14 0,-40 65 0,44-69 0,2-4 0,0 0 0,0 1 0,2-1 0,0 1 0,0 0 0,1 1 0,1-1 0,0 23 0,2-31 0,-1 5 0,1-1 0,1 1 0,-1-1 0,2 1 0,0-1 0,0 0 0,1 1 0,0-1 0,1 0 0,6 11 0,6 6 0,0-2 0,2 0 0,1-1 0,1 0 0,1-2 0,29 25 0,-10-9-1365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7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24575,'2'90'0,"-4"99"0,-4-142 0,-2 38 0,5-53 0,3-31 0,0 0 0,0 1 0,0-1 0,-1 1 0,1-1 0,-1 0 0,1 1 0,-1-1 0,1 0 0,-1 1 0,0-1 0,0 0 0,1 0 0,-1 0 0,0 1 0,0-1 0,0 0 0,-3 1 0,4-8 0,0 1 0,0-1 0,0 0 0,1 0 0,-1 1 0,1-1 0,3-7 0,16-42 0,41-79 0,-54 122 0,1 0 0,-1 1 0,2 0 0,11-12 0,-15 18 0,0 1 0,0-1 0,0 1 0,0-1 0,1 1 0,-1 1 0,1-1 0,0 1 0,0 0 0,10-3 0,-15 6 0,1 0 0,-1 0 0,0 0 0,1 0 0,-1 0 0,0 0 0,1 0 0,-1 1 0,0-1 0,1 0 0,-1 1 0,0-1 0,0 1 0,0 0 0,1-1 0,-1 1 0,0 0 0,0 0 0,0 0 0,0-1 0,0 1 0,0 0 0,0 0 0,-1 1 0,1-1 0,0 0 0,0 0 0,-1 0 0,1 0 0,-1 1 0,1-1 0,-1 0 0,0 1 0,1-1 0,-1 0 0,0 1 0,0-1 0,0 0 0,0 3 0,1 63 0,-2-53 0,-1 35 0,0-17 0,1-1 0,6 51 0,2-89 0,0 1 0,-1-1 0,1 0 0,-1 0 0,8-14 0,-3 2 0,0 0 0,1 1 0,1 0 0,1 1 0,24-24 0,-28 32 0,0 1 0,1 0 0,0 1 0,0 0 0,0 1 0,1 0 0,0 1 0,0 0 0,1 1 0,20-5 0,-32 9 0,0 0 0,0 0 0,-1 0 0,1 0 0,0 0 0,0 0 0,-1 0 0,1 0 0,0 0 0,0 0 0,0 0 0,-1 0 0,1 1 0,0-1 0,0 0 0,-1 1 0,1-1 0,0 0 0,-1 1 0,1-1 0,0 1 0,-1-1 0,1 1 0,-1-1 0,1 1 0,0 0 0,7 26 0,-9 45 0,-1-45 0,2 185-1365,0-201-5461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49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24575,'36'-1'0,"-21"0"0,0 1 0,0 0 0,0 1 0,17 4 0,-27-4 0,-1 0 0,1 1 0,-1-1 0,1 1 0,-1 0 0,0 1 0,0-1 0,0 1 0,0 0 0,-1-1 0,1 2 0,-1-1 0,1 0 0,-1 1 0,0-1 0,0 1 0,3 6 0,10 19 0,-1 1 0,-2 0 0,16 54 0,-19-5 0,-5-30 0,0-2 0,-3 0 0,-1 0 0,-6 50 0,3-90 0,0 1 0,0-1 0,0 0 0,-1 0 0,0 0 0,0 0 0,0-1 0,-1 1 0,0-1 0,-1 0 0,0 0 0,-9 9 0,3-3 0,0-2 0,-2 1 0,1-2 0,-1 0 0,-16 9 0,5-6-81,18-10-61,-1 1-1,1 1 0,0-1 1,0 1-1,0 0 0,0 0 0,0 1 1,-9 10-1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8:57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3 24575,'-53'-1'0,"20"-1"0,-59 6 0,83-3 0,0 1 0,-1 0 0,1 0 0,0 1 0,1 0 0,-1 0 0,0 1 0,1 0 0,0 1 0,-15 11 0,13-9 0,0-1 0,-1 1 0,1-2 0,-1 1 0,-13 3 0,16-6 0,0 0 0,1 0 0,-1 1 0,0 0 0,1 0 0,0 0 0,0 1 0,1 0 0,-1 1 0,1 0 0,0 0 0,-7 9 0,-2 6 0,1 1 0,0 0 0,2 1 0,0 1 0,2 0 0,-14 47 0,16-33 0,1 0 0,1 0 0,1 52 0,5-81 0,0 30 0,7 51 0,-5-79 0,-1 0 0,2-1 0,0 1 0,0-1 0,1 1 0,0-1 0,1 0 0,0-1 0,11 17 0,-12-22 0,1 0 0,-1-1 0,1 1 0,0-1 0,0 0 0,1 0 0,-1 0 0,1-1 0,-1 0 0,1 0 0,10 2 0,67 9 0,-37-12 27,-33-2-375,0 1 0,0 1 0,24 4 0,-21 0-6478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9:0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720 1 24575,'-37'2'0,"1"2"0,-1 2 0,1 1 0,-48 16 0,60-13 0,1 0 0,1 2 0,-36 23 0,34-20 0,8-4 0,1 1 0,0 0 0,-25 28 0,27-25 0,-1-1 0,0-1 0,-27 19 0,35-28 0,0 1 0,0 0 0,0 0 0,1 0 0,-1 1 0,1 0 0,1 0 0,-1 0 0,-3 8 0,-30 68 0,8-15 0,22-48 0,0 1 0,1 0 0,1 0 0,1 1 0,1 0 0,1 0 0,1 0 0,0 25 0,1-13 0,4 140 0,0-156 0,2 0 0,1-1 0,0 0 0,0 0 0,2 0 0,0-1 0,11 16 0,-1-7 0,0 0 0,24 23 0,-7-8 0,108 110 0,-119-126 0,53 38 0,-8-7 0,-42-34 0,-21-17 0,0 1 0,0 0 0,-1 1 0,0-1 0,1 1 0,-2 0 0,9 10 0,-13-14 0,0 0 0,0 0 0,0 1 0,0-1 0,0 0 0,0 0 0,0 1 0,-1-1 0,1 0 0,0 0 0,-1 0 0,1 0 0,-1 1 0,1-1 0,-1 0 0,1 0 0,-1 0 0,0 0 0,0 0 0,1 0 0,-1 0 0,0-1 0,-2 2 0,-22 18 0,-171 70 0,196-89 0,-1-1 0,1 1 0,-1-1 0,1 1 0,-1-1 0,1 0 0,-1 1 0,1-1 0,-1 0 0,1 1 0,-1-1 0,0 0 0,1 0 0,-1 0 0,1 0 0,-1 1 0,0-1 0,1 0 0,-1 0 0,0 0 0,1 0 0,-1 0 0,1 0 0,-1-1 0,0 1 0,1 0 0,-1 0 0,1 0 0,-1-1 0,0 1 0,1 0 0,-1 0 0,0-1 0,5-20 0,22-24 0,7 4 0,2 3 0,1 0 0,2 3 0,43-32 0,-67 55 0,-1-1 0,0-1 0,-1 0 0,19-28 0,14-16 0,-45 57 0,1 1 0,-1-1 0,1 0 0,-1 1 0,1-1 0,-1 0 0,1 1 0,0-1 0,-1 0 0,1 1 0,0-1 0,-1 1 0,1-1 0,0 1 0,0 0 0,0-1 0,0 1 0,-1 0 0,1-1 0,0 1 0,0 0 0,0 0 0,0 0 0,0 0 0,0 0 0,-1 0 0,1 0 0,0 0 0,0 0 0,0 0 0,0 1 0,0-1 0,0 0 0,-1 0 0,1 1 0,0-1 0,0 1 0,-1-1 0,1 1 0,0-1 0,0 1 0,-1-1 0,1 1 0,0 0 0,-1-1 0,1 1 0,-1 0 0,1 0 0,-1-1 0,1 1 0,-1 0 0,0 0 0,1 0 0,-1-1 0,0 1 0,0 0 0,0 0 0,1 1 0,12 57 0,-12-54 0,6 28 0,1 1 0,17 41 0,-11-36 0,19 86 0,-14-45 0,-10-52 0,-6-20 0,0 1 0,0 0 0,-1 1 0,0-1 0,0 11 0,-2-19 0,-1-1 0,1 1 0,-1 0 0,0-1 0,0 1 0,1-1 0,-1 1 0,0 0 0,0-1 0,1 0 0,-1 1 0,0-1 0,0 1 0,0-1 0,0 0 0,0 0 0,0 0 0,0 1 0,0-1 0,0 0 0,1 0 0,-1 0 0,0 0 0,0-1 0,0 1 0,0 0 0,0 0 0,0 0 0,0-1 0,0 1 0,-1-1 0,-42-10 0,37 9 0,-13-3 0,-5-2 0,-1 0 0,0 2 0,0 1 0,-34 0 0,37 3 37,-1-2 0,-27-5-1,-7-2-1511,38 8-5351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892 1380 24575,'-1'2'0,"1"-1"0,-1 0 0,1 0 0,-1 0 0,0 0 0,0 0 0,1 0 0,-1 0 0,0 0 0,0-1 0,0 1 0,0 0 0,0 0 0,0-1 0,0 1 0,0-1 0,-1 1 0,1-1 0,-2 1 0,-32 12 0,22-8 0,-20 7 0,1-2 0,-2-1 0,1-1 0,-1-2 0,0-2 0,-1-1 0,1-1 0,0-2 0,-40-5 0,54 2 0,0-1 0,1-1 0,-1 0 0,1-2 0,0 0 0,1-1 0,0-1 0,0-1 0,-23-17 0,24 12 0,0-1 0,2 0 0,0-2 0,-22-32 0,-32-76 0,62 109 0,0 0 0,2-1 0,-1 1 0,2-1 0,-4-35 0,7 49 0,-15-182 0,10 134 0,2 1 0,4-93 0,2 52 0,-2 80 0,1 0 0,0 0 0,0 0 0,1 0 0,1 0 0,0 1 0,0-1 0,1 1 0,1 0 0,0 0 0,1 0 0,-1 1 0,14-17 0,27-35 0,-41 53 0,1 1 0,-1-1 0,1 1 0,1 0 0,0 1 0,0-1 0,0 1 0,1 1 0,0-1 0,1 1 0,9-5 0,15-7 0,-23 12 0,0 1 0,0 0 0,0 1 0,18-6 0,161-42 0,-162 43 0,1 2 0,0 1 0,0 1 0,0 2 0,0 0 0,39 3 0,-7-1 0,-40 0 0,-1 0 0,1 1 0,-1 1 0,1 1 0,-1 1 0,1 0 0,-1 2 0,34 12 0,-17-2 0,-28-12 0,0 0 0,1 1 0,-1 0 0,0 0 0,-1 1 0,1 0 0,-1 0 0,0 1 0,10 10 0,2 5 0,-2 1 0,0 0 0,-1 2 0,-2-1 0,0 2 0,17 45 0,-15-1 0,5 16 0,-15-62 0,-1 0 0,-1 0 0,-2 1 0,0 0 0,-1-1 0,-5 47 0,1 3 0,3-70 0,0 28 0,-5 46 0,3-66 0,-1 1 0,0-1 0,0 1 0,-1-1 0,0 0 0,-1 0 0,-8 11 0,-12 32 0,21-44 0,0 0 0,0 0 0,-1 0 0,-1-1 0,-10 14 0,-26 34 0,-13 14 0,43-58-1365,3-2-5461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4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24575,'-1'6'0,"1"-1"0,1 1 0,-1-1 0,1 1 0,0-1 0,0 1 0,0-1 0,1 0 0,0 1 0,0-1 0,5 9 0,-4-11 0,-1-1 0,1 1 0,-1 0 0,1-1 0,0 0 0,0 1 0,0-1 0,0-1 0,0 1 0,1 0 0,-1-1 0,1 1 0,-1-1 0,1 0 0,-1 0 0,1 0 0,0-1 0,6 1 0,48 8 0,-50-7 0,1 0 0,-1 0 0,0-1 0,1 0 0,-1 0 0,1-1 0,0 0 0,-1 0 0,1-1 0,-1-1 0,0 1 0,1-1 0,-1 0 0,0-1 0,0 0 0,9-5 0,-11 4 8,0 0 0,0 0 0,0 0 0,-1-1 0,0 0 0,0 0 0,0 0 0,0-1 0,-1 0 0,0 0 0,0 0 0,-1 0 0,1 0 0,3-12 0,-3 4-220,-1-1 0,0 1 0,-1 0-1,0-1 1,-2 0 0,0-16 0,0 13-6614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29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999 1674 24575,'-76'11'0,"4"-1"0,43-9 0,-176-3 0,189 1 0,1-2 0,-1 0 0,1-1 0,0-1 0,0 0 0,0-1 0,-23-12 0,-143-73 0,165 83 0,1-1 0,0-1 0,0-1 0,1 0 0,0 0 0,1-1 0,0-1 0,1-1 0,0 1 0,1-2 0,1 0 0,-13-23 0,1 1 0,16 30 0,2 0 0,-1 0 0,1-1 0,0 1 0,0-1 0,1 0 0,0 0 0,1 0 0,-3-14 0,-14-96 0,10 75 0,2-1 0,-1-69 0,7 51 0,0 27 0,1 1 0,2 0 0,11-64 0,-7 69 0,-5 23 0,0-1 0,1 0 0,-1 1 0,1 0 0,1-1 0,-1 1 0,1 0 0,7-11 0,-3 5 0,0-1 0,-1 1 0,0-1 0,4-16 0,-5 13 0,1 1 0,15-27 0,-3 16 0,1 1 0,1 1 0,1 0 0,1 2 0,37-29 0,48-32 0,-23 41 0,-16 15 0,-21 12 0,6-6 0,78-20 0,-107 35 0,1 1 0,0 1 0,0 1 0,0 2 0,43 2 0,-40 3 0,1 0 0,-1 2 0,43 16 0,-63-18 0,0 0 0,0 1 0,-1 0 0,0 0 0,0 1 0,10 11 0,28 20 0,-38-32 0,0 0 0,0 0 0,0 0 0,0 1 0,-1 0 0,0 0 0,0 1 0,8 12 0,-4-1 0,-1-1 0,10 30 0,-12-29 0,15 24 0,-17-34 0,-1 0 0,1 1 0,-1-1 0,4 16 0,19 60 0,-19-64 0,-1 2 0,-1-1 0,0 1 0,4 42 0,12 83 0,-13-90 0,-4-29 0,2 57 0,-9-47 0,-1 1 0,-9 38 0,9-59 0,0 0 0,-1 0 0,0-1 0,-2 1 0,0-1 0,-1 0 0,-1-1 0,0 0 0,-1 0 0,-1 0 0,-21 24 0,25-32 0,-1 1 0,1 0 0,1 0 0,-6 12 0,6-11 0,-1 0 0,0 0 0,-13 16 0,-65 79 0,66-81-1365,13-11-5461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1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1 227 24575,'46'-17'0,"-34"11"0,21-9 0,-2-2 0,55-38 0,-18 19 0,-10 8 0,23-18-1365,-69 40-5461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44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24575,'-19'63'0,"17"-56"0,-1 1 0,0-1 0,0 0 0,-1 1 0,0-2 0,0 1 0,0 0 0,-1-1 0,0 0 0,0 0 0,-11 9 0,-15 19 0,7 12-171,19-33-1023,0 0-5632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3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24575,'0'-4'0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05:44:48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24575,'4'-2'0,"-1"-1"0,1 1 0,-1-1 0,0 0 0,0 0 0,0 0 0,-1 0 0,1-1 0,-1 1 0,0-1 0,2-3 0,8-9 0,67-56 0,-71 64 0,2 0 0,-1 1 0,1 0 0,0 0 0,0 1 0,1 1 0,0-1 0,0 2 0,0-1 0,1 2 0,15-4 0,5-4 0,-25 8 0,0 0 0,0 1 0,0 0 0,0 0 0,10 0 0,-14 2 0,1 0 0,-1 0 0,0 1 0,0-1 0,0 1 0,0 0 0,0 0 0,0 0 0,0 0 0,0 0 0,0 1 0,0-1 0,-1 1 0,1 0 0,-1 0 0,4 3 0,33 23 0,-31-23 0,1 1 0,-1 0 0,0 0 0,13 14 0,-15-14-227,0 0-1,0 0 1,1-1-1,0 0 1,8 4-1,-4-3-6598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9F74-74AF-4C37-AE84-1000E0D0E51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76A66-B71B-41D7-B3D7-EDD47844D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805B-3243-420F-9D91-64369926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1A2F3-38E0-86D1-0493-9BBD9B1D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A6EFD-C8A7-566F-C008-FC9A35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74CB-B97E-448A-8613-336F71D317F5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E3719-8A28-4C06-D97F-6D873CD6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45DE1-4EAF-9431-2E0F-B4311FA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1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리썰컴퍼니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, 폰트, 포스터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34F2A-35E2-4E1B-697A-B1C32940D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860" y="90098"/>
            <a:ext cx="1169240" cy="4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4215-264C-0DE7-9176-24E56AF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B638D-B913-55CE-7AD8-86C001DB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CAB01-B8C7-E404-B2B0-8030C966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6DAD-F59F-4DF2-B36E-B1403061A098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F78A9-B0F7-0ED6-85CB-FE76163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2EFFB-69F4-F9A5-F912-AE25F58F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91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9D69-F4AF-5E7D-BD7A-CEE292D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5F142-7298-D4B4-A4D4-AE0D9266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0526D-8D44-8B70-D8C1-33C3E186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CB5D2-673E-BA1F-0633-AFEEF83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A435-D09E-4012-8A5A-CB367CE86DE7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0F8D1C-6C50-CFCC-81ED-A1A14A65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556F-CE74-4F81-FC81-9A418870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6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DBC0-513C-1291-9726-C61D2986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07C39-57EB-CE46-5E74-C507D823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08DA8-D030-11E2-C7E6-EA0D2FF34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6BD26-DD3A-0522-3C19-85B70DC39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329FDF-6B3F-3E6E-F9F6-4D951ED67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0E0ED-2948-1F44-674A-C0D67CB3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4FE5-8155-4A7B-B9F1-1277B556A678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BD67F-5E5F-97A4-129E-09DFECE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FB509-AC27-E337-61AF-865AA941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2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D15BD-7109-F1B2-5B82-BDC7B1D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0BCA4D-AE47-2AB1-DC43-0198FFDF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DFFB1-F462-49A1-A952-F86898531EFC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1BD34-DB61-16AF-4C60-75B58A63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73A52-9916-DF33-5D43-625C85A5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7990B1-934E-0818-5BB4-C9332257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7744-A7EE-42A9-B4BD-A75049B592B9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FE8FB-35F5-A9B7-3025-A858D46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1F464-49AA-5D23-3D63-E4DF348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ED093-E138-5C68-135D-9346C05B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C7EFB-287E-2016-E307-E1FE657A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EBFF1-BE37-EE1F-52ED-1403C1EE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52F5-D2A2-3F00-FD8F-C67AF15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8597-5F16-46FB-9810-19206F29ADC7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6C177-CB54-FF1F-08C4-DE2E2C13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57C2DB-B177-95DE-6A15-3E6E7BA1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5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DC1BF-296C-3C72-1705-8F7F995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CEE6A-81C0-B208-6F5A-6487F1B5A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B04B3-5A33-3FC8-FDC5-FBE62BE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83508-541B-F446-BF0A-F02116C4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3F2E-880D-4AB2-BE87-1DABB4D9D36B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896-D2B2-B228-C3AD-7BC0728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92ABD-C76C-0E40-797F-DD05021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F7804-FF5A-1C69-F67D-CCFA30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BEE35-6DB0-4079-FED0-FAD8B3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AFA39-8BF9-C06A-1E61-2A812DE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792B-2F2C-46B3-9536-A6BE584A3133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91C6-1918-F6FF-3C11-FB24B930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222B7-70AB-F646-4A55-BD70569F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2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59138-AC77-FE11-8384-C1D160256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0AA7D-83AB-0028-0E3B-CC81A3E41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8E97-FEB6-81E8-0614-665B39E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B1C4-1FB0-4ED1-88EC-81D9419D81DC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733B4-AC5D-DDE3-71C0-5845385D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EB504-5ADC-CFEA-304B-EE3ECDBD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2C1DE-B654-F938-73DE-EB30A13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2039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70F4E-6DFA-6E48-3E22-23D18F16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2300" y="119158"/>
            <a:ext cx="10109200" cy="6167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95354-2844-4A88-AE79-5042394B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1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63AAC-BAFF-4F5F-9CEA-0445F100C3E2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88E1B-6524-6389-A3D9-96093C11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5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0AC6-A1B6-0011-2005-E97B103F9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customXml" Target="../ink/ink18.xml"/><Relationship Id="rId18" Type="http://schemas.openxmlformats.org/officeDocument/2006/relationships/customXml" Target="../ink/ink21.xml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customXml" Target="../ink/ink17.xml"/><Relationship Id="rId17" Type="http://schemas.openxmlformats.org/officeDocument/2006/relationships/image" Target="../media/image90.png"/><Relationship Id="rId2" Type="http://schemas.openxmlformats.org/officeDocument/2006/relationships/image" Target="../media/image14.png"/><Relationship Id="rId16" Type="http://schemas.openxmlformats.org/officeDocument/2006/relationships/customXml" Target="../ink/ink20.xml"/><Relationship Id="rId20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70.png"/><Relationship Id="rId5" Type="http://schemas.openxmlformats.org/officeDocument/2006/relationships/customXml" Target="../ink/ink13.xml"/><Relationship Id="rId15" Type="http://schemas.openxmlformats.org/officeDocument/2006/relationships/image" Target="../media/image80.png"/><Relationship Id="rId23" Type="http://schemas.openxmlformats.org/officeDocument/2006/relationships/image" Target="../media/image110.png"/><Relationship Id="rId10" Type="http://schemas.openxmlformats.org/officeDocument/2006/relationships/customXml" Target="../ink/ink16.xml"/><Relationship Id="rId19" Type="http://schemas.openxmlformats.org/officeDocument/2006/relationships/customXml" Target="../ink/ink22.xml"/><Relationship Id="rId4" Type="http://schemas.openxmlformats.org/officeDocument/2006/relationships/image" Target="../media/image40.png"/><Relationship Id="rId9" Type="http://schemas.openxmlformats.org/officeDocument/2006/relationships/image" Target="../media/image60.png"/><Relationship Id="rId14" Type="http://schemas.openxmlformats.org/officeDocument/2006/relationships/customXml" Target="../ink/ink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475" y="1122363"/>
            <a:ext cx="10687050" cy="2387600"/>
          </a:xfrm>
        </p:spPr>
        <p:txBody>
          <a:bodyPr anchor="ctr"/>
          <a:lstStyle/>
          <a:p>
            <a:r>
              <a:rPr lang="ko-KR" altLang="en-US" dirty="0">
                <a:ea typeface="맑은 고딕"/>
              </a:rPr>
              <a:t>몬스터 기획</a:t>
            </a:r>
            <a:br>
              <a:rPr lang="ko-KR" altLang="en-US" dirty="0">
                <a:ea typeface="맑은 고딕"/>
              </a:rPr>
            </a:br>
            <a:r>
              <a:rPr lang="en-US" altLang="ko-KR" dirty="0" err="1">
                <a:ea typeface="맑은 고딕"/>
              </a:rPr>
              <a:t>EmotionGame</a:t>
            </a:r>
            <a:br>
              <a:rPr lang="en-US" altLang="ko-KR" dirty="0">
                <a:ea typeface="맑은 고딕"/>
              </a:rPr>
            </a:br>
            <a:r>
              <a:rPr lang="en-US" altLang="ko-KR" dirty="0">
                <a:ea typeface="맑은 고딕"/>
              </a:rPr>
              <a:t>(</a:t>
            </a:r>
            <a:r>
              <a:rPr lang="ko-KR" altLang="en-US" dirty="0">
                <a:ea typeface="맑은 고딕"/>
              </a:rPr>
              <a:t>감정 가위바위보</a:t>
            </a:r>
            <a:r>
              <a:rPr lang="en-US" altLang="ko-KR" dirty="0">
                <a:ea typeface="맑은 고딕"/>
              </a:rPr>
              <a:t>)</a:t>
            </a:r>
            <a:endParaRPr lang="ko-KR" altLang="en-US" dirty="0" err="1">
              <a:ea typeface="맑은 고딕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0" y="12700"/>
            <a:ext cx="189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ea typeface="맑은 고딕"/>
              </a:rPr>
              <a:t>2026.04.04</a:t>
            </a: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7DB4F0-7EF5-5BB2-65C1-ABA4C77B3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079500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 dirty="0">
              <a:ea typeface="맑은 고딕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en-US" altLang="ko-KR" dirty="0">
                <a:ea typeface="맑은 고딕"/>
              </a:rPr>
              <a:t>State,</a:t>
            </a:r>
            <a:br>
              <a:rPr lang="en-US" altLang="ko-KR" dirty="0">
                <a:ea typeface="맑은 고딕"/>
              </a:rPr>
            </a:br>
            <a:r>
              <a:rPr lang="en-US" altLang="ko-KR" dirty="0">
                <a:ea typeface="맑은 고딕"/>
              </a:rPr>
              <a:t>Stat</a:t>
            </a:r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044AB5-EFEA-AEE6-07A5-3BDA3C0F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10192"/>
              </p:ext>
            </p:extLst>
          </p:nvPr>
        </p:nvGraphicFramePr>
        <p:xfrm>
          <a:off x="1892300" y="119158"/>
          <a:ext cx="5876424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724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9867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Idle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다른 상태가 실행되기 전까지 대기한다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236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Teleport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순간이동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랜덤하게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순간이동한다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751913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Grab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붙잡기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인식한 플레이어의 위치로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순간이동한다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Play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게임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붙잡은 플레이어와 가위바위보 게임을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080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Win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승리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몬스터가 플레이어를 이기면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감소시킨다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88480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Lose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몬스터가 플레이어에게 지면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증가시킨다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 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스탯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승리 보상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HP’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만큼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9189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Draw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무승부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게임이 비겼을 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44593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Release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놓기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FontTx/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게임이 끝나면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플레이어를 현재 위치에 풀어준다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Disappear 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사라지기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몬스터의 패배 횟수가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회가 되면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사라진다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사라진 위치에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‘Scrap Metal’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떨어뜨린다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43660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F33489-AA9A-ED34-AA51-D1330E4A7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263486"/>
              </p:ext>
            </p:extLst>
          </p:nvPr>
        </p:nvGraphicFramePr>
        <p:xfrm>
          <a:off x="8498891" y="119158"/>
          <a:ext cx="350260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636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764358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</a:tblGrid>
              <a:tr h="303433">
                <a:tc gridSpan="3"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Stat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610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920612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패배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560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승리 보상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HP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128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거리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14841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플레이어 인식 높이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05217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54A2377B-88C2-9F4A-1AB6-BA26107E462A}"/>
              </a:ext>
            </a:extLst>
          </p:cNvPr>
          <p:cNvGrpSpPr/>
          <p:nvPr/>
        </p:nvGrpSpPr>
        <p:grpSpPr>
          <a:xfrm>
            <a:off x="10187795" y="6149675"/>
            <a:ext cx="119520" cy="166320"/>
            <a:chOff x="10187795" y="6149675"/>
            <a:chExt cx="11952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9228C1D-DF05-4BD8-AF9E-1D10C2CE14C3}"/>
                    </a:ext>
                  </a:extLst>
                </p14:cNvPr>
                <p14:cNvContentPartPr/>
                <p14:nvPr/>
              </p14:nvContentPartPr>
              <p14:xfrm>
                <a:off x="10187795" y="6149675"/>
                <a:ext cx="119520" cy="1663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9228C1D-DF05-4BD8-AF9E-1D10C2CE14C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79155" y="6141035"/>
                  <a:ext cx="137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28DEC62-AAAE-0CC0-5DA8-D95F0167B993}"/>
                    </a:ext>
                  </a:extLst>
                </p14:cNvPr>
                <p14:cNvContentPartPr/>
                <p14:nvPr/>
              </p14:nvContentPartPr>
              <p14:xfrm>
                <a:off x="10204355" y="6173075"/>
                <a:ext cx="90360" cy="309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28DEC62-AAAE-0CC0-5DA8-D95F0167B9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95355" y="6164435"/>
                  <a:ext cx="10800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9F085F9-517D-C2A4-78B8-2D554C417063}"/>
              </a:ext>
            </a:extLst>
          </p:cNvPr>
          <p:cNvGrpSpPr/>
          <p:nvPr/>
        </p:nvGrpSpPr>
        <p:grpSpPr>
          <a:xfrm>
            <a:off x="8248703" y="2876250"/>
            <a:ext cx="3826440" cy="3179825"/>
            <a:chOff x="8248703" y="2876250"/>
            <a:chExt cx="3826440" cy="317982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FD98C59-2FD0-E66D-64AA-50206B48B172}"/>
                </a:ext>
              </a:extLst>
            </p:cNvPr>
            <p:cNvGrpSpPr/>
            <p:nvPr/>
          </p:nvGrpSpPr>
          <p:grpSpPr>
            <a:xfrm>
              <a:off x="8987488" y="3197651"/>
              <a:ext cx="2525414" cy="2525414"/>
              <a:chOff x="8845629" y="3256627"/>
              <a:chExt cx="2525414" cy="2525414"/>
            </a:xfrm>
          </p:grpSpPr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7EA7FD99-086E-14AC-77FF-941C6E0039DB}"/>
                  </a:ext>
                </a:extLst>
              </p:cNvPr>
              <p:cNvCxnSpPr/>
              <p:nvPr/>
            </p:nvCxnSpPr>
            <p:spPr>
              <a:xfrm>
                <a:off x="10106677" y="3262041"/>
                <a:ext cx="0" cy="2520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D6437F01-8B85-9BDF-9B61-246E6BA8955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105629" y="3262041"/>
                <a:ext cx="0" cy="2520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2A6C5B93-C5F0-7330-9B4C-27FF69843087}"/>
                  </a:ext>
                </a:extLst>
              </p:cNvPr>
              <p:cNvSpPr/>
              <p:nvPr/>
            </p:nvSpPr>
            <p:spPr>
              <a:xfrm>
                <a:off x="9740216" y="4156628"/>
                <a:ext cx="730827" cy="73082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/>
                  <a:t>몬스터</a:t>
                </a: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197BD36-324F-803D-3C4A-A13113D9B5BF}"/>
                  </a:ext>
                </a:extLst>
              </p:cNvPr>
              <p:cNvSpPr/>
              <p:nvPr/>
            </p:nvSpPr>
            <p:spPr>
              <a:xfrm>
                <a:off x="8851054" y="3256627"/>
                <a:ext cx="2519989" cy="2519989"/>
              </a:xfrm>
              <a:prstGeom prst="rect">
                <a:avLst/>
              </a:prstGeom>
              <a:noFill/>
              <a:ln>
                <a:solidFill>
                  <a:srgbClr val="FF0000">
                    <a:alpha val="5019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695948E1-3914-DFBD-98D5-54D6FBEDE180}"/>
                    </a:ext>
                  </a:extLst>
                </p14:cNvPr>
                <p14:cNvContentPartPr/>
                <p14:nvPr/>
              </p14:nvContentPartPr>
              <p14:xfrm>
                <a:off x="8997995" y="5737115"/>
                <a:ext cx="2520720" cy="3189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695948E1-3914-DFBD-98D5-54D6FBEDE18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88995" y="5728115"/>
                  <a:ext cx="2538360" cy="336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B82E1A09-7C8E-982E-2785-49F70C11313D}"/>
                </a:ext>
              </a:extLst>
            </p:cNvPr>
            <p:cNvGrpSpPr/>
            <p:nvPr/>
          </p:nvGrpSpPr>
          <p:grpSpPr>
            <a:xfrm>
              <a:off x="8248703" y="3185850"/>
              <a:ext cx="762120" cy="2538720"/>
              <a:chOff x="8248703" y="3185850"/>
              <a:chExt cx="762120" cy="2538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23" name="잉크 22">
                    <a:extLst>
                      <a:ext uri="{FF2B5EF4-FFF2-40B4-BE49-F238E27FC236}">
                        <a16:creationId xmlns:a16="http://schemas.microsoft.com/office/drawing/2014/main" id="{8D8D22B8-0077-4F06-D90F-3019729226A7}"/>
                      </a:ext>
                    </a:extLst>
                  </p14:cNvPr>
                  <p14:cNvContentPartPr/>
                  <p14:nvPr/>
                </p14:nvContentPartPr>
                <p14:xfrm>
                  <a:off x="8656943" y="3185850"/>
                  <a:ext cx="353880" cy="2538720"/>
                </p14:xfrm>
              </p:contentPart>
            </mc:Choice>
            <mc:Fallback xmlns="">
              <p:pic>
                <p:nvPicPr>
                  <p:cNvPr id="23" name="잉크 22">
                    <a:extLst>
                      <a:ext uri="{FF2B5EF4-FFF2-40B4-BE49-F238E27FC236}">
                        <a16:creationId xmlns:a16="http://schemas.microsoft.com/office/drawing/2014/main" id="{8D8D22B8-0077-4F06-D90F-3019729226A7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8648303" y="3177210"/>
                    <a:ext cx="371520" cy="2556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4" name="잉크 23">
                    <a:extLst>
                      <a:ext uri="{FF2B5EF4-FFF2-40B4-BE49-F238E27FC236}">
                        <a16:creationId xmlns:a16="http://schemas.microsoft.com/office/drawing/2014/main" id="{71BCA669-1683-A5FE-8474-A43AFB159B5B}"/>
                      </a:ext>
                    </a:extLst>
                  </p14:cNvPr>
                  <p14:cNvContentPartPr/>
                  <p14:nvPr/>
                </p14:nvContentPartPr>
                <p14:xfrm>
                  <a:off x="8248703" y="4133730"/>
                  <a:ext cx="173160" cy="332280"/>
                </p14:xfrm>
              </p:contentPart>
            </mc:Choice>
            <mc:Fallback xmlns="">
              <p:pic>
                <p:nvPicPr>
                  <p:cNvPr id="24" name="잉크 23">
                    <a:extLst>
                      <a:ext uri="{FF2B5EF4-FFF2-40B4-BE49-F238E27FC236}">
                        <a16:creationId xmlns:a16="http://schemas.microsoft.com/office/drawing/2014/main" id="{71BCA669-1683-A5FE-8474-A43AFB159B5B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8239703" y="4124730"/>
                    <a:ext cx="190800" cy="34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5" name="잉크 24">
                    <a:extLst>
                      <a:ext uri="{FF2B5EF4-FFF2-40B4-BE49-F238E27FC236}">
                        <a16:creationId xmlns:a16="http://schemas.microsoft.com/office/drawing/2014/main" id="{139D8099-9E4A-E73D-52B6-1BEC754AFCD3}"/>
                      </a:ext>
                    </a:extLst>
                  </p14:cNvPr>
                  <p14:cNvContentPartPr/>
                  <p14:nvPr/>
                </p14:nvContentPartPr>
                <p14:xfrm>
                  <a:off x="8272463" y="4181970"/>
                  <a:ext cx="110160" cy="42480"/>
                </p14:xfrm>
              </p:contentPart>
            </mc:Choice>
            <mc:Fallback xmlns="">
              <p:pic>
                <p:nvPicPr>
                  <p:cNvPr id="25" name="잉크 24">
                    <a:extLst>
                      <a:ext uri="{FF2B5EF4-FFF2-40B4-BE49-F238E27FC236}">
                        <a16:creationId xmlns:a16="http://schemas.microsoft.com/office/drawing/2014/main" id="{139D8099-9E4A-E73D-52B6-1BEC754AFCD3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8263463" y="4172970"/>
                    <a:ext cx="127800" cy="601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EF1AD025-9B4A-1234-252A-F9AC683C7E10}"/>
                </a:ext>
              </a:extLst>
            </p:cNvPr>
            <p:cNvGrpSpPr/>
            <p:nvPr/>
          </p:nvGrpSpPr>
          <p:grpSpPr>
            <a:xfrm>
              <a:off x="11605703" y="2876250"/>
              <a:ext cx="469440" cy="318240"/>
              <a:chOff x="11605703" y="2876250"/>
              <a:chExt cx="469440" cy="318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7" name="잉크 26">
                    <a:extLst>
                      <a:ext uri="{FF2B5EF4-FFF2-40B4-BE49-F238E27FC236}">
                        <a16:creationId xmlns:a16="http://schemas.microsoft.com/office/drawing/2014/main" id="{DBE651CF-F231-70E5-C41E-8F3AC3EEB97B}"/>
                      </a:ext>
                    </a:extLst>
                  </p14:cNvPr>
                  <p14:cNvContentPartPr/>
                  <p14:nvPr/>
                </p14:nvContentPartPr>
                <p14:xfrm>
                  <a:off x="11605703" y="2876250"/>
                  <a:ext cx="110160" cy="286200"/>
                </p14:xfrm>
              </p:contentPart>
            </mc:Choice>
            <mc:Fallback xmlns="">
              <p:pic>
                <p:nvPicPr>
                  <p:cNvPr id="27" name="잉크 26">
                    <a:extLst>
                      <a:ext uri="{FF2B5EF4-FFF2-40B4-BE49-F238E27FC236}">
                        <a16:creationId xmlns:a16="http://schemas.microsoft.com/office/drawing/2014/main" id="{DBE651CF-F231-70E5-C41E-8F3AC3EEB97B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1596703" y="2867610"/>
                    <a:ext cx="127800" cy="30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8" name="잉크 27">
                    <a:extLst>
                      <a:ext uri="{FF2B5EF4-FFF2-40B4-BE49-F238E27FC236}">
                        <a16:creationId xmlns:a16="http://schemas.microsoft.com/office/drawing/2014/main" id="{D255303C-7BEE-9E38-87F7-F14D89280309}"/>
                      </a:ext>
                    </a:extLst>
                  </p14:cNvPr>
                  <p14:cNvContentPartPr/>
                  <p14:nvPr/>
                </p14:nvContentPartPr>
                <p14:xfrm>
                  <a:off x="11728103" y="2933490"/>
                  <a:ext cx="203040" cy="185760"/>
                </p14:xfrm>
              </p:contentPart>
            </mc:Choice>
            <mc:Fallback xmlns="">
              <p:pic>
                <p:nvPicPr>
                  <p:cNvPr id="28" name="잉크 27">
                    <a:extLst>
                      <a:ext uri="{FF2B5EF4-FFF2-40B4-BE49-F238E27FC236}">
                        <a16:creationId xmlns:a16="http://schemas.microsoft.com/office/drawing/2014/main" id="{D255303C-7BEE-9E38-87F7-F14D89280309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11719463" y="2924490"/>
                    <a:ext cx="220680" cy="203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30" name="잉크 29">
                    <a:extLst>
                      <a:ext uri="{FF2B5EF4-FFF2-40B4-BE49-F238E27FC236}">
                        <a16:creationId xmlns:a16="http://schemas.microsoft.com/office/drawing/2014/main" id="{2030E3B1-0337-2DEF-31BD-4C8175852874}"/>
                      </a:ext>
                    </a:extLst>
                  </p14:cNvPr>
                  <p14:cNvContentPartPr/>
                  <p14:nvPr/>
                </p14:nvContentPartPr>
                <p14:xfrm>
                  <a:off x="11968223" y="2899290"/>
                  <a:ext cx="106920" cy="295200"/>
                </p14:xfrm>
              </p:contentPart>
            </mc:Choice>
            <mc:Fallback xmlns="">
              <p:pic>
                <p:nvPicPr>
                  <p:cNvPr id="30" name="잉크 29">
                    <a:extLst>
                      <a:ext uri="{FF2B5EF4-FFF2-40B4-BE49-F238E27FC236}">
                        <a16:creationId xmlns:a16="http://schemas.microsoft.com/office/drawing/2014/main" id="{2030E3B1-0337-2DEF-31BD-4C8175852874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11959223" y="2890650"/>
                    <a:ext cx="124560" cy="3128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01AA0B9-9652-37C7-C212-8B55319FE726}"/>
              </a:ext>
            </a:extLst>
          </p:cNvPr>
          <p:cNvGrpSpPr/>
          <p:nvPr/>
        </p:nvGrpSpPr>
        <p:grpSpPr>
          <a:xfrm>
            <a:off x="7951705" y="2400024"/>
            <a:ext cx="499680" cy="821520"/>
            <a:chOff x="7951705" y="2104749"/>
            <a:chExt cx="499680" cy="82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3C754619-5ED5-2023-80D1-64695AD47F32}"/>
                    </a:ext>
                  </a:extLst>
                </p14:cNvPr>
                <p14:cNvContentPartPr/>
                <p14:nvPr/>
              </p14:nvContentPartPr>
              <p14:xfrm>
                <a:off x="8238265" y="2104749"/>
                <a:ext cx="213120" cy="31932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3C754619-5ED5-2023-80D1-64695AD47F3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29250" y="2095749"/>
                  <a:ext cx="23079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6C753CBC-D0A1-6B5E-D71C-9887B27B1C1E}"/>
                    </a:ext>
                  </a:extLst>
                </p14:cNvPr>
                <p14:cNvContentPartPr/>
                <p14:nvPr/>
              </p14:nvContentPartPr>
              <p14:xfrm>
                <a:off x="7951705" y="2281149"/>
                <a:ext cx="316800" cy="64512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6C753CBC-D0A1-6B5E-D71C-9887B27B1C1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42705" y="2272509"/>
                  <a:ext cx="334440" cy="66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6407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778CEE3-1A95-F54C-9C9E-25C429A19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 b="1" dirty="0">
              <a:ea typeface="맑은 고딕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FSM</a:t>
            </a:r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F8B003-ADFF-779A-C783-7EFDEC7A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BCE3C4-B09B-6C3E-7F1E-B17BB9EA5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516" y="247525"/>
            <a:ext cx="9185498" cy="55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94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A2315E5-D62A-2297-AA35-EFB032A323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6403A87-F891-1EAB-B191-16655045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27661-6347-E06A-1C78-937786248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+mn-lt"/>
                <a:cs typeface="+mn-lt"/>
              </a:rPr>
              <a:t>‘Teleport’</a:t>
            </a:r>
            <a:r>
              <a:rPr lang="ko-KR" altLang="en-US" dirty="0">
                <a:ea typeface="+mn-lt"/>
                <a:cs typeface="+mn-lt"/>
              </a:rPr>
              <a:t>가 끝나면 </a:t>
            </a:r>
            <a:r>
              <a:rPr lang="en-US" altLang="ko-KR" dirty="0">
                <a:ea typeface="+mn-lt"/>
                <a:cs typeface="+mn-lt"/>
              </a:rPr>
              <a:t>‘Idle’</a:t>
            </a:r>
            <a:r>
              <a:rPr lang="ko-KR" altLang="en-US" dirty="0">
                <a:ea typeface="+mn-lt"/>
                <a:cs typeface="+mn-lt"/>
              </a:rPr>
              <a:t>이 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en-US" altLang="ko-KR" dirty="0">
                <a:ea typeface="+mn-lt"/>
                <a:cs typeface="+mn-lt"/>
              </a:rPr>
              <a:t>‘Idle’</a:t>
            </a:r>
            <a:r>
              <a:rPr lang="ko-KR" altLang="en-US" dirty="0">
                <a:ea typeface="+mn-lt"/>
                <a:cs typeface="+mn-lt"/>
              </a:rPr>
              <a:t>에서 인식 범위 내에 플레이어 없이 </a:t>
            </a:r>
            <a:r>
              <a:rPr lang="en-US" altLang="ko-KR" dirty="0">
                <a:ea typeface="+mn-lt"/>
                <a:cs typeface="+mn-lt"/>
              </a:rPr>
              <a:t>*15</a:t>
            </a:r>
            <a:r>
              <a:rPr lang="ko-KR" altLang="en-US" dirty="0">
                <a:ea typeface="+mn-lt"/>
                <a:cs typeface="+mn-lt"/>
              </a:rPr>
              <a:t>초</a:t>
            </a:r>
            <a:r>
              <a:rPr lang="en-US" altLang="ko-KR" dirty="0">
                <a:ea typeface="+mn-lt"/>
                <a:cs typeface="+mn-lt"/>
              </a:rPr>
              <a:t>*</a:t>
            </a:r>
            <a:r>
              <a:rPr lang="ko-KR" altLang="en-US" dirty="0">
                <a:ea typeface="+mn-lt"/>
                <a:cs typeface="+mn-lt"/>
              </a:rPr>
              <a:t>가 지나면 </a:t>
            </a:r>
            <a:r>
              <a:rPr lang="en-US" altLang="ko-KR" dirty="0">
                <a:ea typeface="+mn-lt"/>
                <a:cs typeface="+mn-lt"/>
              </a:rPr>
              <a:t>‘Teleport’</a:t>
            </a:r>
            <a:r>
              <a:rPr lang="ko-KR" altLang="en-US" dirty="0">
                <a:ea typeface="+mn-lt"/>
                <a:cs typeface="+mn-lt"/>
              </a:rPr>
              <a:t>로 </a:t>
            </a:r>
            <a:r>
              <a:rPr lang="ko-KR" altLang="en-US" dirty="0" err="1">
                <a:ea typeface="+mn-lt"/>
                <a:cs typeface="+mn-lt"/>
              </a:rPr>
              <a:t>순간이동한다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en-US" altLang="ko-KR" dirty="0">
                <a:ea typeface="+mn-lt"/>
                <a:cs typeface="+mn-lt"/>
              </a:rPr>
              <a:t>‘Idle’</a:t>
            </a:r>
            <a:r>
              <a:rPr lang="ko-KR" altLang="en-US" dirty="0">
                <a:ea typeface="+mn-lt"/>
                <a:cs typeface="+mn-lt"/>
              </a:rPr>
              <a:t>에서 인식 범위 내에 플레이어가 있다면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인식한 플레이어의 위치로 </a:t>
            </a:r>
            <a:r>
              <a:rPr lang="ko-KR" altLang="en-US" dirty="0" err="1">
                <a:ea typeface="+mn-lt"/>
                <a:cs typeface="+mn-lt"/>
              </a:rPr>
              <a:t>순간이동하여</a:t>
            </a:r>
            <a:r>
              <a:rPr lang="ko-KR" altLang="en-US" dirty="0">
                <a:ea typeface="+mn-lt"/>
                <a:cs typeface="+mn-lt"/>
              </a:rPr>
              <a:t> 플레이어를 붙잡는 </a:t>
            </a:r>
            <a:r>
              <a:rPr lang="en-US" altLang="ko-KR" dirty="0">
                <a:ea typeface="+mn-lt"/>
                <a:cs typeface="+mn-lt"/>
              </a:rPr>
              <a:t>‘Grab’</a:t>
            </a:r>
            <a:r>
              <a:rPr lang="ko-KR" altLang="en-US" dirty="0">
                <a:ea typeface="+mn-lt"/>
                <a:cs typeface="+mn-lt"/>
              </a:rPr>
              <a:t>이 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동시에 여러 플레이어를 인식한다면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그 중 </a:t>
            </a:r>
            <a:r>
              <a:rPr lang="ko-KR" altLang="en-US" dirty="0" err="1">
                <a:ea typeface="+mn-lt"/>
                <a:cs typeface="+mn-lt"/>
              </a:rPr>
              <a:t>랜덤한</a:t>
            </a:r>
            <a:r>
              <a:rPr lang="ko-KR" altLang="en-US" dirty="0">
                <a:ea typeface="+mn-lt"/>
                <a:cs typeface="+mn-lt"/>
              </a:rPr>
              <a:t> 플레이어에게 이동한다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en-US" altLang="ko-KR" dirty="0">
                <a:ea typeface="+mn-lt"/>
                <a:cs typeface="+mn-lt"/>
              </a:rPr>
              <a:t>‘Play’</a:t>
            </a:r>
            <a:r>
              <a:rPr lang="ko-KR" altLang="en-US" dirty="0">
                <a:ea typeface="+mn-lt"/>
                <a:cs typeface="+mn-lt"/>
              </a:rPr>
              <a:t>가 되면 플레이어와 감정 가위바위보를 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몬스터가 승리하면 </a:t>
            </a:r>
            <a:r>
              <a:rPr lang="en-US" altLang="ko-KR" dirty="0">
                <a:ea typeface="+mn-lt"/>
                <a:cs typeface="+mn-lt"/>
              </a:rPr>
              <a:t>‘Win’</a:t>
            </a:r>
            <a:r>
              <a:rPr lang="ko-KR" altLang="en-US" dirty="0">
                <a:ea typeface="+mn-lt"/>
                <a:cs typeface="+mn-lt"/>
              </a:rPr>
              <a:t>이 되고</a:t>
            </a:r>
            <a:r>
              <a:rPr lang="en-US" altLang="ko-KR" dirty="0">
                <a:ea typeface="+mn-lt"/>
                <a:cs typeface="+mn-lt"/>
              </a:rPr>
              <a:t>, </a:t>
            </a:r>
            <a:r>
              <a:rPr lang="ko-KR" altLang="en-US" dirty="0">
                <a:ea typeface="+mn-lt"/>
                <a:cs typeface="+mn-lt"/>
              </a:rPr>
              <a:t>플레이어의 </a:t>
            </a:r>
            <a:r>
              <a:rPr lang="en-US" altLang="ko-KR" dirty="0">
                <a:ea typeface="+mn-lt"/>
                <a:cs typeface="+mn-lt"/>
              </a:rPr>
              <a:t>HP</a:t>
            </a:r>
            <a:r>
              <a:rPr lang="ko-KR" altLang="en-US" dirty="0">
                <a:ea typeface="+mn-lt"/>
                <a:cs typeface="+mn-lt"/>
              </a:rPr>
              <a:t>를 감소시킨다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몬스터가 패배하면 </a:t>
            </a:r>
            <a:r>
              <a:rPr lang="en-US" altLang="ko-KR" dirty="0">
                <a:ea typeface="+mn-lt"/>
                <a:cs typeface="+mn-lt"/>
              </a:rPr>
              <a:t>‘Lose’</a:t>
            </a:r>
            <a:r>
              <a:rPr lang="ko-KR" altLang="en-US" dirty="0">
                <a:ea typeface="+mn-lt"/>
                <a:cs typeface="+mn-lt"/>
              </a:rPr>
              <a:t>가 되고</a:t>
            </a:r>
            <a:r>
              <a:rPr lang="en-US" altLang="ko-KR" dirty="0">
                <a:ea typeface="+mn-lt"/>
                <a:cs typeface="+mn-lt"/>
              </a:rPr>
              <a:t>,</a:t>
            </a:r>
            <a:r>
              <a:rPr lang="ko-KR" altLang="en-US" dirty="0">
                <a:ea typeface="+mn-lt"/>
                <a:cs typeface="+mn-lt"/>
              </a:rPr>
              <a:t> 플레이어에게 </a:t>
            </a:r>
            <a:r>
              <a:rPr lang="ko-KR" altLang="en-US" dirty="0" err="1">
                <a:ea typeface="+mn-lt"/>
                <a:cs typeface="+mn-lt"/>
              </a:rPr>
              <a:t>스탯의</a:t>
            </a:r>
            <a:r>
              <a:rPr lang="ko-KR" altLang="en-US" dirty="0">
                <a:ea typeface="+mn-lt"/>
                <a:cs typeface="+mn-lt"/>
              </a:rPr>
              <a:t> 승리 보상 </a:t>
            </a:r>
            <a:r>
              <a:rPr lang="en-US" altLang="ko-KR" dirty="0">
                <a:ea typeface="+mn-lt"/>
                <a:cs typeface="+mn-lt"/>
              </a:rPr>
              <a:t>HP </a:t>
            </a:r>
            <a:r>
              <a:rPr lang="ko-KR" altLang="en-US" dirty="0">
                <a:ea typeface="+mn-lt"/>
                <a:cs typeface="+mn-lt"/>
              </a:rPr>
              <a:t>만큼의 </a:t>
            </a:r>
            <a:r>
              <a:rPr lang="en-US" altLang="ko-KR" dirty="0">
                <a:ea typeface="+mn-lt"/>
                <a:cs typeface="+mn-lt"/>
              </a:rPr>
              <a:t>HP</a:t>
            </a:r>
            <a:r>
              <a:rPr lang="ko-KR" altLang="en-US" dirty="0">
                <a:ea typeface="+mn-lt"/>
                <a:cs typeface="+mn-lt"/>
              </a:rPr>
              <a:t>를 보상으로 제공한다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게임이 비기면</a:t>
            </a:r>
            <a:r>
              <a:rPr lang="en-US" altLang="ko-KR" dirty="0">
                <a:ea typeface="+mn-lt"/>
                <a:cs typeface="+mn-lt"/>
              </a:rPr>
              <a:t> ‘Draw’</a:t>
            </a:r>
            <a:r>
              <a:rPr lang="ko-KR" altLang="en-US" dirty="0">
                <a:ea typeface="+mn-lt"/>
                <a:cs typeface="+mn-lt"/>
              </a:rPr>
              <a:t>가 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ko-KR" altLang="en-US" dirty="0">
                <a:ea typeface="+mn-lt"/>
                <a:cs typeface="+mn-lt"/>
              </a:rPr>
              <a:t>가위바위보가 끝나면 붙잡은 위치에 플레이어를 </a:t>
            </a:r>
            <a:r>
              <a:rPr lang="en-US" altLang="ko-KR" dirty="0">
                <a:ea typeface="+mn-lt"/>
                <a:cs typeface="+mn-lt"/>
              </a:rPr>
              <a:t>‘Release’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ko-KR" altLang="en-US" dirty="0">
                <a:ea typeface="+mn-lt"/>
                <a:cs typeface="+mn-lt"/>
              </a:rPr>
              <a:t>몬스터의 패배 횟수가 </a:t>
            </a:r>
            <a:r>
              <a:rPr lang="en-US" altLang="ko-KR" dirty="0">
                <a:ea typeface="+mn-lt"/>
                <a:cs typeface="+mn-lt"/>
              </a:rPr>
              <a:t>3</a:t>
            </a:r>
            <a:r>
              <a:rPr lang="ko-KR" altLang="en-US" dirty="0">
                <a:ea typeface="+mn-lt"/>
                <a:cs typeface="+mn-lt"/>
              </a:rPr>
              <a:t>회 미만이면</a:t>
            </a:r>
            <a:r>
              <a:rPr lang="en-US" altLang="ko-KR" dirty="0">
                <a:ea typeface="+mn-lt"/>
                <a:cs typeface="+mn-lt"/>
              </a:rPr>
              <a:t>, ‘Teleport’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r>
              <a:rPr lang="ko-KR" altLang="en-US" dirty="0">
                <a:ea typeface="+mn-lt"/>
                <a:cs typeface="+mn-lt"/>
              </a:rPr>
              <a:t>몬스터의 패배 횟수가 </a:t>
            </a:r>
            <a:r>
              <a:rPr lang="en-US" altLang="ko-KR" dirty="0">
                <a:ea typeface="+mn-lt"/>
                <a:cs typeface="+mn-lt"/>
              </a:rPr>
              <a:t>3</a:t>
            </a:r>
            <a:r>
              <a:rPr lang="ko-KR" altLang="en-US" dirty="0">
                <a:ea typeface="+mn-lt"/>
                <a:cs typeface="+mn-lt"/>
              </a:rPr>
              <a:t>회가 되면</a:t>
            </a:r>
            <a:r>
              <a:rPr lang="en-US" altLang="ko-KR" dirty="0">
                <a:ea typeface="+mn-lt"/>
                <a:cs typeface="+mn-lt"/>
              </a:rPr>
              <a:t>, ‘Disappear’</a:t>
            </a:r>
            <a:r>
              <a:rPr lang="ko-KR" altLang="en-US" dirty="0">
                <a:ea typeface="+mn-lt"/>
                <a:cs typeface="+mn-lt"/>
              </a:rPr>
              <a:t>한다</a:t>
            </a:r>
            <a:r>
              <a:rPr lang="en-US" altLang="ko-KR" dirty="0">
                <a:ea typeface="+mn-lt"/>
                <a:cs typeface="+mn-lt"/>
              </a:rPr>
              <a:t>. </a:t>
            </a:r>
            <a:r>
              <a:rPr lang="ko-KR" altLang="en-US" dirty="0">
                <a:ea typeface="+mn-lt"/>
                <a:cs typeface="+mn-lt"/>
              </a:rPr>
              <a:t>사라진 위치에 스크랩 </a:t>
            </a:r>
            <a:r>
              <a:rPr lang="en-US" altLang="ko-KR" dirty="0">
                <a:ea typeface="+mn-lt"/>
                <a:cs typeface="+mn-lt"/>
              </a:rPr>
              <a:t>‘Scrap Metal’</a:t>
            </a:r>
            <a:r>
              <a:rPr lang="ko-KR" altLang="en-US" dirty="0">
                <a:ea typeface="+mn-lt"/>
                <a:cs typeface="+mn-lt"/>
              </a:rPr>
              <a:t>을 떨어뜨린다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  <a:p>
            <a:endParaRPr lang="en-US" altLang="ko-KR" dirty="0">
              <a:ea typeface="+mn-lt"/>
              <a:cs typeface="+mn-lt"/>
            </a:endParaRPr>
          </a:p>
          <a:p>
            <a:r>
              <a:rPr lang="ko-KR" altLang="en-US" b="1" dirty="0">
                <a:ea typeface="+mn-lt"/>
                <a:cs typeface="+mn-lt"/>
              </a:rPr>
              <a:t>감정 가위바위보</a:t>
            </a:r>
            <a:r>
              <a:rPr lang="en-US" altLang="ko-KR" b="1" dirty="0">
                <a:ea typeface="+mn-lt"/>
                <a:cs typeface="+mn-lt"/>
              </a:rPr>
              <a:t>:</a:t>
            </a:r>
            <a:br>
              <a:rPr lang="en-US" altLang="ko-KR" dirty="0">
                <a:ea typeface="+mn-lt"/>
                <a:cs typeface="+mn-lt"/>
              </a:rPr>
            </a:br>
            <a:r>
              <a:rPr lang="ko-KR" altLang="en-US" dirty="0">
                <a:ea typeface="+mn-lt"/>
                <a:cs typeface="+mn-lt"/>
              </a:rPr>
              <a:t>플레이어는 세 가지 중 한 가지 표정을 짓는다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ko-KR" altLang="en-US" dirty="0">
                <a:ea typeface="+mn-lt"/>
                <a:cs typeface="+mn-lt"/>
              </a:rPr>
              <a:t>몬스터는 세 가지 중 한 가지 표정을 제시한다</a:t>
            </a:r>
            <a:r>
              <a:rPr lang="en-US" altLang="ko-KR" dirty="0">
                <a:ea typeface="+mn-lt"/>
                <a:cs typeface="+mn-lt"/>
              </a:rPr>
              <a:t>.</a:t>
            </a:r>
            <a:br>
              <a:rPr lang="en-US" altLang="ko-KR" dirty="0">
                <a:ea typeface="+mn-lt"/>
                <a:cs typeface="+mn-lt"/>
              </a:rPr>
            </a:br>
            <a:r>
              <a:rPr lang="ko-KR" altLang="en-US" dirty="0">
                <a:ea typeface="+mn-lt"/>
                <a:cs typeface="+mn-lt"/>
              </a:rPr>
              <a:t>서로의 표정 비교하여</a:t>
            </a:r>
            <a:r>
              <a:rPr lang="en-US" altLang="ko-KR" dirty="0">
                <a:ea typeface="+mn-lt"/>
                <a:cs typeface="+mn-lt"/>
              </a:rPr>
              <a:t> </a:t>
            </a:r>
            <a:r>
              <a:rPr lang="ko-KR" altLang="en-US" dirty="0">
                <a:ea typeface="+mn-lt"/>
                <a:cs typeface="+mn-lt"/>
              </a:rPr>
              <a:t>상성에 따라 승부를 결정한다</a:t>
            </a:r>
            <a:r>
              <a:rPr lang="en-US" altLang="ko-KR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411847-C7BA-2B55-649C-968000B70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82F2C33-5FFC-8BF8-D099-AD59B9C8F64A}"/>
              </a:ext>
            </a:extLst>
          </p:cNvPr>
          <p:cNvGrpSpPr/>
          <p:nvPr/>
        </p:nvGrpSpPr>
        <p:grpSpPr>
          <a:xfrm>
            <a:off x="7641600" y="4381904"/>
            <a:ext cx="4095000" cy="2356938"/>
            <a:chOff x="7641600" y="4381904"/>
            <a:chExt cx="4095000" cy="2356938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A478E5A-58A0-0A3C-68A5-2F3B66C58197}"/>
                </a:ext>
              </a:extLst>
            </p:cNvPr>
            <p:cNvGrpSpPr/>
            <p:nvPr/>
          </p:nvGrpSpPr>
          <p:grpSpPr>
            <a:xfrm>
              <a:off x="8059119" y="4381904"/>
              <a:ext cx="3549112" cy="2356938"/>
              <a:chOff x="8694549" y="4828971"/>
              <a:chExt cx="2743200" cy="1821738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F76CC243-CD8A-07A6-20C5-319E45544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694549" y="4828971"/>
                <a:ext cx="2638793" cy="1457528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0E434F-E4A6-24F7-3001-954E35152D41}"/>
                  </a:ext>
                </a:extLst>
              </p:cNvPr>
              <p:cNvSpPr txBox="1"/>
              <p:nvPr/>
            </p:nvSpPr>
            <p:spPr>
              <a:xfrm>
                <a:off x="8694549" y="6279234"/>
                <a:ext cx="2743200" cy="371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:</a:t>
                </a:r>
                <a:r>
                  <a:rPr lang="ko-KR" altLang="en-US" dirty="0"/>
                  <a:t> 감정 </a:t>
                </a:r>
                <a:r>
                  <a:rPr lang="ko-KR" altLang="en-US" dirty="0" err="1"/>
                  <a:t>상성표</a:t>
                </a:r>
                <a:endParaRPr lang="ko-KR" altLang="en-US" dirty="0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C81E4133-FE9B-BA53-04AF-72AAA77455BC}"/>
                </a:ext>
              </a:extLst>
            </p:cNvPr>
            <p:cNvGrpSpPr/>
            <p:nvPr/>
          </p:nvGrpSpPr>
          <p:grpSpPr>
            <a:xfrm>
              <a:off x="10179240" y="4463820"/>
              <a:ext cx="468360" cy="528840"/>
              <a:chOff x="10179240" y="4463820"/>
              <a:chExt cx="468360" cy="528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1" name="잉크 10">
                    <a:extLst>
                      <a:ext uri="{FF2B5EF4-FFF2-40B4-BE49-F238E27FC236}">
                        <a16:creationId xmlns:a16="http://schemas.microsoft.com/office/drawing/2014/main" id="{3EA2AD48-6A5E-830A-C060-378B8F3C1B4B}"/>
                      </a:ext>
                    </a:extLst>
                  </p14:cNvPr>
                  <p14:cNvContentPartPr/>
                  <p14:nvPr/>
                </p14:nvContentPartPr>
                <p14:xfrm>
                  <a:off x="10179240" y="4463820"/>
                  <a:ext cx="468360" cy="528840"/>
                </p14:xfrm>
              </p:contentPart>
            </mc:Choice>
            <mc:Fallback xmlns="">
              <p:pic>
                <p:nvPicPr>
                  <p:cNvPr id="11" name="잉크 10">
                    <a:extLst>
                      <a:ext uri="{FF2B5EF4-FFF2-40B4-BE49-F238E27FC236}">
                        <a16:creationId xmlns:a16="http://schemas.microsoft.com/office/drawing/2014/main" id="{3EA2AD48-6A5E-830A-C060-378B8F3C1B4B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170600" y="4455180"/>
                    <a:ext cx="486000" cy="546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2" name="잉크 11">
                    <a:extLst>
                      <a:ext uri="{FF2B5EF4-FFF2-40B4-BE49-F238E27FC236}">
                        <a16:creationId xmlns:a16="http://schemas.microsoft.com/office/drawing/2014/main" id="{9C1F23A3-1D33-B7C3-378A-29ECCC9745EA}"/>
                      </a:ext>
                    </a:extLst>
                  </p14:cNvPr>
                  <p14:cNvContentPartPr/>
                  <p14:nvPr/>
                </p14:nvContentPartPr>
                <p14:xfrm>
                  <a:off x="10325040" y="4708980"/>
                  <a:ext cx="360" cy="360"/>
                </p14:xfrm>
              </p:contentPart>
            </mc:Choice>
            <mc:Fallback xmlns="">
              <p:pic>
                <p:nvPicPr>
                  <p:cNvPr id="12" name="잉크 11">
                    <a:extLst>
                      <a:ext uri="{FF2B5EF4-FFF2-40B4-BE49-F238E27FC236}">
                        <a16:creationId xmlns:a16="http://schemas.microsoft.com/office/drawing/2014/main" id="{9C1F23A3-1D33-B7C3-378A-29ECCC9745EA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316040" y="4699980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3" name="잉크 12">
                    <a:extLst>
                      <a:ext uri="{FF2B5EF4-FFF2-40B4-BE49-F238E27FC236}">
                        <a16:creationId xmlns:a16="http://schemas.microsoft.com/office/drawing/2014/main" id="{BCC110D0-966F-B301-938D-F7457EB81F14}"/>
                      </a:ext>
                    </a:extLst>
                  </p14:cNvPr>
                  <p14:cNvContentPartPr/>
                  <p14:nvPr/>
                </p14:nvContentPartPr>
                <p14:xfrm>
                  <a:off x="10439160" y="4670820"/>
                  <a:ext cx="360" cy="360"/>
                </p14:xfrm>
              </p:contentPart>
            </mc:Choice>
            <mc:Fallback xmlns="">
              <p:pic>
                <p:nvPicPr>
                  <p:cNvPr id="13" name="잉크 12">
                    <a:extLst>
                      <a:ext uri="{FF2B5EF4-FFF2-40B4-BE49-F238E27FC236}">
                        <a16:creationId xmlns:a16="http://schemas.microsoft.com/office/drawing/2014/main" id="{BCC110D0-966F-B301-938D-F7457EB81F14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430160" y="4662180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4" name="잉크 13">
                    <a:extLst>
                      <a:ext uri="{FF2B5EF4-FFF2-40B4-BE49-F238E27FC236}">
                        <a16:creationId xmlns:a16="http://schemas.microsoft.com/office/drawing/2014/main" id="{DC914AE4-B813-BEB2-7BDC-0194437EA102}"/>
                      </a:ext>
                    </a:extLst>
                  </p14:cNvPr>
                  <p14:cNvContentPartPr/>
                  <p14:nvPr/>
                </p14:nvContentPartPr>
                <p14:xfrm>
                  <a:off x="10347720" y="4740660"/>
                  <a:ext cx="138240" cy="90000"/>
                </p14:xfrm>
              </p:contentPart>
            </mc:Choice>
            <mc:Fallback xmlns="">
              <p:pic>
                <p:nvPicPr>
                  <p:cNvPr id="14" name="잉크 13">
                    <a:extLst>
                      <a:ext uri="{FF2B5EF4-FFF2-40B4-BE49-F238E27FC236}">
                        <a16:creationId xmlns:a16="http://schemas.microsoft.com/office/drawing/2014/main" id="{DC914AE4-B813-BEB2-7BDC-0194437EA102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0338720" y="4732020"/>
                    <a:ext cx="155880" cy="1076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D865779-75AC-FAA6-2686-F01479525F1C}"/>
                </a:ext>
              </a:extLst>
            </p:cNvPr>
            <p:cNvGrpSpPr/>
            <p:nvPr/>
          </p:nvGrpSpPr>
          <p:grpSpPr>
            <a:xfrm>
              <a:off x="7641600" y="5462820"/>
              <a:ext cx="534960" cy="610560"/>
              <a:chOff x="7641600" y="5462820"/>
              <a:chExt cx="534960" cy="610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6" name="잉크 15">
                    <a:extLst>
                      <a:ext uri="{FF2B5EF4-FFF2-40B4-BE49-F238E27FC236}">
                        <a16:creationId xmlns:a16="http://schemas.microsoft.com/office/drawing/2014/main" id="{543F3B5E-22E8-5AA7-66BB-3C2BF3BBB811}"/>
                      </a:ext>
                    </a:extLst>
                  </p14:cNvPr>
                  <p14:cNvContentPartPr/>
                  <p14:nvPr/>
                </p14:nvContentPartPr>
                <p14:xfrm>
                  <a:off x="7641600" y="5462820"/>
                  <a:ext cx="534960" cy="610560"/>
                </p14:xfrm>
              </p:contentPart>
            </mc:Choice>
            <mc:Fallback xmlns="">
              <p:pic>
                <p:nvPicPr>
                  <p:cNvPr id="16" name="잉크 15">
                    <a:extLst>
                      <a:ext uri="{FF2B5EF4-FFF2-40B4-BE49-F238E27FC236}">
                        <a16:creationId xmlns:a16="http://schemas.microsoft.com/office/drawing/2014/main" id="{543F3B5E-22E8-5AA7-66BB-3C2BF3BBB811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7632960" y="5454180"/>
                    <a:ext cx="552600" cy="628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7" name="잉크 16">
                    <a:extLst>
                      <a:ext uri="{FF2B5EF4-FFF2-40B4-BE49-F238E27FC236}">
                        <a16:creationId xmlns:a16="http://schemas.microsoft.com/office/drawing/2014/main" id="{F541A8B3-0C85-38B7-8BAD-61EB97EB1561}"/>
                      </a:ext>
                    </a:extLst>
                  </p14:cNvPr>
                  <p14:cNvContentPartPr/>
                  <p14:nvPr/>
                </p14:nvContentPartPr>
                <p14:xfrm>
                  <a:off x="7810080" y="5760540"/>
                  <a:ext cx="360" cy="360"/>
                </p14:xfrm>
              </p:contentPart>
            </mc:Choice>
            <mc:Fallback xmlns="">
              <p:pic>
                <p:nvPicPr>
                  <p:cNvPr id="17" name="잉크 16">
                    <a:extLst>
                      <a:ext uri="{FF2B5EF4-FFF2-40B4-BE49-F238E27FC236}">
                        <a16:creationId xmlns:a16="http://schemas.microsoft.com/office/drawing/2014/main" id="{F541A8B3-0C85-38B7-8BAD-61EB97EB1561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801440" y="5751900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8" name="잉크 17">
                    <a:extLst>
                      <a:ext uri="{FF2B5EF4-FFF2-40B4-BE49-F238E27FC236}">
                        <a16:creationId xmlns:a16="http://schemas.microsoft.com/office/drawing/2014/main" id="{8FA9225B-292B-6BE6-5E51-0E5C448A2294}"/>
                      </a:ext>
                    </a:extLst>
                  </p14:cNvPr>
                  <p14:cNvContentPartPr/>
                  <p14:nvPr/>
                </p14:nvContentPartPr>
                <p14:xfrm>
                  <a:off x="7962720" y="5692140"/>
                  <a:ext cx="360" cy="360"/>
                </p14:xfrm>
              </p:contentPart>
            </mc:Choice>
            <mc:Fallback xmlns="">
              <p:pic>
                <p:nvPicPr>
                  <p:cNvPr id="18" name="잉크 17">
                    <a:extLst>
                      <a:ext uri="{FF2B5EF4-FFF2-40B4-BE49-F238E27FC236}">
                        <a16:creationId xmlns:a16="http://schemas.microsoft.com/office/drawing/2014/main" id="{8FA9225B-292B-6BE6-5E51-0E5C448A2294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954080" y="5683140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9" name="잉크 18">
                    <a:extLst>
                      <a:ext uri="{FF2B5EF4-FFF2-40B4-BE49-F238E27FC236}">
                        <a16:creationId xmlns:a16="http://schemas.microsoft.com/office/drawing/2014/main" id="{0FA98877-32E3-F866-0FA4-558DEC9CF3E2}"/>
                      </a:ext>
                    </a:extLst>
                  </p14:cNvPr>
                  <p14:cNvContentPartPr/>
                  <p14:nvPr/>
                </p14:nvContentPartPr>
                <p14:xfrm>
                  <a:off x="7863720" y="5785740"/>
                  <a:ext cx="154440" cy="81720"/>
                </p14:xfrm>
              </p:contentPart>
            </mc:Choice>
            <mc:Fallback xmlns="">
              <p:pic>
                <p:nvPicPr>
                  <p:cNvPr id="19" name="잉크 18">
                    <a:extLst>
                      <a:ext uri="{FF2B5EF4-FFF2-40B4-BE49-F238E27FC236}">
                        <a16:creationId xmlns:a16="http://schemas.microsoft.com/office/drawing/2014/main" id="{0FA98877-32E3-F866-0FA4-558DEC9CF3E2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855080" y="5777100"/>
                    <a:ext cx="172080" cy="993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105185D-8683-EAE7-7380-FF8B9C4C5DE7}"/>
                </a:ext>
              </a:extLst>
            </p:cNvPr>
            <p:cNvGrpSpPr/>
            <p:nvPr/>
          </p:nvGrpSpPr>
          <p:grpSpPr>
            <a:xfrm>
              <a:off x="11536440" y="5669100"/>
              <a:ext cx="200160" cy="304920"/>
              <a:chOff x="11536440" y="5669100"/>
              <a:chExt cx="200160" cy="304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31" name="잉크 30">
                    <a:extLst>
                      <a:ext uri="{FF2B5EF4-FFF2-40B4-BE49-F238E27FC236}">
                        <a16:creationId xmlns:a16="http://schemas.microsoft.com/office/drawing/2014/main" id="{E5F932F8-A26C-ED06-0D08-C86FB7E36015}"/>
                      </a:ext>
                    </a:extLst>
                  </p14:cNvPr>
                  <p14:cNvContentPartPr/>
                  <p14:nvPr/>
                </p14:nvContentPartPr>
                <p14:xfrm>
                  <a:off x="11614920" y="5669100"/>
                  <a:ext cx="51480" cy="93240"/>
                </p14:xfrm>
              </p:contentPart>
            </mc:Choice>
            <mc:Fallback xmlns="">
              <p:pic>
                <p:nvPicPr>
                  <p:cNvPr id="31" name="잉크 30">
                    <a:extLst>
                      <a:ext uri="{FF2B5EF4-FFF2-40B4-BE49-F238E27FC236}">
                        <a16:creationId xmlns:a16="http://schemas.microsoft.com/office/drawing/2014/main" id="{E5F932F8-A26C-ED06-0D08-C86FB7E36015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11605920" y="5660100"/>
                    <a:ext cx="69120" cy="110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2" name="잉크 21">
                    <a:extLst>
                      <a:ext uri="{FF2B5EF4-FFF2-40B4-BE49-F238E27FC236}">
                        <a16:creationId xmlns:a16="http://schemas.microsoft.com/office/drawing/2014/main" id="{70B5DF55-F7AF-D21F-5663-B3E5D011DF49}"/>
                      </a:ext>
                    </a:extLst>
                  </p14:cNvPr>
                  <p14:cNvContentPartPr/>
                  <p14:nvPr/>
                </p14:nvContentPartPr>
                <p14:xfrm>
                  <a:off x="11544000" y="5821380"/>
                  <a:ext cx="360" cy="360"/>
                </p14:xfrm>
              </p:contentPart>
            </mc:Choice>
            <mc:Fallback xmlns="">
              <p:pic>
                <p:nvPicPr>
                  <p:cNvPr id="22" name="잉크 21">
                    <a:extLst>
                      <a:ext uri="{FF2B5EF4-FFF2-40B4-BE49-F238E27FC236}">
                        <a16:creationId xmlns:a16="http://schemas.microsoft.com/office/drawing/2014/main" id="{70B5DF55-F7AF-D21F-5663-B3E5D011DF49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1535360" y="5812740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23" name="잉크 22">
                    <a:extLst>
                      <a:ext uri="{FF2B5EF4-FFF2-40B4-BE49-F238E27FC236}">
                        <a16:creationId xmlns:a16="http://schemas.microsoft.com/office/drawing/2014/main" id="{985A73BC-4DEB-FAE1-8239-1DFAB71D34D4}"/>
                      </a:ext>
                    </a:extLst>
                  </p14:cNvPr>
                  <p14:cNvContentPartPr/>
                  <p14:nvPr/>
                </p14:nvContentPartPr>
                <p14:xfrm>
                  <a:off x="11658480" y="5820300"/>
                  <a:ext cx="360" cy="1800"/>
                </p14:xfrm>
              </p:contentPart>
            </mc:Choice>
            <mc:Fallback xmlns="">
              <p:pic>
                <p:nvPicPr>
                  <p:cNvPr id="23" name="잉크 22">
                    <a:extLst>
                      <a:ext uri="{FF2B5EF4-FFF2-40B4-BE49-F238E27FC236}">
                        <a16:creationId xmlns:a16="http://schemas.microsoft.com/office/drawing/2014/main" id="{985A73BC-4DEB-FAE1-8239-1DFAB71D34D4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1649480" y="5811300"/>
                    <a:ext cx="18000" cy="1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34" name="잉크 33">
                    <a:extLst>
                      <a:ext uri="{FF2B5EF4-FFF2-40B4-BE49-F238E27FC236}">
                        <a16:creationId xmlns:a16="http://schemas.microsoft.com/office/drawing/2014/main" id="{1E27758A-A4CB-80D4-8B0A-EE7D39D98BE7}"/>
                      </a:ext>
                    </a:extLst>
                  </p14:cNvPr>
                  <p14:cNvContentPartPr/>
                  <p14:nvPr/>
                </p14:nvContentPartPr>
                <p14:xfrm>
                  <a:off x="11536440" y="5892300"/>
                  <a:ext cx="200160" cy="81720"/>
                </p14:xfrm>
              </p:contentPart>
            </mc:Choice>
            <mc:Fallback xmlns="">
              <p:pic>
                <p:nvPicPr>
                  <p:cNvPr id="34" name="잉크 33">
                    <a:extLst>
                      <a:ext uri="{FF2B5EF4-FFF2-40B4-BE49-F238E27FC236}">
                        <a16:creationId xmlns:a16="http://schemas.microsoft.com/office/drawing/2014/main" id="{1E27758A-A4CB-80D4-8B0A-EE7D39D98BE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1527440" y="5883660"/>
                    <a:ext cx="217800" cy="993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9CECC7-15DB-2611-18D5-648DBA765DCC}"/>
              </a:ext>
            </a:extLst>
          </p:cNvPr>
          <p:cNvSpPr/>
          <p:nvPr/>
        </p:nvSpPr>
        <p:spPr>
          <a:xfrm>
            <a:off x="10179240" y="5462820"/>
            <a:ext cx="1695820" cy="6826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200" b="1" dirty="0">
                <a:solidFill>
                  <a:schemeClr val="tx1"/>
                </a:solidFill>
              </a:rPr>
              <a:t>Sad</a:t>
            </a:r>
            <a:endParaRPr lang="ko-KR" alt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473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3814</TotalTime>
  <Words>372</Words>
  <Application>Microsoft Office PowerPoint</Application>
  <PresentationFormat>와이드스크린</PresentationFormat>
  <Paragraphs>67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몬스터 기획 EmotionGame (감정 가위바위보)</vt:lpstr>
      <vt:lpstr>State, Stat</vt:lpstr>
      <vt:lpstr>FSM</vt:lpstr>
      <vt:lpstr>설명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175</cp:revision>
  <dcterms:created xsi:type="dcterms:W3CDTF">2025-07-11T11:24:26Z</dcterms:created>
  <dcterms:modified xsi:type="dcterms:W3CDTF">2026-05-17T23:19:53Z</dcterms:modified>
</cp:coreProperties>
</file>