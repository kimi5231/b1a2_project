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86" r:id="rId3"/>
    <p:sldId id="257" r:id="rId4"/>
    <p:sldId id="275" r:id="rId5"/>
    <p:sldId id="276" r:id="rId6"/>
    <p:sldId id="283" r:id="rId7"/>
    <p:sldId id="280" r:id="rId8"/>
    <p:sldId id="282" r:id="rId9"/>
    <p:sldId id="28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0000"/>
    <a:srgbClr val="D9D9D9"/>
    <a:srgbClr val="BFBFBF"/>
    <a:srgbClr val="8B5831"/>
    <a:srgbClr val="000000"/>
    <a:srgbClr val="0000FF"/>
    <a:srgbClr val="00FF00"/>
    <a:srgbClr val="00B0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F74E1F-609B-460D-A057-CD11A8DD430C}" v="1" dt="2025-09-28T09:31:26.4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1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032" y="11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19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하나 윤" userId="f658f17427b35de9" providerId="LiveId" clId="{83430688-9A9B-4D5C-995B-B3B56A5D0E22}"/>
    <pc:docChg chg="undo redo custSel addSld modSld sldOrd">
      <pc:chgData name="이하나 윤" userId="f658f17427b35de9" providerId="LiveId" clId="{83430688-9A9B-4D5C-995B-B3B56A5D0E22}" dt="2025-08-10T20:07:02.708" v="11195" actId="14100"/>
      <pc:docMkLst>
        <pc:docMk/>
      </pc:docMkLst>
      <pc:sldChg chg="modSp mod">
        <pc:chgData name="이하나 윤" userId="f658f17427b35de9" providerId="LiveId" clId="{83430688-9A9B-4D5C-995B-B3B56A5D0E22}" dt="2025-08-10T19:54:22.309" v="11121" actId="20577"/>
        <pc:sldMkLst>
          <pc:docMk/>
          <pc:sldMk cId="695329364" sldId="256"/>
        </pc:sldMkLst>
      </pc:sldChg>
      <pc:sldChg chg="modSp mod">
        <pc:chgData name="이하나 윤" userId="f658f17427b35de9" providerId="LiveId" clId="{83430688-9A9B-4D5C-995B-B3B56A5D0E22}" dt="2025-08-10T19:27:22.014" v="9140" actId="20577"/>
        <pc:sldMkLst>
          <pc:docMk/>
          <pc:sldMk cId="1843325994" sldId="257"/>
        </pc:sldMkLst>
      </pc:sldChg>
      <pc:sldChg chg="modSp mod">
        <pc:chgData name="이하나 윤" userId="f658f17427b35de9" providerId="LiveId" clId="{83430688-9A9B-4D5C-995B-B3B56A5D0E22}" dt="2025-08-10T19:41:58.077" v="10009" actId="20577"/>
        <pc:sldMkLst>
          <pc:docMk/>
          <pc:sldMk cId="565639903" sldId="274"/>
        </pc:sldMkLst>
      </pc:sldChg>
      <pc:sldChg chg="modSp mod">
        <pc:chgData name="이하나 윤" userId="f658f17427b35de9" providerId="LiveId" clId="{83430688-9A9B-4D5C-995B-B3B56A5D0E22}" dt="2025-08-10T19:50:57.747" v="10826" actId="20577"/>
        <pc:sldMkLst>
          <pc:docMk/>
          <pc:sldMk cId="1147331172" sldId="275"/>
        </pc:sldMkLst>
      </pc:sldChg>
      <pc:sldChg chg="modSp mod">
        <pc:chgData name="이하나 윤" userId="f658f17427b35de9" providerId="LiveId" clId="{83430688-9A9B-4D5C-995B-B3B56A5D0E22}" dt="2025-08-10T19:51:57.198" v="10864" actId="20577"/>
        <pc:sldMkLst>
          <pc:docMk/>
          <pc:sldMk cId="1876407676" sldId="276"/>
        </pc:sldMkLst>
      </pc:sldChg>
      <pc:sldChg chg="addSp delSp modSp mod">
        <pc:chgData name="이하나 윤" userId="f658f17427b35de9" providerId="LiveId" clId="{83430688-9A9B-4D5C-995B-B3B56A5D0E22}" dt="2025-08-10T20:06:17.239" v="11194" actId="1076"/>
        <pc:sldMkLst>
          <pc:docMk/>
          <pc:sldMk cId="1274618336" sldId="277"/>
        </pc:sldMkLst>
      </pc:sldChg>
      <pc:sldChg chg="addSp delSp modSp add mod">
        <pc:chgData name="이하나 윤" userId="f658f17427b35de9" providerId="LiveId" clId="{83430688-9A9B-4D5C-995B-B3B56A5D0E22}" dt="2025-08-10T20:07:02.708" v="11195" actId="14100"/>
        <pc:sldMkLst>
          <pc:docMk/>
          <pc:sldMk cId="2153143939" sldId="278"/>
        </pc:sldMkLst>
      </pc:sldChg>
      <pc:sldChg chg="modSp new mod">
        <pc:chgData name="이하나 윤" userId="f658f17427b35de9" providerId="LiveId" clId="{83430688-9A9B-4D5C-995B-B3B56A5D0E22}" dt="2025-08-10T19:53:48.283" v="11112" actId="20577"/>
        <pc:sldMkLst>
          <pc:docMk/>
          <pc:sldMk cId="1975365145" sldId="279"/>
        </pc:sldMkLst>
      </pc:sldChg>
      <pc:sldChg chg="modSp add mod ord">
        <pc:chgData name="이하나 윤" userId="f658f17427b35de9" providerId="LiveId" clId="{83430688-9A9B-4D5C-995B-B3B56A5D0E22}" dt="2025-08-10T19:52:05.059" v="10866" actId="20577"/>
        <pc:sldMkLst>
          <pc:docMk/>
          <pc:sldMk cId="1557800939" sldId="280"/>
        </pc:sldMkLst>
      </pc:sldChg>
      <pc:sldChg chg="modSp add mod">
        <pc:chgData name="이하나 윤" userId="f658f17427b35de9" providerId="LiveId" clId="{83430688-9A9B-4D5C-995B-B3B56A5D0E22}" dt="2025-08-10T19:53:44.186" v="11111" actId="113"/>
        <pc:sldMkLst>
          <pc:docMk/>
          <pc:sldMk cId="1567172038" sldId="281"/>
        </pc:sldMkLst>
      </pc:sldChg>
    </pc:docChg>
  </pc:docChgLst>
  <pc:docChgLst>
    <pc:chgData name="이하나 윤" userId="f658f17427b35de9" providerId="LiveId" clId="{E9838EAF-D27B-40BD-973C-B669816E3ACD}"/>
    <pc:docChg chg="undo custSel modSld">
      <pc:chgData name="이하나 윤" userId="f658f17427b35de9" providerId="LiveId" clId="{E9838EAF-D27B-40BD-973C-B669816E3ACD}" dt="2025-09-28T09:33:42.430" v="201" actId="20577"/>
      <pc:docMkLst>
        <pc:docMk/>
      </pc:docMkLst>
      <pc:sldChg chg="modSp mod">
        <pc:chgData name="이하나 윤" userId="f658f17427b35de9" providerId="LiveId" clId="{E9838EAF-D27B-40BD-973C-B669816E3ACD}" dt="2025-09-28T08:32:47.011" v="5" actId="20577"/>
        <pc:sldMkLst>
          <pc:docMk/>
          <pc:sldMk cId="695329364" sldId="256"/>
        </pc:sldMkLst>
        <pc:spChg chg="mod">
          <ac:chgData name="이하나 윤" userId="f658f17427b35de9" providerId="LiveId" clId="{E9838EAF-D27B-40BD-973C-B669816E3ACD}" dt="2025-09-28T08:32:47.011" v="5" actId="20577"/>
          <ac:spMkLst>
            <pc:docMk/>
            <pc:sldMk cId="695329364" sldId="256"/>
            <ac:spMk id="4" creationId="{77A1A4CF-75CA-73D9-FBFB-9F192FB89E8E}"/>
          </ac:spMkLst>
        </pc:spChg>
      </pc:sldChg>
      <pc:sldChg chg="modSp mod">
        <pc:chgData name="이하나 윤" userId="f658f17427b35de9" providerId="LiveId" clId="{E9838EAF-D27B-40BD-973C-B669816E3ACD}" dt="2025-09-28T09:33:42.430" v="201" actId="20577"/>
        <pc:sldMkLst>
          <pc:docMk/>
          <pc:sldMk cId="565639903" sldId="274"/>
        </pc:sldMkLst>
        <pc:spChg chg="mod">
          <ac:chgData name="이하나 윤" userId="f658f17427b35de9" providerId="LiveId" clId="{E9838EAF-D27B-40BD-973C-B669816E3ACD}" dt="2025-09-28T09:33:42.430" v="201" actId="20577"/>
          <ac:spMkLst>
            <pc:docMk/>
            <pc:sldMk cId="565639903" sldId="274"/>
            <ac:spMk id="4" creationId="{DAB9C4D9-F292-869E-807A-EB952E9BD90A}"/>
          </ac:spMkLst>
        </pc:spChg>
      </pc:sldChg>
      <pc:sldChg chg="modSp mod">
        <pc:chgData name="이하나 윤" userId="f658f17427b35de9" providerId="LiveId" clId="{E9838EAF-D27B-40BD-973C-B669816E3ACD}" dt="2025-09-28T09:32:48.622" v="169" actId="20577"/>
        <pc:sldMkLst>
          <pc:docMk/>
          <pc:sldMk cId="1274618336" sldId="277"/>
        </pc:sldMkLst>
        <pc:graphicFrameChg chg="modGraphic">
          <ac:chgData name="이하나 윤" userId="f658f17427b35de9" providerId="LiveId" clId="{E9838EAF-D27B-40BD-973C-B669816E3ACD}" dt="2025-09-28T09:32:48.622" v="169" actId="20577"/>
          <ac:graphicFrameMkLst>
            <pc:docMk/>
            <pc:sldMk cId="1274618336" sldId="277"/>
            <ac:graphicFrameMk id="9" creationId="{29F342C0-4607-40F6-DB07-3290C35B8D82}"/>
          </ac:graphicFrameMkLst>
        </pc:graphicFrameChg>
      </pc:sldChg>
      <pc:sldChg chg="addSp delSp modSp mod">
        <pc:chgData name="이하나 윤" userId="f658f17427b35de9" providerId="LiveId" clId="{E9838EAF-D27B-40BD-973C-B669816E3ACD}" dt="2025-09-28T09:31:42.233" v="23" actId="6549"/>
        <pc:sldMkLst>
          <pc:docMk/>
          <pc:sldMk cId="2153143939" sldId="278"/>
        </pc:sldMkLst>
        <pc:spChg chg="mod">
          <ac:chgData name="이하나 윤" userId="f658f17427b35de9" providerId="LiveId" clId="{E9838EAF-D27B-40BD-973C-B669816E3ACD}" dt="2025-09-28T09:31:42.233" v="23" actId="6549"/>
          <ac:spMkLst>
            <pc:docMk/>
            <pc:sldMk cId="2153143939" sldId="278"/>
            <ac:spMk id="4" creationId="{6A09C412-F298-D112-F5ED-BC6C42B7602C}"/>
          </ac:spMkLst>
        </pc:spChg>
        <pc:grpChg chg="del">
          <ac:chgData name="이하나 윤" userId="f658f17427b35de9" providerId="LiveId" clId="{E9838EAF-D27B-40BD-973C-B669816E3ACD}" dt="2025-09-28T09:31:19.108" v="14" actId="478"/>
          <ac:grpSpMkLst>
            <pc:docMk/>
            <pc:sldMk cId="2153143939" sldId="278"/>
            <ac:grpSpMk id="362" creationId="{DC08A474-2A17-65E8-9E6F-DF8D33B68EF3}"/>
          </ac:grpSpMkLst>
        </pc:grpChg>
        <pc:picChg chg="add mod">
          <ac:chgData name="이하나 윤" userId="f658f17427b35de9" providerId="LiveId" clId="{E9838EAF-D27B-40BD-973C-B669816E3ACD}" dt="2025-09-28T09:31:30.636" v="18" actId="1076"/>
          <ac:picMkLst>
            <pc:docMk/>
            <pc:sldMk cId="2153143939" sldId="278"/>
            <ac:picMk id="8" creationId="{3697FF2D-6CCF-5BC4-D9B3-B69C58253F5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2C3083C-98BF-1B2E-E667-79BF834E4A4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9B0DE5-21E2-1ED5-9F31-7EE9F610DA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DBB8C-8191-4AEC-B0E4-021A6DCC5E88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56504FD-4BA5-371F-3F45-AEF1898A8B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F4DC69-B8F7-98B9-883D-09A928A1AB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929C7-007B-4BE5-913E-66190B768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9208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139F74-74AF-4C37-AE84-1000E0D0E51D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76A66-B71B-41D7-B3D7-EDD47844D1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042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9805B-3243-420F-9D91-64369926A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A1A2F3-38E0-86D1-0493-9BBD9B1D2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DA6EFD-C8A7-566F-C008-FC9A35D8D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74CB-B97E-448A-8613-336F71D317F5}" type="datetime1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2E3719-8A28-4C06-D97F-6D873CD60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545DE1-4EAF-9431-2E0F-B4311FA42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400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110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리썰컴퍼니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 descr="텍스트, 폰트, 포스터, 레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A34F2A-35E2-4E1B-697A-B1C32940DB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3860" y="90098"/>
            <a:ext cx="1169240" cy="46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616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824215-264C-0DE7-9176-24E56AF49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6B638D-B913-55CE-7AD8-86C001DB3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DCAB01-B8C7-E404-B2B0-8030C966F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6DAD-F59F-4DF2-B36E-B1403061A098}" type="datetime1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8F78A9-B0F7-0ED6-85CB-FE7616309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92EFFB-69F4-F9A5-F912-AE25F58F7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915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5D9D69-F4AF-5E7D-BD7A-CEE292D56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85F142-7298-D4B4-A4D4-AE0D92664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C0526D-8D44-8B70-D8C1-33C3E1869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CCB5D2-673E-BA1F-0633-AFEEF83E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7A435-D09E-4012-8A5A-CB367CE86DE7}" type="datetime1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0F8D1C-6C50-CFCC-81ED-A1A14A65A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11556F-CE74-4F81-FC81-9A4188702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635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5DBC0-513C-1291-9726-C61D29863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707C39-57EB-CE46-5E74-C507D8233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108DA8-D030-11E2-C7E6-EA0D2FF34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86BD26-DD3A-0522-3C19-85B70DC394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329FDF-6B3F-3E6E-F9F6-4D951ED672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90E0ED-2948-1F44-674A-C0D67CB31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4FE5-8155-4A7B-B9F1-1277B556A678}" type="datetime1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54BD67F-5E5F-97A4-129E-09DFECE9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3FB509-AC27-E337-61AF-865AA9416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251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8D15BD-7109-F1B2-5B82-BDC7B1DEA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0BCA4D-AE47-2AB1-DC43-0198FFDFF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DFFB1-F462-49A1-A952-F86898531EFC}" type="datetime1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81BD34-DB61-16AF-4C60-75B58A63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073A52-9916-DF33-5D43-625C85A5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63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7990B1-934E-0818-5BB4-C9332257C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07744-A7EE-42A9-B4BD-A75049B592B9}" type="datetime1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54FE8FB-35F5-A9B7-3025-A858D464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F1F464-49AA-5D23-3D63-E4DF3487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79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1ED093-E138-5C68-135D-9346C05B5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EC7EFB-287E-2016-E307-E1FE657AC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0EBFF1-BE37-EE1F-52ED-1403C1EE3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5452F5-D2A2-3F00-FD8F-C67AF154A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58597-5F16-46FB-9810-19206F29ADC7}" type="datetime1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16C177-CB54-FF1F-08C4-DE2E2C136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57C2DB-B177-95DE-6A15-3E6E7BA1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65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2DC1BF-296C-3C72-1705-8F7F995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ACEE6A-81C0-B208-6F5A-6487F1B5AD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3B04B3-5A33-3FC8-FDC5-FBE62BE0D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683508-541B-F446-BF0A-F02116C46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3F2E-880D-4AB2-BE87-1DABB4D9D36B}" type="datetime1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6BE896-D2B2-B228-C3AD-7BC072875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992ABD-C76C-0E40-797F-DD0502128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067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0F7804-FF5A-1C69-F67D-CCFA30E53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FFBEE35-6DB0-4079-FED0-FAD8B309D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4AFA39-8BF9-C06A-1E61-2A812DE1E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792B-2F2C-46B3-9536-A6BE584A3133}" type="datetime1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0291C6-1918-F6FF-3C11-FB24B930F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222B7-70AB-F646-4A55-BD70569FA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329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3659138-AC77-FE11-8384-C1D1602569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70AA7D-83AB-0028-0E3B-CC81A3E41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298E97-FEB6-81E8-0614-665B39E0C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9B1C4-1FB0-4ED1-88EC-81D9419D81DC}" type="datetime1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6733B4-AC5D-DDE3-71C0-5845385D3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8EB504-5ADC-CFEA-304B-EE3ECDBD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177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722C1DE-B654-F938-73DE-EB30A13BA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20398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F70F4E-6DFA-6E48-3E22-23D18F16F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92300" y="119158"/>
            <a:ext cx="10109200" cy="6167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795354-2844-4A88-AE79-5042394B3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8176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163AAC-BAFF-4F5F-9CEA-0445F100C3E2}" type="datetime1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188E1B-6524-6389-A3D9-96093C11B3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652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2C0AC6-A1B6-0011-2005-E97B103F9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8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86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lethal-company.fandom.com/wiki/Bunker_Spider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microsoft.com/office/2017/06/relationships/model3d" Target="../media/model3d2.glb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A97C8-12D7-ACBE-C5A4-75DBE4566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2475" y="1122363"/>
            <a:ext cx="10687050" cy="2387600"/>
          </a:xfrm>
        </p:spPr>
        <p:txBody>
          <a:bodyPr anchor="ctr"/>
          <a:lstStyle/>
          <a:p>
            <a:r>
              <a:rPr lang="ko-KR" altLang="en-US" dirty="0">
                <a:ea typeface="맑은 고딕"/>
              </a:rPr>
              <a:t>실내 몬스터 기획</a:t>
            </a:r>
            <a:br>
              <a:rPr lang="ko-KR" altLang="en-US" dirty="0">
                <a:ea typeface="맑은 고딕"/>
              </a:rPr>
            </a:br>
            <a:r>
              <a:rPr lang="ko-KR" altLang="en-US" dirty="0" err="1">
                <a:ea typeface="맑은 고딕"/>
              </a:rPr>
              <a:t>Spider</a:t>
            </a:r>
            <a:r>
              <a:rPr lang="ko-KR" altLang="en-US" dirty="0">
                <a:ea typeface="맑은 고딕"/>
              </a:rPr>
              <a:t> </a:t>
            </a:r>
            <a:r>
              <a:rPr lang="en-US" altLang="ko-KR" dirty="0">
                <a:ea typeface="맑은 고딕"/>
              </a:rPr>
              <a:t>(</a:t>
            </a:r>
            <a:r>
              <a:rPr lang="ko-KR" altLang="en-US" dirty="0">
                <a:ea typeface="맑은 고딕"/>
              </a:rPr>
              <a:t>거미</a:t>
            </a:r>
            <a:r>
              <a:rPr lang="en-US" altLang="ko-KR" dirty="0">
                <a:ea typeface="맑은 고딕"/>
              </a:rPr>
              <a:t>)</a:t>
            </a:r>
            <a:endParaRPr lang="ko-KR" altLang="en-US" dirty="0" err="1">
              <a:ea typeface="맑은 고딕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DB0B14-7B93-035D-6893-C7A5FA5E3A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1A4CF-75CA-73D9-FBFB-9F192FB89E8E}"/>
              </a:ext>
            </a:extLst>
          </p:cNvPr>
          <p:cNvSpPr txBox="1"/>
          <p:nvPr/>
        </p:nvSpPr>
        <p:spPr>
          <a:xfrm>
            <a:off x="0" y="12700"/>
            <a:ext cx="18923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dirty="0">
                <a:ea typeface="맑은 고딕"/>
              </a:rPr>
              <a:t>2026.03.23</a:t>
            </a:r>
          </a:p>
        </p:txBody>
      </p:sp>
    </p:spTree>
    <p:extLst>
      <p:ext uri="{BB962C8B-B14F-4D97-AF65-F5344CB8AC3E}">
        <p14:creationId xmlns:p14="http://schemas.microsoft.com/office/powerpoint/2010/main" val="695329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C254C40-EC83-5338-C2E8-AAE530593F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CFB0F0C-8FA4-53B2-F4A9-901394D22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978729"/>
          </a:xfrm>
        </p:spPr>
        <p:txBody>
          <a:bodyPr/>
          <a:lstStyle/>
          <a:p>
            <a:r>
              <a:rPr lang="ko-KR" altLang="en-US" dirty="0"/>
              <a:t>몬스터 사이즈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8D0B37-6417-254E-854E-64ADC2C7B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5AA350-ACE5-1E9E-85A9-18028BE7F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56BA17-3A8C-F632-44EE-BB75CA3021F7}"/>
              </a:ext>
            </a:extLst>
          </p:cNvPr>
          <p:cNvSpPr txBox="1"/>
          <p:nvPr/>
        </p:nvSpPr>
        <p:spPr>
          <a:xfrm>
            <a:off x="6121400" y="1097887"/>
            <a:ext cx="3703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/>
              <a:t>276, 236, 92</a:t>
            </a:r>
            <a:endParaRPr lang="ko-KR" altLang="en-US" sz="3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87B7191-3B9F-BA9E-26F9-32D7DBE7C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574" y="193036"/>
            <a:ext cx="4229690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862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4E9680F-0036-4B10-157E-DB8CB670A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6C19CA-242E-6D40-AE00-592C24042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numCol="2" rtlCol="0" anchor="t">
            <a:noAutofit/>
          </a:bodyPr>
          <a:lstStyle/>
          <a:p>
            <a:r>
              <a:rPr lang="ko-KR" altLang="en-US" dirty="0">
                <a:solidFill>
                  <a:srgbClr val="000000"/>
                </a:solidFill>
                <a:ea typeface="맑은 고딕"/>
                <a:hlinkClick r:id="rId2" action="ppaction://hlinksldjump"/>
              </a:rPr>
              <a:t>설명</a:t>
            </a:r>
            <a:endParaRPr lang="ko-KR" altLang="en-US" dirty="0">
              <a:solidFill>
                <a:srgbClr val="000000"/>
              </a:solidFill>
              <a:ea typeface="맑은 고딕"/>
            </a:endParaRPr>
          </a:p>
          <a:p>
            <a:endParaRPr lang="ko-KR" altLang="en-US" sz="1800" dirty="0">
              <a:ea typeface="맑은 고딕"/>
            </a:endParaRPr>
          </a:p>
          <a:p>
            <a:r>
              <a:rPr lang="ko-KR" altLang="en-US" dirty="0">
                <a:ea typeface="맑은 고딕"/>
                <a:hlinkClick r:id="rId3" action="ppaction://hlinksldjump"/>
              </a:rPr>
              <a:t>FSM</a:t>
            </a:r>
            <a:endParaRPr lang="en-US" altLang="ko-KR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  <a:p>
            <a:r>
              <a:rPr lang="ko-KR" altLang="en-US" dirty="0">
                <a:ea typeface="맑은 고딕"/>
                <a:hlinkClick r:id="rId4" action="ppaction://hlinksldjump"/>
              </a:rPr>
              <a:t>정보</a:t>
            </a:r>
            <a:br>
              <a:rPr lang="en-US" altLang="ko-KR" dirty="0">
                <a:ea typeface="맑은 고딕"/>
              </a:rPr>
            </a:br>
            <a:r>
              <a:rPr lang="en-US" altLang="ko-KR" dirty="0">
                <a:ea typeface="맑은 고딕"/>
              </a:rPr>
              <a:t>	- </a:t>
            </a:r>
            <a:r>
              <a:rPr lang="ko-KR" altLang="en-US" dirty="0">
                <a:ea typeface="맑은 고딕"/>
              </a:rPr>
              <a:t>거미 </a:t>
            </a:r>
            <a:r>
              <a:rPr lang="ko-KR" altLang="en-US" dirty="0" err="1">
                <a:ea typeface="맑은 고딕"/>
              </a:rPr>
              <a:t>스탯</a:t>
            </a:r>
            <a:br>
              <a:rPr lang="en-US" altLang="ko-KR" dirty="0">
                <a:ea typeface="맑은 고딕"/>
              </a:rPr>
            </a:br>
            <a:r>
              <a:rPr lang="en-US" altLang="ko-KR" dirty="0">
                <a:ea typeface="맑은 고딕"/>
              </a:rPr>
              <a:t>	- </a:t>
            </a:r>
            <a:r>
              <a:rPr lang="ko-KR" altLang="en-US" dirty="0">
                <a:ea typeface="맑은 고딕"/>
              </a:rPr>
              <a:t>거미줄</a:t>
            </a:r>
            <a:endParaRPr lang="en-US" altLang="ko-KR" dirty="0">
              <a:ea typeface="맑은 고딕"/>
            </a:endParaRPr>
          </a:p>
          <a:p>
            <a:endParaRPr lang="en-US" altLang="ko-KR" dirty="0">
              <a:ea typeface="맑은 고딕"/>
            </a:endParaRPr>
          </a:p>
          <a:p>
            <a:r>
              <a:rPr lang="ko-KR" altLang="en-US" dirty="0">
                <a:ea typeface="맑은 고딕"/>
                <a:hlinkClick r:id="" action="ppaction://noaction"/>
              </a:rPr>
              <a:t>추후 결정 사항</a:t>
            </a:r>
            <a:r>
              <a:rPr lang="en-US" altLang="ko-KR" dirty="0">
                <a:ea typeface="맑은 고딕"/>
              </a:rPr>
              <a:t>(==</a:t>
            </a:r>
            <a:r>
              <a:rPr lang="ko-KR" altLang="en-US" dirty="0">
                <a:ea typeface="맑은 고딕"/>
              </a:rPr>
              <a:t>언젠가는 정해야 할 것들</a:t>
            </a:r>
            <a:r>
              <a:rPr lang="en-US" altLang="ko-KR" dirty="0">
                <a:ea typeface="맑은 고딕"/>
              </a:rPr>
              <a:t>)</a:t>
            </a:r>
            <a:endParaRPr lang="ko-KR" altLang="en-US" dirty="0">
              <a:ea typeface="맑은 고딕"/>
            </a:endParaRPr>
          </a:p>
          <a:p>
            <a:endParaRPr lang="en-US" altLang="ko-KR" dirty="0">
              <a:hlinkClick r:id="" action="ppaction://noaction"/>
            </a:endParaRPr>
          </a:p>
          <a:p>
            <a:r>
              <a:rPr lang="ko-KR" altLang="en-US" sz="1800" dirty="0">
                <a:hlinkClick r:id="" action="ppaction://noaction"/>
              </a:rPr>
              <a:t>로그</a:t>
            </a:r>
            <a:endParaRPr lang="en-US" altLang="ko-KR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D7CA9C-DDE6-954F-C932-1ADEE87CB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325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92A324E-C438-DA80-FB5C-73415EC1AA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62593"/>
            <a:ext cx="1600200" cy="23495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3BF2BCB-9D67-967A-0472-3BD857D7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>
                <a:ea typeface="맑은 고딕"/>
              </a:rPr>
              <a:t>설명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D4D502-4079-659A-54E3-558D0571F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 dirty="0">
                <a:ea typeface="맑은 고딕"/>
              </a:rPr>
              <a:t>참고: </a:t>
            </a:r>
            <a:r>
              <a:rPr lang="ko-KR" dirty="0">
                <a:ea typeface="+mn-lt"/>
                <a:cs typeface="+mn-lt"/>
                <a:hlinkClick r:id="rId2"/>
              </a:rPr>
              <a:t>https://lethal-company.fandom.com/wiki/Bunker_Spider</a:t>
            </a:r>
            <a:endParaRPr lang="en-US" altLang="ko-KR" dirty="0">
              <a:ea typeface="+mn-lt"/>
              <a:cs typeface="+mn-lt"/>
            </a:endParaRPr>
          </a:p>
          <a:p>
            <a:endParaRPr lang="en-US" altLang="ko-KR" dirty="0">
              <a:ea typeface="+mn-lt"/>
              <a:cs typeface="+mn-lt"/>
            </a:endParaRPr>
          </a:p>
          <a:p>
            <a:r>
              <a:rPr lang="ko-KR" altLang="en-US" dirty="0">
                <a:ea typeface="+mn-lt"/>
                <a:cs typeface="+mn-lt"/>
              </a:rPr>
              <a:t>거미는 실내에 </a:t>
            </a:r>
            <a:r>
              <a:rPr lang="ko-KR" altLang="en-US" dirty="0" err="1">
                <a:ea typeface="+mn-lt"/>
                <a:cs typeface="+mn-lt"/>
              </a:rPr>
              <a:t>스폰되는</a:t>
            </a:r>
            <a:r>
              <a:rPr lang="ko-KR" altLang="en-US" dirty="0">
                <a:ea typeface="+mn-lt"/>
                <a:cs typeface="+mn-lt"/>
              </a:rPr>
              <a:t> 몬스터이다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r>
              <a:rPr lang="ko-KR" altLang="en-US" dirty="0" err="1">
                <a:ea typeface="+mn-lt"/>
                <a:cs typeface="+mn-lt"/>
              </a:rPr>
              <a:t>리썰</a:t>
            </a:r>
            <a:r>
              <a:rPr lang="ko-KR" altLang="en-US" dirty="0">
                <a:ea typeface="+mn-lt"/>
                <a:cs typeface="+mn-lt"/>
              </a:rPr>
              <a:t> 컴퍼니의 </a:t>
            </a:r>
            <a:r>
              <a:rPr lang="en-US" altLang="ko-KR" dirty="0">
                <a:ea typeface="+mn-lt"/>
                <a:cs typeface="+mn-lt"/>
              </a:rPr>
              <a:t>‘</a:t>
            </a:r>
            <a:r>
              <a:rPr lang="ko-KR" altLang="en-US" dirty="0">
                <a:ea typeface="+mn-lt"/>
                <a:cs typeface="+mn-lt"/>
              </a:rPr>
              <a:t>벙커 거미</a:t>
            </a:r>
            <a:r>
              <a:rPr lang="en-US" altLang="ko-KR" dirty="0">
                <a:ea typeface="+mn-lt"/>
                <a:cs typeface="+mn-lt"/>
              </a:rPr>
              <a:t>‘(</a:t>
            </a:r>
            <a:r>
              <a:rPr lang="ko-KR" altLang="en-US" dirty="0">
                <a:ea typeface="+mn-lt"/>
                <a:cs typeface="+mn-lt"/>
              </a:rPr>
              <a:t>위 링크에 있음</a:t>
            </a:r>
            <a:r>
              <a:rPr lang="en-US" altLang="ko-KR" dirty="0">
                <a:ea typeface="+mn-lt"/>
                <a:cs typeface="+mn-lt"/>
              </a:rPr>
              <a:t>)</a:t>
            </a:r>
            <a:r>
              <a:rPr lang="ko-KR" altLang="en-US" dirty="0">
                <a:ea typeface="+mn-lt"/>
                <a:cs typeface="+mn-lt"/>
              </a:rPr>
              <a:t>와 유사하다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B015FB-4F5D-19FB-C960-CF3B0EA12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7331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21D27-AA96-11D7-2A4F-5F42E5CD5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57DB4F0-7EF5-5BB2-65C1-ABA4C77B36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62593"/>
            <a:ext cx="1600200" cy="23495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b="1" dirty="0">
                <a:ea typeface="맑은 고딕"/>
              </a:rPr>
              <a:t>State</a:t>
            </a:r>
            <a:endParaRPr lang="ko-KR" altLang="en-US" b="1" dirty="0">
              <a:ea typeface="맑은 고딕" panose="020B0503020000020004" pitchFamily="34" charset="-127"/>
            </a:endParaRPr>
          </a:p>
          <a:p>
            <a:r>
              <a:rPr lang="ko-KR" altLang="en-US" dirty="0">
                <a:ea typeface="맑은 고딕"/>
              </a:rPr>
              <a:t>FSM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B8F6189-7C92-C239-D73C-51C27314E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>
                <a:ea typeface="맑은 고딕"/>
              </a:rPr>
              <a:t>FSM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B17FE4-E16E-CD29-9BCC-5AAD16BC0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ko-KR" altLang="en-US" dirty="0">
              <a:ea typeface="맑은 고딕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044AB5-EFEA-AEE6-07A5-3BDA3C0F0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5</a:t>
            </a:fld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FA18E49-8E88-DB32-6642-9CB3500C8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963395"/>
              </p:ext>
            </p:extLst>
          </p:nvPr>
        </p:nvGraphicFramePr>
        <p:xfrm>
          <a:off x="1892300" y="119158"/>
          <a:ext cx="7061199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161">
                  <a:extLst>
                    <a:ext uri="{9D8B030D-6E8A-4147-A177-3AD203B41FA5}">
                      <a16:colId xmlns:a16="http://schemas.microsoft.com/office/drawing/2014/main" val="3126723540"/>
                    </a:ext>
                  </a:extLst>
                </a:gridCol>
                <a:gridCol w="4386858">
                  <a:extLst>
                    <a:ext uri="{9D8B030D-6E8A-4147-A177-3AD203B41FA5}">
                      <a16:colId xmlns:a16="http://schemas.microsoft.com/office/drawing/2014/main" val="1756523170"/>
                    </a:ext>
                  </a:extLst>
                </a:gridCol>
                <a:gridCol w="1179180">
                  <a:extLst>
                    <a:ext uri="{9D8B030D-6E8A-4147-A177-3AD203B41FA5}">
                      <a16:colId xmlns:a16="http://schemas.microsoft.com/office/drawing/2014/main" val="836452280"/>
                    </a:ext>
                  </a:extLst>
                </a:gridCol>
              </a:tblGrid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애니메이션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8397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Idle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대기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다른 상태가 실행되기 전까지 대기한다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Idle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62361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Pause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멈춤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1.5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초 간 멈춘다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Idle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751913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 err="1">
                          <a:solidFill>
                            <a:schemeClr val="tx1"/>
                          </a:solidFill>
                        </a:rPr>
                        <a:t>WebMake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거미줄 설치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지정된 거미줄 개수만큼 거미줄을 설치한다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거미줄은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Roaming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 끝난 위치에 설치한다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Idle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16964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Roam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배회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2.5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초 동안 랜덤하게 이동한다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Walk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90807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 err="1">
                          <a:solidFill>
                            <a:schemeClr val="tx1"/>
                          </a:solidFill>
                        </a:rPr>
                        <a:t>DoorOpen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문 열기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Chase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중 플레이어가 문을 닫고 도망칠 경우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플레이어가 닫은 문을 연다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Idle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588480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Chase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추적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0">
                        <a:buFontTx/>
                        <a:buChar char="-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플레이어가 인식 범위에 들어오면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추적한다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85750" indent="-285750" algn="l" latinLnBrk="0">
                        <a:buFontTx/>
                        <a:buChar char="-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플레이어가 거미줄에 닿으면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해당 장소로 이동한다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85750" indent="-285750" algn="l" latinLnBrk="0">
                        <a:buFontTx/>
                        <a:buChar char="-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플레이어에게 공격 당하면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공격한 장소로 이동한다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Run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047824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Attack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공격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플레이어가 공격 범위에 들어오면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공격한다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Attack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436606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Return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복귀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Chase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를 시작하기 전 장소로 돌아간다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Walk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010673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Hit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피격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HP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가 감소한다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Hit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615660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Dead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사망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HP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이하로 감소한다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Die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73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6407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CA971-E8CA-E8D3-58BF-1B1C0621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778CEE3-1A95-F54C-9C9E-25C429A19C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62593"/>
            <a:ext cx="1600200" cy="23495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>
                <a:ea typeface="맑은 고딕"/>
              </a:rPr>
              <a:t>State</a:t>
            </a:r>
            <a:endParaRPr lang="ko-KR" altLang="en-US" dirty="0">
              <a:ea typeface="맑은 고딕" panose="020B0503020000020004" pitchFamily="34" charset="-127"/>
            </a:endParaRPr>
          </a:p>
          <a:p>
            <a:r>
              <a:rPr lang="ko-KR" altLang="en-US" b="1" dirty="0">
                <a:ea typeface="맑은 고딕"/>
              </a:rPr>
              <a:t>FSM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17E5282-4EC3-8FEB-BF71-BE9856BD5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>
                <a:ea typeface="맑은 고딕"/>
              </a:rPr>
              <a:t>FSM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F8B003-ADFF-779A-C783-7EFDEC7A7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0C7CEBF-795D-0761-9D8F-010EDA560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748" y="6350"/>
            <a:ext cx="8043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494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345F4-1B9E-3D98-D198-69219F493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1D09935-CF8B-E811-6811-9B56A8F56F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62593"/>
            <a:ext cx="1600200" cy="2349500"/>
          </a:xfrm>
        </p:spPr>
        <p:txBody>
          <a:bodyPr/>
          <a:lstStyle/>
          <a:p>
            <a:r>
              <a:rPr lang="ko-KR" altLang="en-US" dirty="0">
                <a:ea typeface="맑은 고딕"/>
              </a:rPr>
              <a:t>State</a:t>
            </a:r>
            <a:endParaRPr lang="ko-KR" altLang="en-US" dirty="0">
              <a:ea typeface="맑은 고딕" panose="020B0503020000020004" pitchFamily="34" charset="-127"/>
            </a:endParaRPr>
          </a:p>
          <a:p>
            <a:r>
              <a:rPr lang="ko-KR" altLang="en-US" dirty="0">
                <a:ea typeface="맑은 고딕"/>
              </a:rPr>
              <a:t>FSM</a:t>
            </a:r>
            <a:endParaRPr lang="en-US" altLang="ko-KR" dirty="0">
              <a:ea typeface="맑은 고딕"/>
            </a:endParaRPr>
          </a:p>
          <a:p>
            <a:r>
              <a:rPr lang="ko-KR" altLang="en-US" b="1" dirty="0">
                <a:ea typeface="맑은 고딕"/>
              </a:rPr>
              <a:t>설명</a:t>
            </a:r>
            <a:endParaRPr lang="ko-KR" altLang="en-US" b="1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1E7373C-E1BE-9A80-CA7B-082A5B32B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en-US" altLang="ko-KR" dirty="0">
                <a:ea typeface="맑은 고딕"/>
              </a:rPr>
              <a:t>FSM</a:t>
            </a:r>
            <a:endParaRPr lang="ko-KR" altLang="en-US" dirty="0">
              <a:ea typeface="맑은 고딕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7F065B-A13E-B2C3-1B07-3D0AACF31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 sz="1600" dirty="0">
                <a:ea typeface="+mn-lt"/>
                <a:cs typeface="+mn-lt"/>
              </a:rPr>
              <a:t>거미는 시설에 </a:t>
            </a:r>
            <a:r>
              <a:rPr lang="ko-KR" altLang="en-US" sz="1600" dirty="0" err="1">
                <a:ea typeface="+mn-lt"/>
                <a:cs typeface="+mn-lt"/>
              </a:rPr>
              <a:t>스폰된</a:t>
            </a:r>
            <a:r>
              <a:rPr lang="ko-KR" altLang="en-US" sz="1600" dirty="0">
                <a:ea typeface="+mn-lt"/>
                <a:cs typeface="+mn-lt"/>
              </a:rPr>
              <a:t> 직후</a:t>
            </a:r>
            <a:r>
              <a:rPr lang="en-US" altLang="ko-KR" sz="1600" dirty="0">
                <a:ea typeface="+mn-lt"/>
                <a:cs typeface="+mn-lt"/>
              </a:rPr>
              <a:t>, ‘Idle‘</a:t>
            </a:r>
            <a:r>
              <a:rPr lang="ko-KR" altLang="en-US" sz="1600" dirty="0">
                <a:ea typeface="+mn-lt"/>
                <a:cs typeface="+mn-lt"/>
              </a:rPr>
              <a:t>이 된다</a:t>
            </a:r>
            <a:r>
              <a:rPr lang="en-US" altLang="ko-KR" sz="1600" dirty="0">
                <a:ea typeface="+mn-lt"/>
                <a:cs typeface="+mn-lt"/>
              </a:rPr>
              <a:t>. </a:t>
            </a:r>
            <a:r>
              <a:rPr lang="ko-KR" altLang="en-US" sz="1600" dirty="0" err="1">
                <a:ea typeface="+mn-lt"/>
                <a:cs typeface="+mn-lt"/>
              </a:rPr>
              <a:t>맵에</a:t>
            </a:r>
            <a:r>
              <a:rPr lang="en-US" altLang="ko-KR" sz="1600" dirty="0">
                <a:ea typeface="+mn-lt"/>
                <a:cs typeface="+mn-lt"/>
              </a:rPr>
              <a:t> </a:t>
            </a:r>
            <a:r>
              <a:rPr lang="ko-KR" altLang="en-US" sz="1600" dirty="0">
                <a:ea typeface="+mn-lt"/>
                <a:cs typeface="+mn-lt"/>
              </a:rPr>
              <a:t>지정된 개수의 거미줄이 없으면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ea typeface="+mn-lt"/>
                <a:cs typeface="+mn-lt"/>
              </a:rPr>
              <a:t>거미줄 개수를 충족할 때까지 </a:t>
            </a:r>
            <a:r>
              <a:rPr lang="en-US" altLang="ko-KR" sz="1600" dirty="0">
                <a:ea typeface="+mn-lt"/>
                <a:cs typeface="+mn-lt"/>
              </a:rPr>
              <a:t>‘Pause -&gt; Roam</a:t>
            </a:r>
            <a:r>
              <a:rPr lang="ko-KR" altLang="en-US" sz="1600" dirty="0">
                <a:ea typeface="+mn-lt"/>
                <a:cs typeface="+mn-lt"/>
              </a:rPr>
              <a:t> </a:t>
            </a:r>
            <a:r>
              <a:rPr lang="en-US" altLang="ko-KR" sz="1600" dirty="0">
                <a:ea typeface="+mn-lt"/>
                <a:cs typeface="+mn-lt"/>
              </a:rPr>
              <a:t>-&gt; </a:t>
            </a:r>
            <a:r>
              <a:rPr lang="en-US" altLang="ko-KR" sz="1600" dirty="0" err="1">
                <a:ea typeface="+mn-lt"/>
                <a:cs typeface="+mn-lt"/>
              </a:rPr>
              <a:t>WebMake</a:t>
            </a:r>
            <a:r>
              <a:rPr lang="ko-KR" altLang="en-US" sz="1600" dirty="0">
                <a:ea typeface="+mn-lt"/>
                <a:cs typeface="+mn-lt"/>
              </a:rPr>
              <a:t> </a:t>
            </a:r>
            <a:r>
              <a:rPr lang="en-US" altLang="ko-KR" sz="1600" dirty="0">
                <a:ea typeface="+mn-lt"/>
                <a:cs typeface="+mn-lt"/>
              </a:rPr>
              <a:t>-&gt; Pause</a:t>
            </a:r>
            <a:r>
              <a:rPr lang="ko-KR" altLang="en-US" sz="1600" dirty="0">
                <a:ea typeface="+mn-lt"/>
                <a:cs typeface="+mn-lt"/>
              </a:rPr>
              <a:t> </a:t>
            </a:r>
            <a:r>
              <a:rPr lang="en-US" altLang="ko-KR" sz="1600" dirty="0">
                <a:ea typeface="+mn-lt"/>
                <a:cs typeface="+mn-lt"/>
              </a:rPr>
              <a:t>-&gt; …’</a:t>
            </a:r>
            <a:r>
              <a:rPr lang="ko-KR" altLang="en-US" sz="1600" dirty="0">
                <a:ea typeface="+mn-lt"/>
                <a:cs typeface="+mn-lt"/>
              </a:rPr>
              <a:t> </a:t>
            </a:r>
            <a:r>
              <a:rPr lang="en-US" altLang="ko-KR" sz="1600" dirty="0">
                <a:ea typeface="+mn-lt"/>
                <a:cs typeface="+mn-lt"/>
              </a:rPr>
              <a:t>[</a:t>
            </a:r>
            <a:r>
              <a:rPr lang="ko-KR" altLang="en-US" sz="1600" dirty="0">
                <a:ea typeface="+mn-lt"/>
                <a:cs typeface="+mn-lt"/>
              </a:rPr>
              <a:t>거미줄 설치</a:t>
            </a:r>
            <a:r>
              <a:rPr lang="en-US" altLang="ko-KR" sz="1600" dirty="0">
                <a:ea typeface="+mn-lt"/>
                <a:cs typeface="+mn-lt"/>
              </a:rPr>
              <a:t>] </a:t>
            </a:r>
            <a:r>
              <a:rPr lang="ko-KR" altLang="en-US" sz="1600" dirty="0">
                <a:ea typeface="+mn-lt"/>
                <a:cs typeface="+mn-lt"/>
              </a:rPr>
              <a:t>루틴을 반복한다</a:t>
            </a:r>
            <a:r>
              <a:rPr lang="en-US" altLang="ko-KR" sz="1600" dirty="0">
                <a:ea typeface="+mn-lt"/>
                <a:cs typeface="+mn-lt"/>
              </a:rPr>
              <a:t>. </a:t>
            </a:r>
            <a:r>
              <a:rPr lang="ko-KR" altLang="en-US" sz="1600" dirty="0">
                <a:ea typeface="+mn-lt"/>
                <a:cs typeface="+mn-lt"/>
              </a:rPr>
              <a:t>마지막 거미줄을 설치한 위치에서 </a:t>
            </a:r>
            <a:r>
              <a:rPr lang="en-US" altLang="ko-KR" sz="1600" dirty="0">
                <a:ea typeface="+mn-lt"/>
                <a:cs typeface="+mn-lt"/>
              </a:rPr>
              <a:t>‘Pause’</a:t>
            </a:r>
            <a:r>
              <a:rPr lang="ko-KR" altLang="en-US" sz="1600" dirty="0">
                <a:ea typeface="+mn-lt"/>
                <a:cs typeface="+mn-lt"/>
              </a:rPr>
              <a:t>한 후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ea typeface="+mn-lt"/>
                <a:cs typeface="+mn-lt"/>
              </a:rPr>
              <a:t>더 이상 설치할 거미줄이 없으면 해당 위치에서 </a:t>
            </a:r>
            <a:r>
              <a:rPr lang="en-US" altLang="ko-KR" sz="1600" dirty="0">
                <a:ea typeface="+mn-lt"/>
                <a:cs typeface="+mn-lt"/>
              </a:rPr>
              <a:t>‘Idle’</a:t>
            </a:r>
            <a:r>
              <a:rPr lang="ko-KR" altLang="en-US" sz="1600" dirty="0">
                <a:ea typeface="+mn-lt"/>
                <a:cs typeface="+mn-lt"/>
              </a:rPr>
              <a:t>이 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  <a:p>
            <a:r>
              <a:rPr lang="ko-KR" altLang="en-US" sz="1600" dirty="0">
                <a:ea typeface="+mn-lt"/>
                <a:cs typeface="+mn-lt"/>
              </a:rPr>
              <a:t>플레이어가 </a:t>
            </a:r>
            <a:br>
              <a:rPr lang="en-US" altLang="ko-KR" sz="1600" dirty="0">
                <a:ea typeface="+mn-lt"/>
                <a:cs typeface="+mn-lt"/>
              </a:rPr>
            </a:br>
            <a:r>
              <a:rPr lang="en-US" altLang="ko-KR" sz="1600" dirty="0">
                <a:ea typeface="+mn-lt"/>
                <a:cs typeface="+mn-lt"/>
              </a:rPr>
              <a:t>1. </a:t>
            </a:r>
            <a:r>
              <a:rPr lang="ko-KR" altLang="en-US" sz="1600" dirty="0">
                <a:ea typeface="+mn-lt"/>
                <a:cs typeface="+mn-lt"/>
              </a:rPr>
              <a:t>거미의 인식 범위에 들어오면</a:t>
            </a:r>
            <a:r>
              <a:rPr lang="en-US" altLang="ko-KR" sz="1600" dirty="0">
                <a:ea typeface="+mn-lt"/>
                <a:cs typeface="+mn-lt"/>
              </a:rPr>
              <a:t>, ‘Chase’</a:t>
            </a:r>
            <a:r>
              <a:rPr lang="ko-KR" altLang="en-US" sz="1600" dirty="0">
                <a:ea typeface="+mn-lt"/>
                <a:cs typeface="+mn-lt"/>
              </a:rPr>
              <a:t>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  <a:br>
              <a:rPr lang="en-US" altLang="ko-KR" sz="1600" dirty="0">
                <a:ea typeface="+mn-lt"/>
                <a:cs typeface="+mn-lt"/>
              </a:rPr>
            </a:br>
            <a:r>
              <a:rPr lang="en-US" altLang="ko-KR" sz="1600" dirty="0">
                <a:ea typeface="+mn-lt"/>
                <a:cs typeface="+mn-lt"/>
              </a:rPr>
              <a:t>2. </a:t>
            </a:r>
            <a:r>
              <a:rPr lang="ko-KR" altLang="en-US" sz="1600" dirty="0">
                <a:ea typeface="+mn-lt"/>
                <a:cs typeface="+mn-lt"/>
              </a:rPr>
              <a:t>거미를 공격할 때 플레이어가 인식 범위에 없어도</a:t>
            </a:r>
            <a:r>
              <a:rPr lang="en-US" altLang="ko-KR" sz="1600" dirty="0">
                <a:ea typeface="+mn-lt"/>
                <a:cs typeface="+mn-lt"/>
              </a:rPr>
              <a:t>(</a:t>
            </a:r>
            <a:r>
              <a:rPr lang="ko-KR" altLang="en-US" sz="1600" dirty="0">
                <a:ea typeface="+mn-lt"/>
                <a:cs typeface="+mn-lt"/>
              </a:rPr>
              <a:t>총으로 쏜 경우 등</a:t>
            </a:r>
            <a:r>
              <a:rPr lang="en-US" altLang="ko-KR" sz="1600" dirty="0">
                <a:ea typeface="+mn-lt"/>
                <a:cs typeface="+mn-lt"/>
              </a:rPr>
              <a:t>)</a:t>
            </a:r>
            <a:r>
              <a:rPr lang="ko-KR" altLang="en-US" sz="1600" dirty="0">
                <a:ea typeface="+mn-lt"/>
                <a:cs typeface="+mn-lt"/>
              </a:rPr>
              <a:t> 공격한 곳으로 </a:t>
            </a:r>
            <a:r>
              <a:rPr lang="en-US" altLang="ko-KR" sz="1600" dirty="0">
                <a:ea typeface="+mn-lt"/>
                <a:cs typeface="+mn-lt"/>
              </a:rPr>
              <a:t>‘Chase’</a:t>
            </a:r>
            <a:r>
              <a:rPr lang="ko-KR" altLang="en-US" sz="1600" dirty="0">
                <a:ea typeface="+mn-lt"/>
                <a:cs typeface="+mn-lt"/>
              </a:rPr>
              <a:t>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  <a:br>
              <a:rPr lang="en-US" altLang="ko-KR" sz="1600" dirty="0">
                <a:ea typeface="+mn-lt"/>
                <a:cs typeface="+mn-lt"/>
              </a:rPr>
            </a:br>
            <a:r>
              <a:rPr lang="en-US" altLang="ko-KR" sz="1600" dirty="0">
                <a:ea typeface="+mn-lt"/>
                <a:cs typeface="+mn-lt"/>
              </a:rPr>
              <a:t>3. </a:t>
            </a:r>
            <a:r>
              <a:rPr lang="ko-KR" altLang="en-US" sz="1600" dirty="0">
                <a:ea typeface="+mn-lt"/>
                <a:cs typeface="+mn-lt"/>
              </a:rPr>
              <a:t>플레이어가 거미줄에 닿으면</a:t>
            </a:r>
            <a:r>
              <a:rPr lang="en-US" altLang="ko-KR" sz="1600" dirty="0">
                <a:ea typeface="+mn-lt"/>
                <a:cs typeface="+mn-lt"/>
              </a:rPr>
              <a:t>, ‘Chase’</a:t>
            </a:r>
            <a:r>
              <a:rPr lang="ko-KR" altLang="en-US" sz="1600" dirty="0">
                <a:ea typeface="+mn-lt"/>
                <a:cs typeface="+mn-lt"/>
              </a:rPr>
              <a:t>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  <a:p>
            <a:r>
              <a:rPr lang="en-US" altLang="ko-KR" sz="1600" dirty="0">
                <a:ea typeface="+mn-lt"/>
                <a:cs typeface="+mn-lt"/>
              </a:rPr>
              <a:t>‘Chase’</a:t>
            </a:r>
            <a:r>
              <a:rPr lang="ko-KR" altLang="en-US" sz="1600" dirty="0">
                <a:ea typeface="+mn-lt"/>
                <a:cs typeface="+mn-lt"/>
              </a:rPr>
              <a:t>일 때 플레이어가 문을 닫고 도망가면 </a:t>
            </a:r>
            <a:r>
              <a:rPr lang="en-US" altLang="ko-KR" sz="1600" dirty="0">
                <a:ea typeface="+mn-lt"/>
                <a:cs typeface="+mn-lt"/>
              </a:rPr>
              <a:t>‘</a:t>
            </a:r>
            <a:r>
              <a:rPr lang="en-US" altLang="ko-KR" sz="1600" dirty="0" err="1">
                <a:ea typeface="+mn-lt"/>
                <a:cs typeface="+mn-lt"/>
              </a:rPr>
              <a:t>OpenDoor</a:t>
            </a:r>
            <a:r>
              <a:rPr lang="en-US" altLang="ko-KR" sz="1600" dirty="0">
                <a:ea typeface="+mn-lt"/>
                <a:cs typeface="+mn-lt"/>
              </a:rPr>
              <a:t>’</a:t>
            </a:r>
            <a:r>
              <a:rPr lang="ko-KR" altLang="en-US" sz="1600" dirty="0">
                <a:ea typeface="+mn-lt"/>
                <a:cs typeface="+mn-lt"/>
              </a:rPr>
              <a:t>가 되어 문을 연 다음 다시 </a:t>
            </a:r>
            <a:r>
              <a:rPr lang="en-US" altLang="ko-KR" sz="1600" dirty="0">
                <a:ea typeface="+mn-lt"/>
                <a:cs typeface="+mn-lt"/>
              </a:rPr>
              <a:t>‘Chase’</a:t>
            </a:r>
            <a:r>
              <a:rPr lang="ko-KR" altLang="en-US" sz="1600" dirty="0">
                <a:ea typeface="+mn-lt"/>
                <a:cs typeface="+mn-lt"/>
              </a:rPr>
              <a:t>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  <a:p>
            <a:r>
              <a:rPr lang="en-US" altLang="ko-KR" sz="1600" dirty="0">
                <a:ea typeface="+mn-lt"/>
                <a:cs typeface="+mn-lt"/>
              </a:rPr>
              <a:t>‘Chase’</a:t>
            </a:r>
            <a:r>
              <a:rPr lang="ko-KR" altLang="en-US" sz="1600" dirty="0">
                <a:ea typeface="+mn-lt"/>
                <a:cs typeface="+mn-lt"/>
              </a:rPr>
              <a:t>일 때 플레이어가 공격 범위에 들어오면 </a:t>
            </a:r>
            <a:r>
              <a:rPr lang="en-US" altLang="ko-KR" sz="1600" dirty="0">
                <a:ea typeface="+mn-lt"/>
                <a:cs typeface="+mn-lt"/>
              </a:rPr>
              <a:t>‘Attack‘</a:t>
            </a:r>
            <a:r>
              <a:rPr lang="ko-KR" altLang="en-US" sz="1600" dirty="0">
                <a:ea typeface="+mn-lt"/>
                <a:cs typeface="+mn-lt"/>
              </a:rPr>
              <a:t>하고</a:t>
            </a:r>
            <a:r>
              <a:rPr lang="en-US" altLang="ko-KR" sz="1600" dirty="0">
                <a:ea typeface="+mn-lt"/>
                <a:cs typeface="+mn-lt"/>
              </a:rPr>
              <a:t> </a:t>
            </a:r>
            <a:r>
              <a:rPr lang="ko-KR" altLang="en-US" sz="1600" dirty="0">
                <a:ea typeface="+mn-lt"/>
                <a:cs typeface="+mn-lt"/>
              </a:rPr>
              <a:t>공격 모션이 끝나면 다시 </a:t>
            </a:r>
            <a:r>
              <a:rPr lang="en-US" altLang="ko-KR" sz="1600" dirty="0">
                <a:ea typeface="+mn-lt"/>
                <a:cs typeface="+mn-lt"/>
              </a:rPr>
              <a:t>‘Chase’</a:t>
            </a:r>
            <a:r>
              <a:rPr lang="ko-KR" altLang="en-US" sz="1600" dirty="0">
                <a:ea typeface="+mn-lt"/>
                <a:cs typeface="+mn-lt"/>
              </a:rPr>
              <a:t>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  <a:endParaRPr lang="ko-KR" altLang="en-US" sz="1600" dirty="0">
              <a:ea typeface="+mn-lt"/>
              <a:cs typeface="+mn-lt"/>
            </a:endParaRPr>
          </a:p>
          <a:p>
            <a:r>
              <a:rPr lang="en-US" altLang="ko-KR" sz="1600" dirty="0">
                <a:ea typeface="맑은 고딕"/>
              </a:rPr>
              <a:t>‘Chase‘</a:t>
            </a:r>
            <a:r>
              <a:rPr lang="ko-KR" altLang="en-US" sz="1600" dirty="0">
                <a:ea typeface="맑은 고딕"/>
              </a:rPr>
              <a:t>일 때 플레이어가 인식 범위에서 사라진 뒤 추적 종료 시간이 경과하면</a:t>
            </a:r>
            <a:r>
              <a:rPr lang="en-US" altLang="ko-KR" sz="1600" dirty="0">
                <a:ea typeface="맑은 고딕"/>
              </a:rPr>
              <a:t>, </a:t>
            </a:r>
            <a:r>
              <a:rPr lang="ko-KR" altLang="en-US" sz="1600" dirty="0">
                <a:ea typeface="맑은 고딕"/>
              </a:rPr>
              <a:t>추적을 시작했던 장소로 </a:t>
            </a:r>
            <a:r>
              <a:rPr lang="en-US" altLang="ko-KR" sz="1600" dirty="0">
                <a:ea typeface="맑은 고딕"/>
              </a:rPr>
              <a:t>‘Return’</a:t>
            </a:r>
            <a:r>
              <a:rPr lang="ko-KR" altLang="en-US" sz="1600" dirty="0">
                <a:ea typeface="맑은 고딕"/>
              </a:rPr>
              <a:t>한다</a:t>
            </a:r>
            <a:r>
              <a:rPr lang="en-US" altLang="ko-KR" sz="1600" dirty="0">
                <a:ea typeface="맑은 고딕"/>
              </a:rPr>
              <a:t>. ‘Return‘</a:t>
            </a:r>
            <a:r>
              <a:rPr lang="ko-KR" altLang="en-US" sz="1600" dirty="0">
                <a:ea typeface="맑은 고딕"/>
              </a:rPr>
              <a:t>일 때 플레이어가 시야에 들어오면</a:t>
            </a:r>
            <a:r>
              <a:rPr lang="en-US" altLang="ko-KR" sz="1600" dirty="0">
                <a:ea typeface="맑은 고딕"/>
              </a:rPr>
              <a:t>, </a:t>
            </a:r>
            <a:r>
              <a:rPr lang="ko-KR" altLang="en-US" sz="1600" dirty="0">
                <a:ea typeface="맑은 고딕"/>
              </a:rPr>
              <a:t>다시 </a:t>
            </a:r>
            <a:r>
              <a:rPr lang="en-US" altLang="ko-KR" sz="1600" dirty="0">
                <a:ea typeface="맑은 고딕"/>
              </a:rPr>
              <a:t>‘Chase’</a:t>
            </a:r>
            <a:r>
              <a:rPr lang="ko-KR" altLang="en-US" sz="1600" dirty="0">
                <a:ea typeface="맑은 고딕"/>
              </a:rPr>
              <a:t>한다</a:t>
            </a:r>
            <a:r>
              <a:rPr lang="en-US" altLang="ko-KR" sz="1600" dirty="0">
                <a:ea typeface="맑은 고딕"/>
              </a:rPr>
              <a:t>.</a:t>
            </a:r>
          </a:p>
          <a:p>
            <a:r>
              <a:rPr lang="ko-KR" altLang="en-US" sz="1600" dirty="0">
                <a:ea typeface="맑은 고딕"/>
              </a:rPr>
              <a:t>거미줄이 </a:t>
            </a:r>
            <a:r>
              <a:rPr lang="en-US" altLang="ko-KR" sz="1600" dirty="0">
                <a:ea typeface="맑은 고딕"/>
              </a:rPr>
              <a:t>1</a:t>
            </a:r>
            <a:r>
              <a:rPr lang="ko-KR" altLang="en-US" sz="1600" dirty="0">
                <a:ea typeface="맑은 고딕"/>
              </a:rPr>
              <a:t>개 이상 파괴된 후</a:t>
            </a:r>
            <a:r>
              <a:rPr lang="en-US" altLang="ko-KR" sz="1600" dirty="0">
                <a:ea typeface="맑은 고딕"/>
              </a:rPr>
              <a:t> </a:t>
            </a:r>
            <a:r>
              <a:rPr lang="ko-KR" altLang="en-US" sz="1600" dirty="0">
                <a:ea typeface="맑은 고딕"/>
              </a:rPr>
              <a:t>거미가 </a:t>
            </a:r>
            <a:r>
              <a:rPr lang="en-US" altLang="ko-KR" sz="1600" dirty="0">
                <a:ea typeface="맑은 고딕"/>
              </a:rPr>
              <a:t>‘Idle‘</a:t>
            </a:r>
            <a:r>
              <a:rPr lang="ko-KR" altLang="en-US" sz="1600" dirty="0">
                <a:ea typeface="맑은 고딕"/>
              </a:rPr>
              <a:t>이 되었다면</a:t>
            </a:r>
            <a:r>
              <a:rPr lang="en-US" altLang="ko-KR" sz="1600" dirty="0">
                <a:ea typeface="맑은 고딕"/>
              </a:rPr>
              <a:t>, </a:t>
            </a:r>
            <a:r>
              <a:rPr lang="ko-KR" altLang="en-US" sz="1600" dirty="0">
                <a:ea typeface="맑은 고딕"/>
              </a:rPr>
              <a:t>파괴된 개수만큼 </a:t>
            </a:r>
            <a:r>
              <a:rPr lang="en-US" altLang="ko-KR" sz="1600" dirty="0">
                <a:ea typeface="+mn-lt"/>
                <a:cs typeface="+mn-lt"/>
              </a:rPr>
              <a:t>‘Pause -&gt; </a:t>
            </a:r>
            <a:r>
              <a:rPr lang="ko-KR" altLang="en-US" sz="1600" dirty="0">
                <a:ea typeface="+mn-lt"/>
                <a:cs typeface="+mn-lt"/>
              </a:rPr>
              <a:t>배회 </a:t>
            </a:r>
            <a:r>
              <a:rPr lang="en-US" altLang="ko-KR" sz="1600" dirty="0">
                <a:ea typeface="+mn-lt"/>
                <a:cs typeface="+mn-lt"/>
              </a:rPr>
              <a:t>-&gt; </a:t>
            </a:r>
            <a:r>
              <a:rPr lang="ko-KR" altLang="en-US" sz="1600" dirty="0">
                <a:ea typeface="+mn-lt"/>
                <a:cs typeface="+mn-lt"/>
              </a:rPr>
              <a:t>거미줄 설치 </a:t>
            </a:r>
            <a:r>
              <a:rPr lang="en-US" altLang="ko-KR" sz="1600" dirty="0">
                <a:ea typeface="+mn-lt"/>
                <a:cs typeface="+mn-lt"/>
              </a:rPr>
              <a:t>-&gt; Pause</a:t>
            </a:r>
            <a:r>
              <a:rPr lang="ko-KR" altLang="en-US" sz="1600" dirty="0">
                <a:ea typeface="+mn-lt"/>
                <a:cs typeface="+mn-lt"/>
              </a:rPr>
              <a:t> </a:t>
            </a:r>
            <a:r>
              <a:rPr lang="en-US" altLang="ko-KR" sz="1600" dirty="0">
                <a:ea typeface="+mn-lt"/>
                <a:cs typeface="+mn-lt"/>
              </a:rPr>
              <a:t>-&gt; …’ [</a:t>
            </a:r>
            <a:r>
              <a:rPr lang="ko-KR" altLang="en-US" sz="1600" dirty="0">
                <a:ea typeface="+mn-lt"/>
                <a:cs typeface="+mn-lt"/>
              </a:rPr>
              <a:t>거미줄 설치</a:t>
            </a:r>
            <a:r>
              <a:rPr lang="en-US" altLang="ko-KR" sz="1600" dirty="0">
                <a:ea typeface="+mn-lt"/>
                <a:cs typeface="+mn-lt"/>
              </a:rPr>
              <a:t>]</a:t>
            </a:r>
            <a:r>
              <a:rPr lang="ko-KR" altLang="en-US" sz="1600" dirty="0">
                <a:ea typeface="+mn-lt"/>
                <a:cs typeface="+mn-lt"/>
              </a:rPr>
              <a:t> 루틴을 반복한다</a:t>
            </a:r>
            <a:r>
              <a:rPr lang="en-US" altLang="ko-KR" sz="1600" dirty="0">
                <a:ea typeface="+mn-lt"/>
                <a:cs typeface="+mn-lt"/>
              </a:rPr>
              <a:t>. </a:t>
            </a:r>
          </a:p>
          <a:p>
            <a:r>
              <a:rPr lang="en-US" altLang="ko-KR" sz="1600" dirty="0">
                <a:ea typeface="+mn-lt"/>
                <a:cs typeface="+mn-lt"/>
              </a:rPr>
              <a:t>‘Die‘</a:t>
            </a:r>
            <a:r>
              <a:rPr lang="ko-KR" altLang="en-US" sz="1600" dirty="0">
                <a:ea typeface="+mn-lt"/>
                <a:cs typeface="+mn-lt"/>
              </a:rPr>
              <a:t>가 아닌 모든 상태에서 </a:t>
            </a:r>
            <a:r>
              <a:rPr lang="en-US" altLang="ko-KR" sz="1600" dirty="0">
                <a:ea typeface="+mn-lt"/>
                <a:cs typeface="+mn-lt"/>
              </a:rPr>
              <a:t>‘Hit’</a:t>
            </a:r>
            <a:r>
              <a:rPr lang="ko-KR" altLang="en-US" sz="1600" dirty="0">
                <a:ea typeface="+mn-lt"/>
                <a:cs typeface="+mn-lt"/>
              </a:rPr>
              <a:t>가 될 수 있다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  <a:p>
            <a:endParaRPr lang="en-US" altLang="ko-KR" sz="1600" dirty="0">
              <a:ea typeface="+mn-lt"/>
              <a:cs typeface="+mn-lt"/>
            </a:endParaRPr>
          </a:p>
          <a:p>
            <a:r>
              <a:rPr lang="ko-KR" altLang="en-US" sz="1600" dirty="0">
                <a:ea typeface="+mn-lt"/>
                <a:cs typeface="+mn-lt"/>
              </a:rPr>
              <a:t>거미가 죽어도 설치한 거미줄은 자동으로 삭제되지 않는다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  <a:p>
            <a:r>
              <a:rPr lang="ko-KR" altLang="en-US" sz="1600" dirty="0">
                <a:ea typeface="+mn-lt"/>
                <a:cs typeface="+mn-lt"/>
              </a:rPr>
              <a:t>추적</a:t>
            </a:r>
            <a:r>
              <a:rPr lang="en-US" altLang="ko-KR" sz="1600" dirty="0">
                <a:ea typeface="+mn-lt"/>
                <a:cs typeface="+mn-lt"/>
              </a:rPr>
              <a:t>(Chase) </a:t>
            </a:r>
            <a:r>
              <a:rPr lang="ko-KR" altLang="en-US" sz="1600" dirty="0">
                <a:ea typeface="+mn-lt"/>
                <a:cs typeface="+mn-lt"/>
              </a:rPr>
              <a:t>종료 시간 </a:t>
            </a:r>
            <a:r>
              <a:rPr lang="en-US" altLang="ko-KR" sz="1600" dirty="0">
                <a:ea typeface="+mn-lt"/>
                <a:cs typeface="+mn-lt"/>
              </a:rPr>
              <a:t>(s) : </a:t>
            </a:r>
            <a:r>
              <a:rPr lang="ko-KR" altLang="en-US" sz="1600" dirty="0" err="1">
                <a:ea typeface="+mn-lt"/>
                <a:cs typeface="+mn-lt"/>
              </a:rPr>
              <a:t>스탯에</a:t>
            </a:r>
            <a:r>
              <a:rPr lang="ko-KR" altLang="en-US" sz="1600" dirty="0">
                <a:ea typeface="+mn-lt"/>
                <a:cs typeface="+mn-lt"/>
              </a:rPr>
              <a:t> 있음</a:t>
            </a:r>
            <a:r>
              <a:rPr lang="en-US" altLang="ko-KR" sz="1600" dirty="0">
                <a:ea typeface="+mn-lt"/>
                <a:cs typeface="+mn-lt"/>
              </a:rPr>
              <a:t>. </a:t>
            </a:r>
            <a:r>
              <a:rPr lang="ko-KR" altLang="en-US" sz="1600" dirty="0">
                <a:ea typeface="+mn-lt"/>
                <a:cs typeface="+mn-lt"/>
              </a:rPr>
              <a:t>플레이어가 인식 범위에서 벗어난 채 이 시간만큼 지나면 포기하고 </a:t>
            </a:r>
            <a:r>
              <a:rPr lang="en-US" altLang="ko-KR" sz="1600" dirty="0">
                <a:ea typeface="+mn-lt"/>
                <a:cs typeface="+mn-lt"/>
              </a:rPr>
              <a:t>‘Return’</a:t>
            </a:r>
            <a:r>
              <a:rPr lang="ko-KR" altLang="en-US" sz="1600" dirty="0">
                <a:ea typeface="+mn-lt"/>
                <a:cs typeface="+mn-lt"/>
              </a:rPr>
              <a:t>함</a:t>
            </a:r>
            <a:endParaRPr lang="en-US" altLang="ko-KR" sz="1600" dirty="0">
              <a:ea typeface="+mn-lt"/>
              <a:cs typeface="+mn-lt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9A20B3E-5EAF-1C5C-66E0-A00DB49AD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800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A819074-039F-AF8D-412B-9CA5128585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54689"/>
            <a:ext cx="1600200" cy="2349500"/>
          </a:xfrm>
        </p:spPr>
        <p:txBody>
          <a:bodyPr/>
          <a:lstStyle/>
          <a:p>
            <a:r>
              <a:rPr lang="ko-KR" altLang="en-US" b="1" dirty="0"/>
              <a:t>거미 </a:t>
            </a:r>
            <a:r>
              <a:rPr lang="ko-KR" altLang="en-US" b="1" dirty="0" err="1"/>
              <a:t>스탯</a:t>
            </a:r>
            <a:endParaRPr lang="en-US" altLang="ko-KR" b="1" dirty="0"/>
          </a:p>
          <a:p>
            <a:r>
              <a:rPr lang="ko-KR" altLang="en-US" dirty="0"/>
              <a:t>거미줄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4D46401-B15B-3D59-2C0E-AA8887B9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/>
              <a:t>정보</a:t>
            </a:r>
          </a:p>
        </p:txBody>
      </p:sp>
      <p:pic>
        <p:nvPicPr>
          <p:cNvPr id="11" name="내용 개체 틀 10" descr="거미 단색으로 채워진">
            <a:extLst>
              <a:ext uri="{FF2B5EF4-FFF2-40B4-BE49-F238E27FC236}">
                <a16:creationId xmlns:a16="http://schemas.microsoft.com/office/drawing/2014/main" id="{46D86EA2-3CC4-5050-F1F6-03834D6085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0768" y="5394445"/>
            <a:ext cx="914400" cy="914400"/>
          </a:xfr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51CAC3-DE83-BF9F-EB8A-5DF210E48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8</a:t>
            </a:fld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10D8A27-50A2-F86A-4498-9131E42397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293704"/>
              </p:ext>
            </p:extLst>
          </p:nvPr>
        </p:nvGraphicFramePr>
        <p:xfrm>
          <a:off x="1892299" y="119158"/>
          <a:ext cx="3502609" cy="600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5636">
                  <a:extLst>
                    <a:ext uri="{9D8B030D-6E8A-4147-A177-3AD203B41FA5}">
                      <a16:colId xmlns:a16="http://schemas.microsoft.com/office/drawing/2014/main" val="3126723540"/>
                    </a:ext>
                  </a:extLst>
                </a:gridCol>
                <a:gridCol w="602615">
                  <a:extLst>
                    <a:ext uri="{9D8B030D-6E8A-4147-A177-3AD203B41FA5}">
                      <a16:colId xmlns:a16="http://schemas.microsoft.com/office/drawing/2014/main" val="1756523170"/>
                    </a:ext>
                  </a:extLst>
                </a:gridCol>
                <a:gridCol w="764358">
                  <a:extLst>
                    <a:ext uri="{9D8B030D-6E8A-4147-A177-3AD203B41FA5}">
                      <a16:colId xmlns:a16="http://schemas.microsoft.com/office/drawing/2014/main" val="1821012966"/>
                    </a:ext>
                  </a:extLst>
                </a:gridCol>
              </a:tblGrid>
              <a:tr h="303433">
                <a:tc gridSpan="3"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거미 </a:t>
                      </a: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스탯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2610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8397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스폰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16964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파워 레벨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719326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HP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527770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Roaming, Return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이동 속도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(m/s)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2.5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90807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Chase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이동 속도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(m/s)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588480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Chase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종료 시간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(s)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047824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문 여는 시간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(s)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0.6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96956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공격 딜레이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(s)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96919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공격력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8722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거미줄 설치 시간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(s)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1.5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837914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거미줄 개수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0560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플레이어 인식 반경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(m)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14841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플레이어 인식 각도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120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851896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플레이어 인식 높이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80521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플레이어 공격 반경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(m)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1.5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705680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플레이어 공격 각도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05916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플레이어 공격 높이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638578"/>
                  </a:ext>
                </a:extLst>
              </a:tr>
            </a:tbl>
          </a:graphicData>
        </a:graphic>
      </p:graphicFrame>
      <p:grpSp>
        <p:nvGrpSpPr>
          <p:cNvPr id="24" name="그룹 23">
            <a:extLst>
              <a:ext uri="{FF2B5EF4-FFF2-40B4-BE49-F238E27FC236}">
                <a16:creationId xmlns:a16="http://schemas.microsoft.com/office/drawing/2014/main" id="{8CACA201-4B8C-8636-7F3B-EC9D4ECBF586}"/>
              </a:ext>
            </a:extLst>
          </p:cNvPr>
          <p:cNvGrpSpPr/>
          <p:nvPr/>
        </p:nvGrpSpPr>
        <p:grpSpPr>
          <a:xfrm>
            <a:off x="9437618" y="3055327"/>
            <a:ext cx="3060700" cy="3060700"/>
            <a:chOff x="6711950" y="2565400"/>
            <a:chExt cx="3060700" cy="3060700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ED2E9801-1D43-C98F-6E96-A437EE59E7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300" y="2578100"/>
              <a:ext cx="0" cy="2326418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8FB0E81A-F982-64A3-7ECC-8F5ABA4AEC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86600" y="3086100"/>
              <a:ext cx="1155700" cy="181841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5074C84D-4929-CB22-5029-63F0C12704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300" y="3073400"/>
              <a:ext cx="1155700" cy="181841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원호 21">
              <a:extLst>
                <a:ext uri="{FF2B5EF4-FFF2-40B4-BE49-F238E27FC236}">
                  <a16:creationId xmlns:a16="http://schemas.microsoft.com/office/drawing/2014/main" id="{6BF1318E-39AE-E3A0-4C82-5FAFF8EE1FA4}"/>
                </a:ext>
              </a:extLst>
            </p:cNvPr>
            <p:cNvSpPr/>
            <p:nvPr/>
          </p:nvSpPr>
          <p:spPr>
            <a:xfrm rot="18900000">
              <a:off x="6711950" y="2565400"/>
              <a:ext cx="3060700" cy="3060700"/>
            </a:xfrm>
            <a:prstGeom prst="arc">
              <a:avLst>
                <a:gd name="adj1" fmla="val 15958322"/>
                <a:gd name="adj2" fmla="val 266414"/>
              </a:avLst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56ECE54-BF98-C42C-788D-274361737326}"/>
              </a:ext>
            </a:extLst>
          </p:cNvPr>
          <p:cNvGrpSpPr/>
          <p:nvPr/>
        </p:nvGrpSpPr>
        <p:grpSpPr>
          <a:xfrm>
            <a:off x="7078431" y="-168676"/>
            <a:ext cx="4930325" cy="4565194"/>
            <a:chOff x="7057863" y="339324"/>
            <a:chExt cx="4930325" cy="4565194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5" name="3D 모델 24" descr="Dark Gray Triangular Prism">
                  <a:extLst>
                    <a:ext uri="{FF2B5EF4-FFF2-40B4-BE49-F238E27FC236}">
                      <a16:creationId xmlns:a16="http://schemas.microsoft.com/office/drawing/2014/main" id="{A061C282-CD91-4ACA-FF0F-F3B81D33265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520877126"/>
                    </p:ext>
                  </p:extLst>
                </p:nvPr>
              </p:nvGraphicFramePr>
              <p:xfrm>
                <a:off x="7813259" y="339324"/>
                <a:ext cx="4174929" cy="3189078"/>
              </p:xfrm>
              <a:graphic>
                <a:graphicData uri="http://schemas.microsoft.com/office/drawing/2017/model3d">
                  <am3d:model3d r:embed="rId3">
                    <am3d:spPr>
                      <a:xfrm>
                        <a:off x="0" y="0"/>
                        <a:ext cx="4174929" cy="3189078"/>
                      </a:xfrm>
                      <a:prstGeom prst="rect">
                        <a:avLst/>
                      </a:prstGeom>
                    </am3d:spPr>
                    <am3d:camera>
                      <am3d:pos x="0" y="0" z="6850851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6284259" d="1000000"/>
                      <am3d:preTrans dx="-103008" dy="-11011706" dz="-5212029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1316876" ay="-1617928" az="-621306"/>
                      <am3d:postTrans dx="0" dy="0" dz="0"/>
                    </am3d:trans>
                    <am3d:raster rName="Office3DRenderer" rVer="16.0.8326">
                      <am3d:blip r:embed="rId4"/>
                    </am3d:raster>
                    <am3d:objViewport viewportSz="5169162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5" name="3D 모델 24" descr="Dark Gray Triangular Prism">
                  <a:extLst>
                    <a:ext uri="{FF2B5EF4-FFF2-40B4-BE49-F238E27FC236}">
                      <a16:creationId xmlns:a16="http://schemas.microsoft.com/office/drawing/2014/main" id="{A061C282-CD91-4ACA-FF0F-F3B81D332653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33827" y="-168676"/>
                  <a:ext cx="4174929" cy="3189078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5DB0A306-39DA-1CBD-9E1C-4D9318FA63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66097" y="749300"/>
              <a:ext cx="1587603" cy="49530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73CE2ABA-CEBB-AAF0-93A1-A8DE5E9582F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2706" y="636798"/>
              <a:ext cx="2665482" cy="23600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D3DE605A-22C0-EFDF-57B6-4B2799CEC8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60752" y="1244600"/>
              <a:ext cx="119748" cy="2283802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6" name="3D 모델 25" descr="Spider">
                  <a:extLst>
                    <a:ext uri="{FF2B5EF4-FFF2-40B4-BE49-F238E27FC236}">
                      <a16:creationId xmlns:a16="http://schemas.microsoft.com/office/drawing/2014/main" id="{D5DF95D8-E581-FF6F-D1F0-45D749FAB40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798827809"/>
                    </p:ext>
                  </p:extLst>
                </p:nvPr>
              </p:nvGraphicFramePr>
              <p:xfrm>
                <a:off x="7057863" y="2578100"/>
                <a:ext cx="3373987" cy="2326418"/>
              </p:xfrm>
              <a:graphic>
                <a:graphicData uri="http://schemas.microsoft.com/office/drawing/2017/model3d">
                  <am3d:model3d r:embed="rId5">
                    <am3d:spPr>
                      <a:xfrm>
                        <a:off x="0" y="0"/>
                        <a:ext cx="3373987" cy="2326418"/>
                      </a:xfrm>
                      <a:prstGeom prst="rect">
                        <a:avLst/>
                      </a:prstGeom>
                    </am3d:spPr>
                    <am3d:camera>
                      <am3d:pos x="0" y="0" z="611220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1048852" d="1000000"/>
                      <am3d:preTrans dx="-375216" dy="-8847833" dz="981590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9790826" ay="3322256" az="9961908"/>
                      <am3d:postTrans dx="0" dy="0" dz="0"/>
                    </am3d:trans>
                    <am3d:raster rName="Office3DRenderer" rVer="16.0.8326">
                      <am3d:blip r:embed="rId6"/>
                    </am3d:raster>
                    <am3d:objViewport viewportSz="3795735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6" name="3D 모델 25" descr="Spider">
                  <a:extLst>
                    <a:ext uri="{FF2B5EF4-FFF2-40B4-BE49-F238E27FC236}">
                      <a16:creationId xmlns:a16="http://schemas.microsoft.com/office/drawing/2014/main" id="{D5DF95D8-E581-FF6F-D1F0-45D749FAB40E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078431" y="2070100"/>
                  <a:ext cx="3373987" cy="2326418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05066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280961E-7482-B98F-5241-8E0115BED4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54689"/>
            <a:ext cx="1600200" cy="2349500"/>
          </a:xfrm>
        </p:spPr>
        <p:txBody>
          <a:bodyPr/>
          <a:lstStyle/>
          <a:p>
            <a:r>
              <a:rPr lang="ko-KR" altLang="en-US" dirty="0"/>
              <a:t>거미 </a:t>
            </a:r>
            <a:r>
              <a:rPr lang="ko-KR" altLang="en-US" dirty="0" err="1"/>
              <a:t>스탯</a:t>
            </a:r>
            <a:endParaRPr lang="en-US" altLang="ko-KR" dirty="0"/>
          </a:p>
          <a:p>
            <a:r>
              <a:rPr lang="ko-KR" altLang="en-US" b="1" dirty="0"/>
              <a:t>거미줄</a:t>
            </a:r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A659670-FC97-2EC3-A0D4-8A8702BBC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/>
              <a:t>정보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FB9E5F-B3FF-CBB7-D109-56B5D5CBB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2301" y="119158"/>
            <a:ext cx="5106240" cy="4072698"/>
          </a:xfrm>
        </p:spPr>
        <p:txBody>
          <a:bodyPr>
            <a:normAutofit/>
          </a:bodyPr>
          <a:lstStyle/>
          <a:p>
            <a:r>
              <a:rPr lang="en-US" altLang="ko-KR" dirty="0"/>
              <a:t>HP: 10</a:t>
            </a:r>
          </a:p>
          <a:p>
            <a:r>
              <a:rPr lang="ko-KR" altLang="en-US" dirty="0"/>
              <a:t>사이즈</a:t>
            </a:r>
            <a:r>
              <a:rPr lang="en-US" altLang="ko-KR" dirty="0"/>
              <a:t>: 200*240*10</a:t>
            </a:r>
            <a:br>
              <a:rPr lang="en-US" altLang="ko-KR" dirty="0"/>
            </a:br>
            <a:r>
              <a:rPr lang="ko-KR" altLang="en-US" dirty="0">
                <a:solidFill>
                  <a:srgbClr val="FF00FF"/>
                </a:solidFill>
              </a:rPr>
              <a:t>얇은 직육면체</a:t>
            </a:r>
            <a:r>
              <a:rPr lang="ko-KR" altLang="en-US" dirty="0"/>
              <a:t>를 </a:t>
            </a:r>
            <a:r>
              <a:rPr lang="en-US" altLang="ko-KR" dirty="0"/>
              <a:t>&lt;</a:t>
            </a:r>
            <a:r>
              <a:rPr lang="ko-KR" altLang="en-US" dirty="0"/>
              <a:t>사진</a:t>
            </a:r>
            <a:r>
              <a:rPr lang="en-US" altLang="ko-KR" dirty="0"/>
              <a:t>1&gt;</a:t>
            </a:r>
            <a:r>
              <a:rPr lang="ko-KR" altLang="en-US" dirty="0"/>
              <a:t>처럼 대각선으로 배치</a:t>
            </a:r>
            <a:endParaRPr lang="en-US" altLang="ko-KR" dirty="0"/>
          </a:p>
          <a:p>
            <a:r>
              <a:rPr lang="ko-KR" altLang="en-US" dirty="0" err="1"/>
              <a:t>디버프</a:t>
            </a:r>
            <a:r>
              <a:rPr lang="en-US" altLang="ko-KR" dirty="0"/>
              <a:t>: </a:t>
            </a:r>
            <a:r>
              <a:rPr lang="ko-KR" altLang="en-US" dirty="0"/>
              <a:t>이동 속도 </a:t>
            </a:r>
            <a:r>
              <a:rPr lang="en-US" altLang="ko-KR" dirty="0"/>
              <a:t>20% </a:t>
            </a:r>
            <a:r>
              <a:rPr lang="ko-KR" altLang="en-US" dirty="0"/>
              <a:t>감속</a:t>
            </a:r>
            <a:endParaRPr lang="en-US" altLang="ko-KR" dirty="0"/>
          </a:p>
          <a:p>
            <a:r>
              <a:rPr lang="ko-KR" altLang="en-US" dirty="0"/>
              <a:t>거미줄 설치</a:t>
            </a:r>
            <a:r>
              <a:rPr lang="en-US" altLang="ko-KR" dirty="0"/>
              <a:t>: </a:t>
            </a:r>
            <a:r>
              <a:rPr lang="ko-KR" altLang="en-US" dirty="0"/>
              <a:t>벽에서 바닥으로 대각선으로 설치됨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불가능하면 </a:t>
            </a:r>
            <a:r>
              <a:rPr lang="en-US" altLang="ko-KR" dirty="0"/>
              <a:t>170*170*130 </a:t>
            </a:r>
            <a:r>
              <a:rPr lang="ko-KR" altLang="en-US" dirty="0"/>
              <a:t>큐브로 마크처럼 설치</a:t>
            </a:r>
            <a:r>
              <a:rPr lang="en-US" altLang="ko-KR" dirty="0"/>
              <a:t>,</a:t>
            </a:r>
            <a:r>
              <a:rPr lang="ko-KR" altLang="en-US" dirty="0"/>
              <a:t> 네모나게</a:t>
            </a:r>
            <a:r>
              <a:rPr lang="en-US" altLang="ko-KR" dirty="0"/>
              <a:t>..)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23D902-0C46-7D18-C21E-DC41B41FE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7B9AA65-22E5-21EF-77FC-64992CC22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2607" y="6350"/>
            <a:ext cx="4263081" cy="6858000"/>
          </a:xfrm>
          <a:prstGeom prst="rect">
            <a:avLst/>
          </a:prstGeom>
        </p:spPr>
      </p:pic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F9710BCB-D190-DE49-8C9A-22A8058EC17A}"/>
              </a:ext>
            </a:extLst>
          </p:cNvPr>
          <p:cNvSpPr/>
          <p:nvPr/>
        </p:nvSpPr>
        <p:spPr>
          <a:xfrm>
            <a:off x="9693274" y="5676899"/>
            <a:ext cx="752475" cy="304599"/>
          </a:xfrm>
          <a:custGeom>
            <a:avLst/>
            <a:gdLst>
              <a:gd name="csX0" fmla="*/ 0 w 1368884"/>
              <a:gd name="csY0" fmla="*/ 365519 h 378018"/>
              <a:gd name="csX1" fmla="*/ 685800 w 1368884"/>
              <a:gd name="csY1" fmla="*/ 340119 h 378018"/>
              <a:gd name="csX2" fmla="*/ 1282700 w 1368884"/>
              <a:gd name="csY2" fmla="*/ 48019 h 378018"/>
              <a:gd name="csX3" fmla="*/ 1352550 w 1368884"/>
              <a:gd name="csY3" fmla="*/ 3569 h 3780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68884" h="378018">
                <a:moveTo>
                  <a:pt x="0" y="365519"/>
                </a:moveTo>
                <a:cubicBezTo>
                  <a:pt x="236008" y="379277"/>
                  <a:pt x="472017" y="393036"/>
                  <a:pt x="685800" y="340119"/>
                </a:cubicBezTo>
                <a:cubicBezTo>
                  <a:pt x="899583" y="287202"/>
                  <a:pt x="1171575" y="104111"/>
                  <a:pt x="1282700" y="48019"/>
                </a:cubicBezTo>
                <a:cubicBezTo>
                  <a:pt x="1393825" y="-8073"/>
                  <a:pt x="1373187" y="-2252"/>
                  <a:pt x="1352550" y="3569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05C483-90DC-6530-67E8-0685D758EC90}"/>
              </a:ext>
            </a:extLst>
          </p:cNvPr>
          <p:cNvSpPr txBox="1"/>
          <p:nvPr/>
        </p:nvSpPr>
        <p:spPr>
          <a:xfrm>
            <a:off x="9972675" y="5900434"/>
            <a:ext cx="444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1"/>
                </a:solidFill>
              </a:rPr>
              <a:t>200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1C7BEADC-718B-E63E-66BE-BE971A6B47FC}"/>
              </a:ext>
            </a:extLst>
          </p:cNvPr>
          <p:cNvSpPr/>
          <p:nvPr/>
        </p:nvSpPr>
        <p:spPr>
          <a:xfrm rot="3469307">
            <a:off x="9141082" y="5671087"/>
            <a:ext cx="556963" cy="228804"/>
          </a:xfrm>
          <a:custGeom>
            <a:avLst/>
            <a:gdLst>
              <a:gd name="csX0" fmla="*/ 0 w 1368884"/>
              <a:gd name="csY0" fmla="*/ 365519 h 378018"/>
              <a:gd name="csX1" fmla="*/ 685800 w 1368884"/>
              <a:gd name="csY1" fmla="*/ 340119 h 378018"/>
              <a:gd name="csX2" fmla="*/ 1282700 w 1368884"/>
              <a:gd name="csY2" fmla="*/ 48019 h 378018"/>
              <a:gd name="csX3" fmla="*/ 1352550 w 1368884"/>
              <a:gd name="csY3" fmla="*/ 3569 h 3780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68884" h="378018">
                <a:moveTo>
                  <a:pt x="0" y="365519"/>
                </a:moveTo>
                <a:cubicBezTo>
                  <a:pt x="236008" y="379277"/>
                  <a:pt x="472017" y="393036"/>
                  <a:pt x="685800" y="340119"/>
                </a:cubicBezTo>
                <a:cubicBezTo>
                  <a:pt x="899583" y="287202"/>
                  <a:pt x="1171575" y="104111"/>
                  <a:pt x="1282700" y="48019"/>
                </a:cubicBezTo>
                <a:cubicBezTo>
                  <a:pt x="1393825" y="-8073"/>
                  <a:pt x="1373187" y="-2252"/>
                  <a:pt x="1352550" y="3569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BB90CD-581D-AB50-FF73-B9C58A4DBDE5}"/>
              </a:ext>
            </a:extLst>
          </p:cNvPr>
          <p:cNvSpPr txBox="1"/>
          <p:nvPr/>
        </p:nvSpPr>
        <p:spPr>
          <a:xfrm>
            <a:off x="9006680" y="5769629"/>
            <a:ext cx="444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180</a:t>
            </a:r>
            <a:endParaRPr lang="ko-KR" altLang="en-US" sz="1100" b="1" dirty="0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41A66D4E-A7EB-8024-AAD1-6170F6D8F308}"/>
              </a:ext>
            </a:extLst>
          </p:cNvPr>
          <p:cNvSpPr/>
          <p:nvPr/>
        </p:nvSpPr>
        <p:spPr>
          <a:xfrm rot="17564201">
            <a:off x="10260491" y="5400185"/>
            <a:ext cx="378667" cy="147201"/>
          </a:xfrm>
          <a:custGeom>
            <a:avLst/>
            <a:gdLst>
              <a:gd name="csX0" fmla="*/ 0 w 1368884"/>
              <a:gd name="csY0" fmla="*/ 365519 h 378018"/>
              <a:gd name="csX1" fmla="*/ 685800 w 1368884"/>
              <a:gd name="csY1" fmla="*/ 340119 h 378018"/>
              <a:gd name="csX2" fmla="*/ 1282700 w 1368884"/>
              <a:gd name="csY2" fmla="*/ 48019 h 378018"/>
              <a:gd name="csX3" fmla="*/ 1352550 w 1368884"/>
              <a:gd name="csY3" fmla="*/ 3569 h 3780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68884" h="378018">
                <a:moveTo>
                  <a:pt x="0" y="365519"/>
                </a:moveTo>
                <a:cubicBezTo>
                  <a:pt x="236008" y="379277"/>
                  <a:pt x="472017" y="393036"/>
                  <a:pt x="685800" y="340119"/>
                </a:cubicBezTo>
                <a:cubicBezTo>
                  <a:pt x="899583" y="287202"/>
                  <a:pt x="1171575" y="104111"/>
                  <a:pt x="1282700" y="48019"/>
                </a:cubicBezTo>
                <a:cubicBezTo>
                  <a:pt x="1393825" y="-8073"/>
                  <a:pt x="1373187" y="-2252"/>
                  <a:pt x="1352550" y="3569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D08558-1A8D-4BEB-B9C3-5AF8F44B6B2E}"/>
              </a:ext>
            </a:extLst>
          </p:cNvPr>
          <p:cNvSpPr txBox="1"/>
          <p:nvPr/>
        </p:nvSpPr>
        <p:spPr>
          <a:xfrm>
            <a:off x="10445749" y="5358053"/>
            <a:ext cx="444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00B0F0"/>
                </a:solidFill>
              </a:rPr>
              <a:t>130</a:t>
            </a:r>
            <a:endParaRPr lang="ko-KR" altLang="en-US" sz="1100" b="1" dirty="0">
              <a:solidFill>
                <a:srgbClr val="00B0F0"/>
              </a:solidFill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248958A2-CF3E-35EC-E658-0C603E8C3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546" y="3848100"/>
            <a:ext cx="5145196" cy="2908733"/>
          </a:xfrm>
          <a:prstGeom prst="rect">
            <a:avLst/>
          </a:prstGeom>
        </p:spPr>
      </p:pic>
      <p:sp>
        <p:nvSpPr>
          <p:cNvPr id="26" name="타원 25">
            <a:extLst>
              <a:ext uri="{FF2B5EF4-FFF2-40B4-BE49-F238E27FC236}">
                <a16:creationId xmlns:a16="http://schemas.microsoft.com/office/drawing/2014/main" id="{2E264274-CD05-9E51-F18A-77684422FB7B}"/>
              </a:ext>
            </a:extLst>
          </p:cNvPr>
          <p:cNvSpPr/>
          <p:nvPr/>
        </p:nvSpPr>
        <p:spPr>
          <a:xfrm rot="19743251">
            <a:off x="3404612" y="4949615"/>
            <a:ext cx="983419" cy="1985490"/>
          </a:xfrm>
          <a:prstGeom prst="ellipse">
            <a:avLst/>
          </a:prstGeom>
          <a:noFill/>
          <a:ln w="381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98E087C4-0AFD-B50E-BA8C-5DD18DC0025B}"/>
              </a:ext>
            </a:extLst>
          </p:cNvPr>
          <p:cNvGrpSpPr/>
          <p:nvPr/>
        </p:nvGrpSpPr>
        <p:grpSpPr>
          <a:xfrm>
            <a:off x="9193725" y="4933560"/>
            <a:ext cx="1252024" cy="1022234"/>
            <a:chOff x="9193725" y="4933560"/>
            <a:chExt cx="1252024" cy="1022234"/>
          </a:xfrm>
        </p:grpSpPr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CCC09B08-7980-3E55-0327-7751FB5EA53A}"/>
                </a:ext>
              </a:extLst>
            </p:cNvPr>
            <p:cNvCxnSpPr>
              <a:cxnSpLocks/>
            </p:cNvCxnSpPr>
            <p:nvPr/>
          </p:nvCxnSpPr>
          <p:spPr>
            <a:xfrm>
              <a:off x="9923003" y="4936014"/>
              <a:ext cx="522746" cy="322004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B75011D7-9C89-2CC4-8E01-7DD6BDB85E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5913" y="4933560"/>
              <a:ext cx="757644" cy="672594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F678CC73-178E-E478-3819-AC3CCDC3B7C2}"/>
                </a:ext>
              </a:extLst>
            </p:cNvPr>
            <p:cNvCxnSpPr>
              <a:cxnSpLocks/>
              <a:endCxn id="19" idx="3"/>
            </p:cNvCxnSpPr>
            <p:nvPr/>
          </p:nvCxnSpPr>
          <p:spPr>
            <a:xfrm flipH="1">
              <a:off x="9659332" y="5258018"/>
              <a:ext cx="786417" cy="697776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21668EDB-5984-DDDE-C103-81BDA98CC458}"/>
                </a:ext>
              </a:extLst>
            </p:cNvPr>
            <p:cNvCxnSpPr>
              <a:cxnSpLocks/>
              <a:endCxn id="19" idx="3"/>
            </p:cNvCxnSpPr>
            <p:nvPr/>
          </p:nvCxnSpPr>
          <p:spPr>
            <a:xfrm>
              <a:off x="9193725" y="5605464"/>
              <a:ext cx="465607" cy="350330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자유형: 도형 43">
            <a:extLst>
              <a:ext uri="{FF2B5EF4-FFF2-40B4-BE49-F238E27FC236}">
                <a16:creationId xmlns:a16="http://schemas.microsoft.com/office/drawing/2014/main" id="{1133EAE6-053C-05D3-4C74-6E7AF4C2698E}"/>
              </a:ext>
            </a:extLst>
          </p:cNvPr>
          <p:cNvSpPr/>
          <p:nvPr/>
        </p:nvSpPr>
        <p:spPr>
          <a:xfrm rot="9958893">
            <a:off x="9106383" y="5036555"/>
            <a:ext cx="908528" cy="472953"/>
          </a:xfrm>
          <a:custGeom>
            <a:avLst/>
            <a:gdLst>
              <a:gd name="csX0" fmla="*/ 0 w 1368884"/>
              <a:gd name="csY0" fmla="*/ 365519 h 378018"/>
              <a:gd name="csX1" fmla="*/ 685800 w 1368884"/>
              <a:gd name="csY1" fmla="*/ 340119 h 378018"/>
              <a:gd name="csX2" fmla="*/ 1282700 w 1368884"/>
              <a:gd name="csY2" fmla="*/ 48019 h 378018"/>
              <a:gd name="csX3" fmla="*/ 1352550 w 1368884"/>
              <a:gd name="csY3" fmla="*/ 3569 h 3780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68884" h="378018">
                <a:moveTo>
                  <a:pt x="0" y="365519"/>
                </a:moveTo>
                <a:cubicBezTo>
                  <a:pt x="236008" y="379277"/>
                  <a:pt x="472017" y="393036"/>
                  <a:pt x="685800" y="340119"/>
                </a:cubicBezTo>
                <a:cubicBezTo>
                  <a:pt x="899583" y="287202"/>
                  <a:pt x="1171575" y="104111"/>
                  <a:pt x="1282700" y="48019"/>
                </a:cubicBezTo>
                <a:cubicBezTo>
                  <a:pt x="1393825" y="-8073"/>
                  <a:pt x="1373187" y="-2252"/>
                  <a:pt x="1352550" y="3569"/>
                </a:cubicBezTo>
              </a:path>
            </a:pathLst>
          </a:cu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AC0123-D5AD-D0D1-241B-A42D42470305}"/>
              </a:ext>
            </a:extLst>
          </p:cNvPr>
          <p:cNvSpPr txBox="1"/>
          <p:nvPr/>
        </p:nvSpPr>
        <p:spPr>
          <a:xfrm>
            <a:off x="9110805" y="4763965"/>
            <a:ext cx="4445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FF00FF"/>
                </a:solidFill>
              </a:rPr>
              <a:t>약 </a:t>
            </a:r>
            <a:r>
              <a:rPr lang="en-US" altLang="ko-KR" sz="1100" b="1" dirty="0">
                <a:solidFill>
                  <a:srgbClr val="FF00FF"/>
                </a:solidFill>
              </a:rPr>
              <a:t>240</a:t>
            </a:r>
            <a:endParaRPr lang="ko-KR" altLang="en-US" sz="1100" b="1" dirty="0">
              <a:solidFill>
                <a:srgbClr val="FF00FF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E3ECDD1-D835-B4B8-3757-2BEBD4A3B0C7}"/>
              </a:ext>
            </a:extLst>
          </p:cNvPr>
          <p:cNvSpPr txBox="1"/>
          <p:nvPr/>
        </p:nvSpPr>
        <p:spPr>
          <a:xfrm>
            <a:off x="7720920" y="256117"/>
            <a:ext cx="1972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</a:rPr>
              <a:t>&lt;</a:t>
            </a:r>
            <a:r>
              <a:rPr lang="ko-KR" altLang="en-US" sz="2400" b="1" dirty="0">
                <a:solidFill>
                  <a:schemeClr val="bg1"/>
                </a:solidFill>
              </a:rPr>
              <a:t>사진</a:t>
            </a:r>
            <a:r>
              <a:rPr lang="en-US" altLang="ko-KR" sz="2400" b="1" dirty="0">
                <a:solidFill>
                  <a:schemeClr val="bg1"/>
                </a:solidFill>
              </a:rPr>
              <a:t>1&gt;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0CD38F-4601-E4D5-82B4-F25404013D9E}"/>
              </a:ext>
            </a:extLst>
          </p:cNvPr>
          <p:cNvSpPr txBox="1"/>
          <p:nvPr/>
        </p:nvSpPr>
        <p:spPr>
          <a:xfrm>
            <a:off x="2451297" y="3874965"/>
            <a:ext cx="1972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</a:rPr>
              <a:t>&lt;</a:t>
            </a:r>
            <a:r>
              <a:rPr lang="ko-KR" altLang="en-US" sz="2400" b="1" dirty="0">
                <a:solidFill>
                  <a:schemeClr val="bg1"/>
                </a:solidFill>
              </a:rPr>
              <a:t>사진</a:t>
            </a:r>
            <a:r>
              <a:rPr lang="en-US" altLang="ko-KR" sz="2400" b="1" dirty="0">
                <a:solidFill>
                  <a:schemeClr val="bg1"/>
                </a:solidFill>
              </a:rPr>
              <a:t>2&gt;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054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3799</TotalTime>
  <Words>690</Words>
  <Application>Microsoft Office PowerPoint</Application>
  <PresentationFormat>와이드스크린</PresentationFormat>
  <Paragraphs>154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실내 몬스터 기획 Spider (거미)</vt:lpstr>
      <vt:lpstr>몬스터 사이즈</vt:lpstr>
      <vt:lpstr>목차</vt:lpstr>
      <vt:lpstr>설명</vt:lpstr>
      <vt:lpstr>FSM</vt:lpstr>
      <vt:lpstr>FSM</vt:lpstr>
      <vt:lpstr>FSM</vt:lpstr>
      <vt:lpstr>정보</vt:lpstr>
      <vt:lpstr>정보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이하나 윤</dc:creator>
  <cp:lastModifiedBy>이하나 윤</cp:lastModifiedBy>
  <cp:revision>145</cp:revision>
  <dcterms:created xsi:type="dcterms:W3CDTF">2025-07-11T11:24:26Z</dcterms:created>
  <dcterms:modified xsi:type="dcterms:W3CDTF">2026-06-06T06:46:24Z</dcterms:modified>
</cp:coreProperties>
</file>