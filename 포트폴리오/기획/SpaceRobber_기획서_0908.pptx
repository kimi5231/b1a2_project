
<file path=[Content_Types].xml><?xml version="1.0" encoding="utf-8"?>
<Types xmlns="http://schemas.openxmlformats.org/package/2006/content-types">
  <Default Extension="glb" ContentType="model/gltf.binary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9"/>
  </p:notesMasterIdLst>
  <p:sldIdLst>
    <p:sldId id="256" r:id="rId2"/>
    <p:sldId id="278" r:id="rId3"/>
    <p:sldId id="279" r:id="rId4"/>
    <p:sldId id="280" r:id="rId5"/>
    <p:sldId id="281" r:id="rId6"/>
    <p:sldId id="343" r:id="rId7"/>
    <p:sldId id="344" r:id="rId8"/>
    <p:sldId id="345" r:id="rId9"/>
    <p:sldId id="346" r:id="rId10"/>
    <p:sldId id="349" r:id="rId11"/>
    <p:sldId id="360" r:id="rId12"/>
    <p:sldId id="361" r:id="rId13"/>
    <p:sldId id="362" r:id="rId14"/>
    <p:sldId id="363" r:id="rId15"/>
    <p:sldId id="356" r:id="rId16"/>
    <p:sldId id="357" r:id="rId17"/>
    <p:sldId id="358" r:id="rId18"/>
    <p:sldId id="359" r:id="rId19"/>
    <p:sldId id="260" r:id="rId20"/>
    <p:sldId id="261" r:id="rId21"/>
    <p:sldId id="262" r:id="rId22"/>
    <p:sldId id="263" r:id="rId23"/>
    <p:sldId id="293" r:id="rId24"/>
    <p:sldId id="385" r:id="rId25"/>
    <p:sldId id="298" r:id="rId26"/>
    <p:sldId id="296" r:id="rId27"/>
    <p:sldId id="297" r:id="rId28"/>
    <p:sldId id="313" r:id="rId29"/>
    <p:sldId id="371" r:id="rId30"/>
    <p:sldId id="314" r:id="rId31"/>
    <p:sldId id="315" r:id="rId32"/>
    <p:sldId id="372" r:id="rId33"/>
    <p:sldId id="373" r:id="rId34"/>
    <p:sldId id="275" r:id="rId35"/>
    <p:sldId id="276" r:id="rId36"/>
    <p:sldId id="374" r:id="rId37"/>
    <p:sldId id="375" r:id="rId38"/>
    <p:sldId id="376" r:id="rId39"/>
    <p:sldId id="377" r:id="rId40"/>
    <p:sldId id="378" r:id="rId41"/>
    <p:sldId id="379" r:id="rId42"/>
    <p:sldId id="289" r:id="rId43"/>
    <p:sldId id="290" r:id="rId44"/>
    <p:sldId id="386" r:id="rId45"/>
    <p:sldId id="291" r:id="rId46"/>
    <p:sldId id="284" r:id="rId47"/>
    <p:sldId id="292" r:id="rId48"/>
    <p:sldId id="380" r:id="rId49"/>
    <p:sldId id="381" r:id="rId50"/>
    <p:sldId id="295" r:id="rId51"/>
    <p:sldId id="382" r:id="rId52"/>
    <p:sldId id="383" r:id="rId53"/>
    <p:sldId id="384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7" r:id="rId62"/>
    <p:sldId id="308" r:id="rId63"/>
    <p:sldId id="309" r:id="rId64"/>
    <p:sldId id="310" r:id="rId65"/>
    <p:sldId id="311" r:id="rId66"/>
    <p:sldId id="364" r:id="rId67"/>
    <p:sldId id="365" r:id="rId68"/>
    <p:sldId id="366" r:id="rId69"/>
    <p:sldId id="367" r:id="rId70"/>
    <p:sldId id="368" r:id="rId71"/>
    <p:sldId id="369" r:id="rId72"/>
    <p:sldId id="370" r:id="rId73"/>
    <p:sldId id="355" r:id="rId74"/>
    <p:sldId id="257" r:id="rId75"/>
    <p:sldId id="258" r:id="rId76"/>
    <p:sldId id="259" r:id="rId77"/>
    <p:sldId id="312" r:id="rId7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95C9D5-EF52-4D9B-8878-54ADCFBDBA55}" v="62" dt="2026-09-07T23:00:15.2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28" autoAdjust="0"/>
    <p:restoredTop sz="94660"/>
  </p:normalViewPr>
  <p:slideViewPr>
    <p:cSldViewPr snapToGrid="0">
      <p:cViewPr varScale="1">
        <p:scale>
          <a:sx n="75" d="100"/>
          <a:sy n="75" d="100"/>
        </p:scale>
        <p:origin x="78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6/11/relationships/changesInfo" Target="changesInfos/changesInfo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하나 윤" userId="f658f17427b35de9" providerId="LiveId" clId="{EE219EC4-0B48-4DAA-B6C8-F5305E865B87}"/>
    <pc:docChg chg="undo redo custSel addSld delSld modSld sldOrd modNotesMaster">
      <pc:chgData name="이하나 윤" userId="f658f17427b35de9" providerId="LiveId" clId="{EE219EC4-0B48-4DAA-B6C8-F5305E865B87}" dt="2026-09-07T23:02:40.049" v="646" actId="20577"/>
      <pc:docMkLst>
        <pc:docMk/>
      </pc:docMkLst>
      <pc:sldChg chg="addSp modSp mod setBg">
        <pc:chgData name="이하나 윤" userId="f658f17427b35de9" providerId="LiveId" clId="{EE219EC4-0B48-4DAA-B6C8-F5305E865B87}" dt="2026-09-07T23:02:26.120" v="633" actId="20577"/>
        <pc:sldMkLst>
          <pc:docMk/>
          <pc:sldMk cId="3967405001" sldId="256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967405001" sldId="256"/>
            <ac:spMk id="2" creationId="{FB42BD49-EE3D-5C37-4CEC-6F6D9AE6D095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967405001" sldId="256"/>
            <ac:spMk id="3" creationId="{2684A5D5-9209-C541-5621-EDBE37828E2C}"/>
          </ac:spMkLst>
        </pc:spChg>
        <pc:spChg chg="add mod">
          <ac:chgData name="이하나 윤" userId="f658f17427b35de9" providerId="LiveId" clId="{EE219EC4-0B48-4DAA-B6C8-F5305E865B87}" dt="2026-09-07T23:02:26.120" v="633" actId="20577"/>
          <ac:spMkLst>
            <pc:docMk/>
            <pc:sldMk cId="3967405001" sldId="256"/>
            <ac:spMk id="4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967405001" sldId="256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967405001" sldId="256"/>
            <ac:spMk id="6" creationId="{00000000-0000-0000-0000-000000000000}"/>
          </ac:spMkLst>
        </pc:sp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2933471244" sldId="257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2933471244" sldId="257"/>
            <ac:spMk id="2" creationId="{60477E6B-CAF6-C6FC-47D1-1EEF4220CF19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2933471244" sldId="257"/>
            <ac:spMk id="3" creationId="{6789F802-A3C5-4DCB-17A9-144AA3213D89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2933471244" sldId="257"/>
            <ac:spMk id="4" creationId="{32CFA60A-94AE-1275-B5B1-617CE2FAC7B3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2933471244" sldId="257"/>
            <ac:spMk id="5" creationId="{B435E29C-66DC-F9B3-C962-2593AC9F54A9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933471244" sldId="257"/>
            <ac:spMk id="8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933471244" sldId="257"/>
            <ac:spMk id="9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933471244" sldId="257"/>
            <ac:spMk id="10" creationId="{00000000-0000-0000-0000-000000000000}"/>
          </ac:spMkLst>
        </pc:spChg>
        <pc:picChg chg="add mod">
          <ac:chgData name="이하나 윤" userId="f658f17427b35de9" providerId="LiveId" clId="{EE219EC4-0B48-4DAA-B6C8-F5305E865B87}" dt="2026-09-07T22:52:04.569" v="321" actId="26606"/>
          <ac:picMkLst>
            <pc:docMk/>
            <pc:sldMk cId="2933471244" sldId="257"/>
            <ac:picMk id="7" creationId="{B92B8F92-F5C0-039C-E2C2-6BB0B3193206}"/>
          </ac:picMkLst>
        </pc:pic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1861032196" sldId="258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861032196" sldId="258"/>
            <ac:spMk id="2" creationId="{F7A22232-5FCA-24F1-971E-5965B8D1C0F6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861032196" sldId="258"/>
            <ac:spMk id="3" creationId="{3F62BDCE-BAA8-F829-C712-173D9FC390B1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861032196" sldId="258"/>
            <ac:spMk id="4" creationId="{57CD5A3B-EBB1-3602-6B8F-B398C03D23A8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861032196" sldId="258"/>
            <ac:spMk id="5" creationId="{5CBBA0BA-7247-717F-706E-38161C476969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861032196" sldId="258"/>
            <ac:spMk id="18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861032196" sldId="258"/>
            <ac:spMk id="19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861032196" sldId="258"/>
            <ac:spMk id="20" creationId="{00000000-0000-0000-0000-000000000000}"/>
          </ac:spMkLst>
        </pc:spChg>
        <pc:grpChg chg="add mod">
          <ac:chgData name="이하나 윤" userId="f658f17427b35de9" providerId="LiveId" clId="{EE219EC4-0B48-4DAA-B6C8-F5305E865B87}" dt="2026-09-07T22:52:04.569" v="321" actId="26606"/>
          <ac:grpSpMkLst>
            <pc:docMk/>
            <pc:sldMk cId="1861032196" sldId="258"/>
            <ac:grpSpMk id="16" creationId="{BB9E2085-5EAF-8EBD-CA2B-8A20BDEED788}"/>
          </ac:grpSpMkLst>
        </pc:grpChg>
        <pc:grpChg chg="add mod">
          <ac:chgData name="이하나 윤" userId="f658f17427b35de9" providerId="LiveId" clId="{EE219EC4-0B48-4DAA-B6C8-F5305E865B87}" dt="2026-09-07T22:52:04.569" v="321" actId="26606"/>
          <ac:grpSpMkLst>
            <pc:docMk/>
            <pc:sldMk cId="1861032196" sldId="258"/>
            <ac:grpSpMk id="17" creationId="{0E2FC444-9536-49D6-C691-090F33DE505B}"/>
          </ac:grpSpMkLst>
        </pc:grpChg>
      </pc:sldChg>
      <pc:sldChg chg="addSp delSp modSp add mod setBg">
        <pc:chgData name="이하나 윤" userId="f658f17427b35de9" providerId="LiveId" clId="{EE219EC4-0B48-4DAA-B6C8-F5305E865B87}" dt="2026-09-07T23:02:11.653" v="627" actId="20577"/>
        <pc:sldMkLst>
          <pc:docMk/>
          <pc:sldMk cId="1584855652" sldId="259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584855652" sldId="259"/>
            <ac:spMk id="2" creationId="{6C1356A9-CC18-CD57-EB68-D78331964E54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584855652" sldId="259"/>
            <ac:spMk id="3" creationId="{329FDB8F-BF35-A833-6A39-C6F4F278A08E}"/>
          </ac:spMkLst>
        </pc:spChg>
        <pc:spChg chg="mod">
          <ac:chgData name="이하나 윤" userId="f658f17427b35de9" providerId="LiveId" clId="{EE219EC4-0B48-4DAA-B6C8-F5305E865B87}" dt="2026-09-07T23:02:11.653" v="627" actId="20577"/>
          <ac:spMkLst>
            <pc:docMk/>
            <pc:sldMk cId="1584855652" sldId="259"/>
            <ac:spMk id="4" creationId="{EB789C83-7DE3-19B9-F945-DFD6A66BE05C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584855652" sldId="259"/>
            <ac:spMk id="5" creationId="{DE86BF9A-89A1-4E3B-1EE7-4A5E05347FF5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584855652" sldId="259"/>
            <ac:spMk id="7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584855652" sldId="259"/>
            <ac:spMk id="8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584855652" sldId="259"/>
            <ac:spMk id="9" creationId="{00000000-0000-0000-0000-000000000000}"/>
          </ac:spMkLst>
        </pc:spChg>
        <pc:picChg chg="mod">
          <ac:chgData name="이하나 윤" userId="f658f17427b35de9" providerId="LiveId" clId="{EE219EC4-0B48-4DAA-B6C8-F5305E865B87}" dt="2026-09-07T22:52:04.569" v="321" actId="26606"/>
          <ac:picMkLst>
            <pc:docMk/>
            <pc:sldMk cId="1584855652" sldId="259"/>
            <ac:picMk id="6" creationId="{AE13AAD9-5E15-FC6D-CDAF-EF4C39B19AE7}"/>
          </ac:picMkLst>
        </pc:pic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2083191590" sldId="260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2083191590" sldId="260"/>
            <ac:spMk id="2" creationId="{83FC5C26-8372-ED12-095B-30B823EF59BE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2083191590" sldId="260"/>
            <ac:spMk id="3" creationId="{616D8C0E-9698-07E7-D841-8FFDCCAFA0E7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2083191590" sldId="260"/>
            <ac:spMk id="4" creationId="{CAF0B6D5-3465-511B-5514-24523B11BFD4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083191590" sldId="260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083191590" sldId="260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083191590" sldId="260"/>
            <ac:spMk id="7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2083191590" sldId="260"/>
            <ac:spMk id="8" creationId="{30E97EAE-24B9-3D42-1A7C-CC46406B76C7}"/>
          </ac:spMkLst>
        </pc:spChg>
      </pc:sldChg>
      <pc:sldChg chg="addSp delSp modSp add mod setBg">
        <pc:chgData name="이하나 윤" userId="f658f17427b35de9" providerId="LiveId" clId="{EE219EC4-0B48-4DAA-B6C8-F5305E865B87}" dt="2026-09-07T22:54:51.646" v="369" actId="20577"/>
        <pc:sldMkLst>
          <pc:docMk/>
          <pc:sldMk cId="2347824840" sldId="261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2347824840" sldId="261"/>
            <ac:spMk id="2" creationId="{5135C4C8-092F-9768-D072-0F5A9113C8C0}"/>
          </ac:spMkLst>
        </pc:spChg>
        <pc:spChg chg="mod">
          <ac:chgData name="이하나 윤" userId="f658f17427b35de9" providerId="LiveId" clId="{EE219EC4-0B48-4DAA-B6C8-F5305E865B87}" dt="2026-09-07T22:54:51.646" v="369" actId="20577"/>
          <ac:spMkLst>
            <pc:docMk/>
            <pc:sldMk cId="2347824840" sldId="261"/>
            <ac:spMk id="3" creationId="{175CE80B-B68B-4F06-834D-02224F1F159C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2347824840" sldId="261"/>
            <ac:spMk id="4" creationId="{400C7F6A-29E2-B73D-81D5-9CBBFC2FB5DE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347824840" sldId="261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347824840" sldId="261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347824840" sldId="261"/>
            <ac:spMk id="7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2347824840" sldId="261"/>
            <ac:spMk id="8" creationId="{FA961384-1F79-370B-BA5F-D89BE1F790B6}"/>
          </ac:spMkLst>
        </pc:spChg>
      </pc:sldChg>
      <pc:sldChg chg="addSp delSp modSp add mod setBg">
        <pc:chgData name="이하나 윤" userId="f658f17427b35de9" providerId="LiveId" clId="{EE219EC4-0B48-4DAA-B6C8-F5305E865B87}" dt="2026-09-07T22:54:59.720" v="372" actId="14100"/>
        <pc:sldMkLst>
          <pc:docMk/>
          <pc:sldMk cId="3470717976" sldId="262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3470717976" sldId="262"/>
            <ac:spMk id="2" creationId="{84DA8362-E141-CFDE-92C2-BF127B915131}"/>
          </ac:spMkLst>
        </pc:spChg>
        <pc:spChg chg="mod">
          <ac:chgData name="이하나 윤" userId="f658f17427b35de9" providerId="LiveId" clId="{EE219EC4-0B48-4DAA-B6C8-F5305E865B87}" dt="2026-09-07T22:54:54.807" v="371" actId="20577"/>
          <ac:spMkLst>
            <pc:docMk/>
            <pc:sldMk cId="3470717976" sldId="262"/>
            <ac:spMk id="3" creationId="{E2121157-E94B-ED0B-2B38-00EFAF926128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470717976" sldId="262"/>
            <ac:spMk id="4" creationId="{513F0BAE-0757-EFC8-A2BB-7DCBEFFABE0A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3470717976" sldId="262"/>
            <ac:spMk id="5" creationId="{FC20B76F-063F-445D-A14A-547DC8DA0984}"/>
          </ac:spMkLst>
        </pc:spChg>
        <pc:spChg chg="mod">
          <ac:chgData name="이하나 윤" userId="f658f17427b35de9" providerId="LiveId" clId="{EE219EC4-0B48-4DAA-B6C8-F5305E865B87}" dt="2026-09-07T22:54:59.720" v="372" actId="14100"/>
          <ac:spMkLst>
            <pc:docMk/>
            <pc:sldMk cId="3470717976" sldId="262"/>
            <ac:spMk id="11" creationId="{23560127-5D25-431F-9BFD-D9FD959C41B7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470717976" sldId="262"/>
            <ac:spMk id="13" creationId="{80AF2B25-7938-DE39-6932-520D020E1E26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470717976" sldId="262"/>
            <ac:spMk id="1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470717976" sldId="262"/>
            <ac:spMk id="17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470717976" sldId="262"/>
            <ac:spMk id="18" creationId="{00000000-0000-0000-0000-000000000000}"/>
          </ac:spMkLst>
        </pc:spChg>
        <pc:graphicFrameChg chg="mod">
          <ac:chgData name="이하나 윤" userId="f658f17427b35de9" providerId="LiveId" clId="{EE219EC4-0B48-4DAA-B6C8-F5305E865B87}" dt="2026-09-07T22:52:04.569" v="321" actId="26606"/>
          <ac:graphicFrameMkLst>
            <pc:docMk/>
            <pc:sldMk cId="3470717976" sldId="262"/>
            <ac:graphicFrameMk id="9" creationId="{1FB1A24C-2B59-FB07-F836-DA0DF7B14982}"/>
          </ac:graphicFrameMkLst>
        </pc:graphicFrame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2617064064" sldId="263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2617064064" sldId="263"/>
            <ac:spMk id="2" creationId="{18A13CCE-F900-BCBE-5891-283970589708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2617064064" sldId="263"/>
            <ac:spMk id="3" creationId="{EEB89882-6346-174A-C42B-AB628945F63F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2617064064" sldId="263"/>
            <ac:spMk id="4" creationId="{7B27F857-6218-62E4-87F4-B194600B2EE9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617064064" sldId="263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617064064" sldId="263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617064064" sldId="263"/>
            <ac:spMk id="7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2617064064" sldId="263"/>
            <ac:spMk id="8" creationId="{73B2060F-FFE2-D8AE-3FBB-91F75E15282D}"/>
          </ac:spMkLst>
        </pc:sp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1147331172" sldId="275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147331172" sldId="275"/>
            <ac:spMk id="2" creationId="{D92A324E-C438-DA80-FB5C-73415EC1AA5E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147331172" sldId="275"/>
            <ac:spMk id="3" creationId="{83BF2BCB-9D67-967A-0472-3BD857D708D2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147331172" sldId="275"/>
            <ac:spMk id="4" creationId="{0BD4D502-4079-659A-54E3-558D0571FE6B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147331172" sldId="275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147331172" sldId="275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147331172" sldId="275"/>
            <ac:spMk id="7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1147331172" sldId="275"/>
            <ac:spMk id="8" creationId="{1FB015FB-4F5D-19FB-C960-CF3B0EA129B7}"/>
          </ac:spMkLst>
        </pc:spChg>
      </pc:sldChg>
      <pc:sldChg chg="addSp delSp modSp add mod setBg">
        <pc:chgData name="이하나 윤" userId="f658f17427b35de9" providerId="LiveId" clId="{EE219EC4-0B48-4DAA-B6C8-F5305E865B87}" dt="2026-09-07T22:55:46.710" v="414" actId="478"/>
        <pc:sldMkLst>
          <pc:docMk/>
          <pc:sldMk cId="1876407676" sldId="276"/>
        </pc:sldMkLst>
        <pc:spChg chg="del mod">
          <ac:chgData name="이하나 윤" userId="f658f17427b35de9" providerId="LiveId" clId="{EE219EC4-0B48-4DAA-B6C8-F5305E865B87}" dt="2026-09-07T22:55:32.441" v="384" actId="478"/>
          <ac:spMkLst>
            <pc:docMk/>
            <pc:sldMk cId="1876407676" sldId="276"/>
            <ac:spMk id="2" creationId="{B57DB4F0-7EF5-5BB2-65C1-ABA4C77B3623}"/>
          </ac:spMkLst>
        </pc:spChg>
        <pc:spChg chg="mod">
          <ac:chgData name="이하나 윤" userId="f658f17427b35de9" providerId="LiveId" clId="{EE219EC4-0B48-4DAA-B6C8-F5305E865B87}" dt="2026-09-07T22:55:40.622" v="412" actId="20577"/>
          <ac:spMkLst>
            <pc:docMk/>
            <pc:sldMk cId="1876407676" sldId="276"/>
            <ac:spMk id="3" creationId="{AB8F6189-7C92-C239-D73C-51C27314EEB2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876407676" sldId="276"/>
            <ac:spMk id="4" creationId="{93B17FE4-E16E-CD29-9BCC-5AAD16BC0EFD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876407676" sldId="276"/>
            <ac:spMk id="5" creationId="{14044AB5-EFEA-AEE6-07A5-3BDA3C0F0814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876407676" sldId="276"/>
            <ac:spMk id="8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876407676" sldId="276"/>
            <ac:spMk id="9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876407676" sldId="276"/>
            <ac:spMk id="10" creationId="{00000000-0000-0000-0000-000000000000}"/>
          </ac:spMkLst>
        </pc:spChg>
        <pc:spChg chg="add del mod">
          <ac:chgData name="이하나 윤" userId="f658f17427b35de9" providerId="LiveId" clId="{EE219EC4-0B48-4DAA-B6C8-F5305E865B87}" dt="2026-09-07T22:55:46.710" v="414" actId="478"/>
          <ac:spMkLst>
            <pc:docMk/>
            <pc:sldMk cId="1876407676" sldId="276"/>
            <ac:spMk id="11" creationId="{53271A14-146F-ECBC-6728-B3D41764C9DA}"/>
          </ac:spMkLst>
        </pc:spChg>
        <pc:graphicFrameChg chg="mod">
          <ac:chgData name="이하나 윤" userId="f658f17427b35de9" providerId="LiveId" clId="{EE219EC4-0B48-4DAA-B6C8-F5305E865B87}" dt="2026-09-07T22:55:45.539" v="413" actId="1076"/>
          <ac:graphicFrameMkLst>
            <pc:docMk/>
            <pc:sldMk cId="1876407676" sldId="276"/>
            <ac:graphicFrameMk id="7" creationId="{4FA18E49-8E88-DB32-6642-9CB3500C8C79}"/>
          </ac:graphicFrameMkLst>
        </pc:graphicFrameChg>
      </pc:sldChg>
      <pc:sldChg chg="addSp delSp modSp mod setBg">
        <pc:chgData name="이하나 윤" userId="f658f17427b35de9" providerId="LiveId" clId="{EE219EC4-0B48-4DAA-B6C8-F5305E865B87}" dt="2026-09-07T23:02:40.049" v="646" actId="20577"/>
        <pc:sldMkLst>
          <pc:docMk/>
          <pc:sldMk cId="999054308" sldId="278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999054308" sldId="278"/>
            <ac:spMk id="2" creationId="{957CC167-21B8-54F1-987F-C99E28C8C0A3}"/>
          </ac:spMkLst>
        </pc:spChg>
        <pc:spChg chg="mod">
          <ac:chgData name="이하나 윤" userId="f658f17427b35de9" providerId="LiveId" clId="{EE219EC4-0B48-4DAA-B6C8-F5305E865B87}" dt="2026-09-07T23:02:40.049" v="646" actId="20577"/>
          <ac:spMkLst>
            <pc:docMk/>
            <pc:sldMk cId="999054308" sldId="278"/>
            <ac:spMk id="3" creationId="{DBF5D852-DDD1-13EA-17E3-C94EA1D15CC1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999054308" sldId="278"/>
            <ac:spMk id="4" creationId="{1A543CB4-E206-FFC9-05F1-06F0FF8A3E3E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999054308" sldId="278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999054308" sldId="278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999054308" sldId="278"/>
            <ac:spMk id="7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999054308" sldId="278"/>
            <ac:spMk id="8" creationId="{467BB896-F823-E1BA-E98B-5490AE2536B6}"/>
          </ac:spMkLst>
        </pc:spChg>
      </pc:sldChg>
      <pc:sldChg chg="addSp delSp modSp mod setBg">
        <pc:chgData name="이하나 윤" userId="f658f17427b35de9" providerId="LiveId" clId="{EE219EC4-0B48-4DAA-B6C8-F5305E865B87}" dt="2026-09-07T22:53:40.992" v="332" actId="14100"/>
        <pc:sldMkLst>
          <pc:docMk/>
          <pc:sldMk cId="1871302452" sldId="279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871302452" sldId="279"/>
            <ac:spMk id="2" creationId="{969177EC-4EC7-5239-E313-532985D89C36}"/>
          </ac:spMkLst>
        </pc:spChg>
        <pc:spChg chg="mod">
          <ac:chgData name="이하나 윤" userId="f658f17427b35de9" providerId="LiveId" clId="{EE219EC4-0B48-4DAA-B6C8-F5305E865B87}" dt="2026-09-07T22:53:37.298" v="330" actId="1076"/>
          <ac:spMkLst>
            <pc:docMk/>
            <pc:sldMk cId="1871302452" sldId="279"/>
            <ac:spMk id="3" creationId="{E5E99D70-62E6-6018-F1E4-69A78D564C61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871302452" sldId="279"/>
            <ac:spMk id="4" creationId="{85DD6CF3-8CD7-FC15-4127-BBD198F725A2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871302452" sldId="279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871302452" sldId="279"/>
            <ac:spMk id="7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871302452" sldId="279"/>
            <ac:spMk id="8" creationId="{00000000-0000-0000-0000-000000000000}"/>
          </ac:spMkLst>
        </pc:spChg>
        <pc:graphicFrameChg chg="mod modGraphic">
          <ac:chgData name="이하나 윤" userId="f658f17427b35de9" providerId="LiveId" clId="{EE219EC4-0B48-4DAA-B6C8-F5305E865B87}" dt="2026-09-07T22:53:40.992" v="332" actId="14100"/>
          <ac:graphicFrameMkLst>
            <pc:docMk/>
            <pc:sldMk cId="1871302452" sldId="279"/>
            <ac:graphicFrameMk id="5" creationId="{F0CC7068-6DE4-39B6-F8FA-DA2A5DA0738F}"/>
          </ac:graphicFrameMkLst>
        </pc:graphicFrameChg>
      </pc:sldChg>
      <pc:sldChg chg="addSp delSp modSp add del mod setBg">
        <pc:chgData name="이하나 윤" userId="f658f17427b35de9" providerId="LiveId" clId="{EE219EC4-0B48-4DAA-B6C8-F5305E865B87}" dt="2026-09-07T22:52:04.569" v="321" actId="26606"/>
        <pc:sldMkLst>
          <pc:docMk/>
          <pc:sldMk cId="361436860" sldId="280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61436860" sldId="280"/>
            <ac:spMk id="2" creationId="{31794D91-99D6-93E2-A242-BE5300833778}"/>
          </ac:spMkLst>
        </pc:spChg>
        <pc:spChg chg="add del">
          <ac:chgData name="이하나 윤" userId="f658f17427b35de9" providerId="LiveId" clId="{EE219EC4-0B48-4DAA-B6C8-F5305E865B87}" dt="2026-09-07T22:44:01.023" v="262"/>
          <ac:spMkLst>
            <pc:docMk/>
            <pc:sldMk cId="361436860" sldId="280"/>
            <ac:spMk id="3" creationId="{39AC16DD-E4E1-E630-5EE4-11238F203706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361436860" sldId="280"/>
            <ac:spMk id="4" creationId="{EE7CB9BA-737C-41C3-FB20-8E6A60C83D0F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61436860" sldId="280"/>
            <ac:spMk id="7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61436860" sldId="280"/>
            <ac:spMk id="8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61436860" sldId="280"/>
            <ac:spMk id="9" creationId="{00000000-0000-0000-0000-000000000000}"/>
          </ac:spMkLst>
        </pc:spChg>
        <pc:graphicFrameChg chg="add mod">
          <ac:chgData name="이하나 윤" userId="f658f17427b35de9" providerId="LiveId" clId="{EE219EC4-0B48-4DAA-B6C8-F5305E865B87}" dt="2026-09-07T22:44:00.747" v="261"/>
          <ac:graphicFrameMkLst>
            <pc:docMk/>
            <pc:sldMk cId="361436860" sldId="280"/>
            <ac:graphicFrameMk id="5" creationId="{F0201E73-903E-DE69-DFAB-82DD76307361}"/>
          </ac:graphicFrameMkLst>
        </pc:graphicFrameChg>
        <pc:graphicFrameChg chg="add mod modGraphic">
          <ac:chgData name="이하나 윤" userId="f658f17427b35de9" providerId="LiveId" clId="{EE219EC4-0B48-4DAA-B6C8-F5305E865B87}" dt="2026-09-07T22:52:04.569" v="321" actId="26606"/>
          <ac:graphicFrameMkLst>
            <pc:docMk/>
            <pc:sldMk cId="361436860" sldId="280"/>
            <ac:graphicFrameMk id="6" creationId="{8329E176-5496-A6BF-C16B-44C464EB904D}"/>
          </ac:graphicFrameMkLst>
        </pc:graphicFrameChg>
      </pc:sldChg>
      <pc:sldChg chg="addSp delSp modSp add del mod setBg">
        <pc:chgData name="이하나 윤" userId="f658f17427b35de9" providerId="LiveId" clId="{EE219EC4-0B48-4DAA-B6C8-F5305E865B87}" dt="2026-09-07T22:52:04.569" v="321" actId="26606"/>
        <pc:sldMkLst>
          <pc:docMk/>
          <pc:sldMk cId="965235238" sldId="281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965235238" sldId="281"/>
            <ac:spMk id="2" creationId="{5D9D3A1D-5B69-8A2F-2D64-FA24E6329C91}"/>
          </ac:spMkLst>
        </pc:spChg>
        <pc:spChg chg="add del">
          <ac:chgData name="이하나 윤" userId="f658f17427b35de9" providerId="LiveId" clId="{EE219EC4-0B48-4DAA-B6C8-F5305E865B87}" dt="2026-09-07T22:44:32.762" v="275"/>
          <ac:spMkLst>
            <pc:docMk/>
            <pc:sldMk cId="965235238" sldId="281"/>
            <ac:spMk id="3" creationId="{28ED9837-700A-0980-795B-539E82BBAE38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965235238" sldId="281"/>
            <ac:spMk id="4" creationId="{D7544282-E32C-4BAF-605A-A269C9053165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965235238" sldId="281"/>
            <ac:spMk id="7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965235238" sldId="281"/>
            <ac:spMk id="8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965235238" sldId="281"/>
            <ac:spMk id="9" creationId="{00000000-0000-0000-0000-000000000000}"/>
          </ac:spMkLst>
        </pc:spChg>
        <pc:graphicFrameChg chg="add mod">
          <ac:chgData name="이하나 윤" userId="f658f17427b35de9" providerId="LiveId" clId="{EE219EC4-0B48-4DAA-B6C8-F5305E865B87}" dt="2026-09-07T22:44:32.651" v="274"/>
          <ac:graphicFrameMkLst>
            <pc:docMk/>
            <pc:sldMk cId="965235238" sldId="281"/>
            <ac:graphicFrameMk id="5" creationId="{F885CDB8-8145-86B8-A528-E9E5F3FEA2CF}"/>
          </ac:graphicFrameMkLst>
        </pc:graphicFrameChg>
        <pc:graphicFrameChg chg="add mod modGraphic">
          <ac:chgData name="이하나 윤" userId="f658f17427b35de9" providerId="LiveId" clId="{EE219EC4-0B48-4DAA-B6C8-F5305E865B87}" dt="2026-09-07T22:52:04.569" v="321" actId="26606"/>
          <ac:graphicFrameMkLst>
            <pc:docMk/>
            <pc:sldMk cId="965235238" sldId="281"/>
            <ac:graphicFrameMk id="6" creationId="{014DC15F-2B86-EAFB-F364-831D0FE75443}"/>
          </ac:graphicFrameMkLst>
        </pc:graphicFrameChg>
      </pc:sldChg>
      <pc:sldChg chg="del">
        <pc:chgData name="이하나 윤" userId="f658f17427b35de9" providerId="LiveId" clId="{EE219EC4-0B48-4DAA-B6C8-F5305E865B87}" dt="2026-09-07T22:37:01.930" v="124" actId="47"/>
        <pc:sldMkLst>
          <pc:docMk/>
          <pc:sldMk cId="1085010138" sldId="282"/>
        </pc:sldMkLst>
      </pc:sldChg>
      <pc:sldChg chg="add del">
        <pc:chgData name="이하나 윤" userId="f658f17427b35de9" providerId="LiveId" clId="{EE219EC4-0B48-4DAA-B6C8-F5305E865B87}" dt="2026-09-07T22:45:03.505" v="281" actId="47"/>
        <pc:sldMkLst>
          <pc:docMk/>
          <pc:sldMk cId="786276355" sldId="283"/>
        </pc:sldMkLst>
      </pc:sldChg>
      <pc:sldChg chg="add del">
        <pc:chgData name="이하나 윤" userId="f658f17427b35de9" providerId="LiveId" clId="{EE219EC4-0B48-4DAA-B6C8-F5305E865B87}" dt="2026-09-07T22:29:19.047" v="20" actId="47"/>
        <pc:sldMkLst>
          <pc:docMk/>
          <pc:sldMk cId="2532637448" sldId="284"/>
        </pc:sldMkLst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3157473569" sldId="284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3157473569" sldId="284"/>
            <ac:spMk id="2" creationId="{1A2315E5-D62A-2297-AA35-EFB032A323B0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157473569" sldId="284"/>
            <ac:spMk id="3" creationId="{26403A87-F891-1EAB-B191-1665504589E5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157473569" sldId="284"/>
            <ac:spMk id="4" creationId="{FBD27661-6347-E06A-1C78-937786248C2B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157473569" sldId="284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157473569" sldId="284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157473569" sldId="284"/>
            <ac:spMk id="7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3157473569" sldId="284"/>
            <ac:spMk id="8" creationId="{8A411847-C7BA-2B55-649C-968000B70E0D}"/>
          </ac:spMkLst>
        </pc:spChg>
      </pc:sldChg>
      <pc:sldChg chg="add del">
        <pc:chgData name="이하나 윤" userId="f658f17427b35de9" providerId="LiveId" clId="{EE219EC4-0B48-4DAA-B6C8-F5305E865B87}" dt="2026-09-07T22:43:50.084" v="259" actId="47"/>
        <pc:sldMkLst>
          <pc:docMk/>
          <pc:sldMk cId="3217189787" sldId="285"/>
        </pc:sldMkLst>
      </pc:sldChg>
      <pc:sldChg chg="add del">
        <pc:chgData name="이하나 윤" userId="f658f17427b35de9" providerId="LiveId" clId="{EE219EC4-0B48-4DAA-B6C8-F5305E865B87}" dt="2026-09-07T22:45:10.706" v="282" actId="47"/>
        <pc:sldMkLst>
          <pc:docMk/>
          <pc:sldMk cId="1366341159" sldId="286"/>
        </pc:sldMkLst>
      </pc:sldChg>
      <pc:sldChg chg="add del">
        <pc:chgData name="이하나 윤" userId="f658f17427b35de9" providerId="LiveId" clId="{EE219EC4-0B48-4DAA-B6C8-F5305E865B87}" dt="2026-09-07T22:45:15.412" v="284" actId="47"/>
        <pc:sldMkLst>
          <pc:docMk/>
          <pc:sldMk cId="2984094178" sldId="287"/>
        </pc:sldMkLst>
      </pc:sldChg>
      <pc:sldChg chg="add del">
        <pc:chgData name="이하나 윤" userId="f658f17427b35de9" providerId="LiveId" clId="{EE219EC4-0B48-4DAA-B6C8-F5305E865B87}" dt="2026-09-07T22:43:48.281" v="258" actId="47"/>
        <pc:sldMkLst>
          <pc:docMk/>
          <pc:sldMk cId="2798676931" sldId="288"/>
        </pc:sldMkLst>
      </pc:sldChg>
      <pc:sldChg chg="del">
        <pc:chgData name="이하나 윤" userId="f658f17427b35de9" providerId="LiveId" clId="{EE219EC4-0B48-4DAA-B6C8-F5305E865B87}" dt="2026-09-07T22:30:24.174" v="23" actId="47"/>
        <pc:sldMkLst>
          <pc:docMk/>
          <pc:sldMk cId="400022872" sldId="289"/>
        </pc:sldMkLst>
      </pc:sldChg>
      <pc:sldChg chg="add del">
        <pc:chgData name="이하나 윤" userId="f658f17427b35de9" providerId="LiveId" clId="{EE219EC4-0B48-4DAA-B6C8-F5305E865B87}" dt="2026-09-07T22:52:04.569" v="321" actId="26606"/>
        <pc:sldMkLst>
          <pc:docMk/>
          <pc:sldMk cId="2491056998" sldId="289"/>
        </pc:sldMkLst>
      </pc:sldChg>
      <pc:sldChg chg="del">
        <pc:chgData name="이하나 윤" userId="f658f17427b35de9" providerId="LiveId" clId="{EE219EC4-0B48-4DAA-B6C8-F5305E865B87}" dt="2026-09-07T22:30:24.174" v="23" actId="47"/>
        <pc:sldMkLst>
          <pc:docMk/>
          <pc:sldMk cId="127443925" sldId="290"/>
        </pc:sldMkLst>
      </pc:sldChg>
      <pc:sldChg chg="addSp delSp modSp add mod setBg">
        <pc:chgData name="이하나 윤" userId="f658f17427b35de9" providerId="LiveId" clId="{EE219EC4-0B48-4DAA-B6C8-F5305E865B87}" dt="2026-09-07T22:59:58.305" v="512" actId="20577"/>
        <pc:sldMkLst>
          <pc:docMk/>
          <pc:sldMk cId="268496110" sldId="290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268496110" sldId="290"/>
            <ac:spMk id="2" creationId="{B57DB4F0-7EF5-5BB2-65C1-ABA4C77B3623}"/>
          </ac:spMkLst>
        </pc:spChg>
        <pc:spChg chg="mod">
          <ac:chgData name="이하나 윤" userId="f658f17427b35de9" providerId="LiveId" clId="{EE219EC4-0B48-4DAA-B6C8-F5305E865B87}" dt="2026-09-07T22:59:58.305" v="512" actId="20577"/>
          <ac:spMkLst>
            <pc:docMk/>
            <pc:sldMk cId="268496110" sldId="290"/>
            <ac:spMk id="3" creationId="{AB8F6189-7C92-C239-D73C-51C27314EEB2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268496110" sldId="290"/>
            <ac:spMk id="5" creationId="{14044AB5-EFEA-AEE6-07A5-3BDA3C0F0814}"/>
          </ac:spMkLst>
        </pc:spChg>
        <pc:spChg chg="mod topLvl">
          <ac:chgData name="이하나 윤" userId="f658f17427b35de9" providerId="LiveId" clId="{EE219EC4-0B48-4DAA-B6C8-F5305E865B87}" dt="2026-09-07T22:58:47.263" v="483" actId="164"/>
          <ac:spMkLst>
            <pc:docMk/>
            <pc:sldMk cId="268496110" sldId="290"/>
            <ac:spMk id="6" creationId="{E206A308-DE11-6431-CBC1-7BD4EC66A927}"/>
          </ac:spMkLst>
        </pc:spChg>
        <pc:spChg chg="mod topLvl">
          <ac:chgData name="이하나 윤" userId="f658f17427b35de9" providerId="LiveId" clId="{EE219EC4-0B48-4DAA-B6C8-F5305E865B87}" dt="2026-09-07T22:58:47.263" v="483" actId="164"/>
          <ac:spMkLst>
            <pc:docMk/>
            <pc:sldMk cId="268496110" sldId="290"/>
            <ac:spMk id="10" creationId="{2A7E8FE1-1B12-FC07-FB90-27C93A7369C7}"/>
          </ac:spMkLst>
        </pc:spChg>
        <pc:spChg chg="mod topLvl">
          <ac:chgData name="이하나 윤" userId="f658f17427b35de9" providerId="LiveId" clId="{EE219EC4-0B48-4DAA-B6C8-F5305E865B87}" dt="2026-09-07T22:58:51.134" v="484" actId="164"/>
          <ac:spMkLst>
            <pc:docMk/>
            <pc:sldMk cId="268496110" sldId="290"/>
            <ac:spMk id="17" creationId="{2869D136-AB51-BCE1-3A68-D4047F4068A9}"/>
          </ac:spMkLst>
        </pc:spChg>
        <pc:spChg chg="mod topLvl">
          <ac:chgData name="이하나 윤" userId="f658f17427b35de9" providerId="LiveId" clId="{EE219EC4-0B48-4DAA-B6C8-F5305E865B87}" dt="2026-09-07T22:58:51.134" v="484" actId="164"/>
          <ac:spMkLst>
            <pc:docMk/>
            <pc:sldMk cId="268496110" sldId="290"/>
            <ac:spMk id="18" creationId="{4E3C05EE-D0A0-1E89-5010-F94625727D40}"/>
          </ac:spMkLst>
        </pc:spChg>
        <pc:spChg chg="mod topLvl">
          <ac:chgData name="이하나 윤" userId="f658f17427b35de9" providerId="LiveId" clId="{EE219EC4-0B48-4DAA-B6C8-F5305E865B87}" dt="2026-09-07T22:58:47.263" v="483" actId="164"/>
          <ac:spMkLst>
            <pc:docMk/>
            <pc:sldMk cId="268496110" sldId="290"/>
            <ac:spMk id="19" creationId="{9F00A004-012B-71D7-F251-E08BE8B38C78}"/>
          </ac:spMkLst>
        </pc:spChg>
        <pc:spChg chg="mod topLvl">
          <ac:chgData name="이하나 윤" userId="f658f17427b35de9" providerId="LiveId" clId="{EE219EC4-0B48-4DAA-B6C8-F5305E865B87}" dt="2026-09-07T22:58:47.263" v="483" actId="164"/>
          <ac:spMkLst>
            <pc:docMk/>
            <pc:sldMk cId="268496110" sldId="290"/>
            <ac:spMk id="37" creationId="{2B440CC7-D34D-F86E-291D-4547E3161261}"/>
          </ac:spMkLst>
        </pc:spChg>
        <pc:spChg chg="mod topLvl">
          <ac:chgData name="이하나 윤" userId="f658f17427b35de9" providerId="LiveId" clId="{EE219EC4-0B48-4DAA-B6C8-F5305E865B87}" dt="2026-09-07T22:58:47.263" v="483" actId="164"/>
          <ac:spMkLst>
            <pc:docMk/>
            <pc:sldMk cId="268496110" sldId="290"/>
            <ac:spMk id="39" creationId="{51F7B306-8EE6-B3E5-9DB5-155E649BBBDB}"/>
          </ac:spMkLst>
        </pc:spChg>
        <pc:spChg chg="mod topLvl">
          <ac:chgData name="이하나 윤" userId="f658f17427b35de9" providerId="LiveId" clId="{EE219EC4-0B48-4DAA-B6C8-F5305E865B87}" dt="2026-09-07T22:58:51.134" v="484" actId="164"/>
          <ac:spMkLst>
            <pc:docMk/>
            <pc:sldMk cId="268496110" sldId="290"/>
            <ac:spMk id="41" creationId="{356884C6-8501-BE2A-01B3-D7EFA57E9013}"/>
          </ac:spMkLst>
        </pc:spChg>
        <pc:spChg chg="mod topLvl">
          <ac:chgData name="이하나 윤" userId="f658f17427b35de9" providerId="LiveId" clId="{EE219EC4-0B48-4DAA-B6C8-F5305E865B87}" dt="2026-09-07T22:59:37.390" v="507" actId="164"/>
          <ac:spMkLst>
            <pc:docMk/>
            <pc:sldMk cId="268496110" sldId="290"/>
            <ac:spMk id="44" creationId="{A4C07CE2-232A-6108-12F1-9E71471A0AAD}"/>
          </ac:spMkLst>
        </pc:spChg>
        <pc:spChg chg="mod topLvl">
          <ac:chgData name="이하나 윤" userId="f658f17427b35de9" providerId="LiveId" clId="{EE219EC4-0B48-4DAA-B6C8-F5305E865B87}" dt="2026-09-07T22:58:51.134" v="484" actId="164"/>
          <ac:spMkLst>
            <pc:docMk/>
            <pc:sldMk cId="268496110" sldId="290"/>
            <ac:spMk id="46" creationId="{F0A92F67-21F3-4696-E4F6-DA62BD510CC6}"/>
          </ac:spMkLst>
        </pc:spChg>
        <pc:spChg chg="del mod">
          <ac:chgData name="이하나 윤" userId="f658f17427b35de9" providerId="LiveId" clId="{EE219EC4-0B48-4DAA-B6C8-F5305E865B87}" dt="2026-09-07T22:58:03.966" v="474" actId="478"/>
          <ac:spMkLst>
            <pc:docMk/>
            <pc:sldMk cId="268496110" sldId="290"/>
            <ac:spMk id="47" creationId="{1A395CE6-0F2F-5C39-69EA-3623280700EB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68496110" sldId="290"/>
            <ac:spMk id="48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68496110" sldId="290"/>
            <ac:spMk id="49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68496110" sldId="290"/>
            <ac:spMk id="50" creationId="{00000000-0000-0000-0000-000000000000}"/>
          </ac:spMkLst>
        </pc:spChg>
        <pc:grpChg chg="mod">
          <ac:chgData name="이하나 윤" userId="f658f17427b35de9" providerId="LiveId" clId="{EE219EC4-0B48-4DAA-B6C8-F5305E865B87}" dt="2026-09-07T22:58:05.863" v="476" actId="1076"/>
          <ac:grpSpMkLst>
            <pc:docMk/>
            <pc:sldMk cId="268496110" sldId="290"/>
            <ac:grpSpMk id="9" creationId="{52605FD7-5AC8-627A-2CEA-302C96C83654}"/>
          </ac:grpSpMkLst>
        </pc:grpChg>
        <pc:grpChg chg="add mod">
          <ac:chgData name="이하나 윤" userId="f658f17427b35de9" providerId="LiveId" clId="{EE219EC4-0B48-4DAA-B6C8-F5305E865B87}" dt="2026-09-07T22:57:53.740" v="472" actId="1076"/>
          <ac:grpSpMkLst>
            <pc:docMk/>
            <pc:sldMk cId="268496110" sldId="290"/>
            <ac:grpSpMk id="11" creationId="{FEEB6824-AA15-BC38-F997-8F85BA6150A7}"/>
          </ac:grpSpMkLst>
        </pc:grpChg>
        <pc:grpChg chg="add mod">
          <ac:chgData name="이하나 윤" userId="f658f17427b35de9" providerId="LiveId" clId="{EE219EC4-0B48-4DAA-B6C8-F5305E865B87}" dt="2026-09-07T22:59:37.390" v="507" actId="164"/>
          <ac:grpSpMkLst>
            <pc:docMk/>
            <pc:sldMk cId="268496110" sldId="290"/>
            <ac:grpSpMk id="12" creationId="{A0DC1D0F-9C95-DA8B-B682-B9D642AC5DA9}"/>
          </ac:grpSpMkLst>
        </pc:grpChg>
        <pc:grpChg chg="add del mod">
          <ac:chgData name="이하나 윤" userId="f658f17427b35de9" providerId="LiveId" clId="{EE219EC4-0B48-4DAA-B6C8-F5305E865B87}" dt="2026-09-07T22:59:52.218" v="510" actId="21"/>
          <ac:grpSpMkLst>
            <pc:docMk/>
            <pc:sldMk cId="268496110" sldId="290"/>
            <ac:grpSpMk id="13" creationId="{84DFAF3A-D380-96E5-C63E-6687FC7741B3}"/>
          </ac:grpSpMkLst>
        </pc:grpChg>
        <pc:grpChg chg="add del mod">
          <ac:chgData name="이하나 윤" userId="f658f17427b35de9" providerId="LiveId" clId="{EE219EC4-0B48-4DAA-B6C8-F5305E865B87}" dt="2026-09-07T22:59:52.218" v="510" actId="21"/>
          <ac:grpSpMkLst>
            <pc:docMk/>
            <pc:sldMk cId="268496110" sldId="290"/>
            <ac:grpSpMk id="14" creationId="{884E4EBA-08D5-C803-ADA5-45D5104F03C9}"/>
          </ac:grpSpMkLst>
        </pc:grpChg>
        <pc:graphicFrameChg chg="mod topLvl">
          <ac:chgData name="이하나 윤" userId="f658f17427b35de9" providerId="LiveId" clId="{EE219EC4-0B48-4DAA-B6C8-F5305E865B87}" dt="2026-09-07T22:58:47.263" v="483" actId="164"/>
          <ac:graphicFrameMkLst>
            <pc:docMk/>
            <pc:sldMk cId="268496110" sldId="290"/>
            <ac:graphicFrameMk id="4" creationId="{8498CBC7-1995-6DC7-F114-486FD09E2A9B}"/>
          </ac:graphicFrameMkLst>
        </pc:graphicFrameChg>
        <pc:graphicFrameChg chg="mod">
          <ac:chgData name="이하나 윤" userId="f658f17427b35de9" providerId="LiveId" clId="{EE219EC4-0B48-4DAA-B6C8-F5305E865B87}" dt="2026-09-07T22:52:04.569" v="321" actId="26606"/>
          <ac:graphicFrameMkLst>
            <pc:docMk/>
            <pc:sldMk cId="268496110" sldId="290"/>
            <ac:graphicFrameMk id="7" creationId="{4FA18E49-8E88-DB32-6642-9CB3500C8C79}"/>
          </ac:graphicFrameMkLst>
        </pc:graphicFrameChg>
        <pc:graphicFrameChg chg="del mod">
          <ac:chgData name="이하나 윤" userId="f658f17427b35de9" providerId="LiveId" clId="{EE219EC4-0B48-4DAA-B6C8-F5305E865B87}" dt="2026-09-07T22:59:32.880" v="506" actId="478"/>
          <ac:graphicFrameMkLst>
            <pc:docMk/>
            <pc:sldMk cId="268496110" sldId="290"/>
            <ac:graphicFrameMk id="8" creationId="{08F33489-AA9A-ED34-AA51-D1330E4A780D}"/>
          </ac:graphicFrameMkLst>
        </pc:graphicFrameChg>
        <pc:graphicFrameChg chg="mod">
          <ac:chgData name="이하나 윤" userId="f658f17427b35de9" providerId="LiveId" clId="{EE219EC4-0B48-4DAA-B6C8-F5305E865B87}" dt="2026-09-07T22:58:51.134" v="484" actId="164"/>
          <ac:graphicFrameMkLst>
            <pc:docMk/>
            <pc:sldMk cId="268496110" sldId="290"/>
            <ac:graphicFrameMk id="16" creationId="{D799A3D2-C526-D168-6FCB-E93503A21CE9}"/>
          </ac:graphicFrameMkLst>
        </pc:graphicFrameChg>
        <pc:inkChg chg="mod">
          <ac:chgData name="이하나 윤" userId="f658f17427b35de9" providerId="LiveId" clId="{EE219EC4-0B48-4DAA-B6C8-F5305E865B87}" dt="2026-09-07T22:58:47.263" v="483" actId="164"/>
          <ac:inkMkLst>
            <pc:docMk/>
            <pc:sldMk cId="268496110" sldId="290"/>
            <ac:inkMk id="29" creationId="{0BCCF697-40E4-B8D6-7701-5FF0F3021E80}"/>
          </ac:inkMkLst>
        </pc:inkChg>
        <pc:inkChg chg="mod">
          <ac:chgData name="이하나 윤" userId="f658f17427b35de9" providerId="LiveId" clId="{EE219EC4-0B48-4DAA-B6C8-F5305E865B87}" dt="2026-09-07T22:58:47.263" v="483" actId="164"/>
          <ac:inkMkLst>
            <pc:docMk/>
            <pc:sldMk cId="268496110" sldId="290"/>
            <ac:inkMk id="36" creationId="{C4476618-C81A-6E3F-369B-A34CC2FB0AB2}"/>
          </ac:inkMkLst>
        </pc:inkChg>
        <pc:inkChg chg="mod">
          <ac:chgData name="이하나 윤" userId="f658f17427b35de9" providerId="LiveId" clId="{EE219EC4-0B48-4DAA-B6C8-F5305E865B87}" dt="2026-09-07T22:58:51.134" v="484" actId="164"/>
          <ac:inkMkLst>
            <pc:docMk/>
            <pc:sldMk cId="268496110" sldId="290"/>
            <ac:inkMk id="40" creationId="{C35415FD-500E-73C1-918A-47A21341D010}"/>
          </ac:inkMkLst>
        </pc:inkChg>
        <pc:inkChg chg="mod">
          <ac:chgData name="이하나 윤" userId="f658f17427b35de9" providerId="LiveId" clId="{EE219EC4-0B48-4DAA-B6C8-F5305E865B87}" dt="2026-09-07T22:58:51.134" v="484" actId="164"/>
          <ac:inkMkLst>
            <pc:docMk/>
            <pc:sldMk cId="268496110" sldId="290"/>
            <ac:inkMk id="42" creationId="{2A2AFFC6-9F42-41CC-C611-34F0B49B2EA6}"/>
          </ac:inkMkLst>
        </pc:inkChg>
        <pc:inkChg chg="mod">
          <ac:chgData name="이하나 윤" userId="f658f17427b35de9" providerId="LiveId" clId="{EE219EC4-0B48-4DAA-B6C8-F5305E865B87}" dt="2026-09-07T22:58:47.263" v="483" actId="164"/>
          <ac:inkMkLst>
            <pc:docMk/>
            <pc:sldMk cId="268496110" sldId="290"/>
            <ac:inkMk id="43" creationId="{DCB301C4-DE7E-9004-5E27-0DED3B16D59D}"/>
          </ac:inkMkLst>
        </pc:inkChg>
        <pc:inkChg chg="mod">
          <ac:chgData name="이하나 윤" userId="f658f17427b35de9" providerId="LiveId" clId="{EE219EC4-0B48-4DAA-B6C8-F5305E865B87}" dt="2026-09-07T22:58:51.134" v="484" actId="164"/>
          <ac:inkMkLst>
            <pc:docMk/>
            <pc:sldMk cId="268496110" sldId="290"/>
            <ac:inkMk id="45" creationId="{79940521-36E5-A432-1718-9B5967CBEED4}"/>
          </ac:inkMkLst>
        </pc:ink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582623504" sldId="291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582623504" sldId="291"/>
            <ac:spMk id="2" creationId="{7778CEE3-1A95-F54C-9C9E-25C429A19C38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582623504" sldId="291"/>
            <ac:spMk id="3" creationId="{517E5282-4EC3-8FEB-BF71-BE9856BD5060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582623504" sldId="291"/>
            <ac:spMk id="5" creationId="{DFF8B003-ADFF-779A-C783-7EFDEC7A7F58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582623504" sldId="291"/>
            <ac:spMk id="9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582623504" sldId="291"/>
            <ac:spMk id="10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582623504" sldId="291"/>
            <ac:spMk id="11" creationId="{00000000-0000-0000-0000-000000000000}"/>
          </ac:spMkLst>
        </pc:spChg>
        <pc:picChg chg="mod">
          <ac:chgData name="이하나 윤" userId="f658f17427b35de9" providerId="LiveId" clId="{EE219EC4-0B48-4DAA-B6C8-F5305E865B87}" dt="2026-09-07T22:52:04.569" v="321" actId="26606"/>
          <ac:picMkLst>
            <pc:docMk/>
            <pc:sldMk cId="582623504" sldId="291"/>
            <ac:picMk id="8" creationId="{6E642875-82B0-4F43-36A8-99AFA4137464}"/>
          </ac:picMkLst>
        </pc:picChg>
      </pc:sldChg>
      <pc:sldChg chg="del">
        <pc:chgData name="이하나 윤" userId="f658f17427b35de9" providerId="LiveId" clId="{EE219EC4-0B48-4DAA-B6C8-F5305E865B87}" dt="2026-09-07T22:30:24.174" v="23" actId="47"/>
        <pc:sldMkLst>
          <pc:docMk/>
          <pc:sldMk cId="3557236042" sldId="291"/>
        </pc:sldMkLst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1001318457" sldId="292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001318457" sldId="292"/>
            <ac:spMk id="2" creationId="{AB2208CB-168A-7A25-BF21-03164899AA86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001318457" sldId="292"/>
            <ac:spMk id="3" creationId="{8598DC38-5B20-AF35-36B5-D8CD546596FC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001318457" sldId="292"/>
            <ac:spMk id="4" creationId="{93E5A4D7-B439-7FF4-9AB6-7C5B84DB6FC1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001318457" sldId="292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001318457" sldId="292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001318457" sldId="292"/>
            <ac:spMk id="7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1001318457" sldId="292"/>
            <ac:spMk id="8" creationId="{E32B28BF-318C-A88E-FC2A-D28673C1DE8E}"/>
          </ac:spMkLst>
        </pc:spChg>
      </pc:sldChg>
      <pc:sldChg chg="del">
        <pc:chgData name="이하나 윤" userId="f658f17427b35de9" providerId="LiveId" clId="{EE219EC4-0B48-4DAA-B6C8-F5305E865B87}" dt="2026-09-07T22:30:24.174" v="23" actId="47"/>
        <pc:sldMkLst>
          <pc:docMk/>
          <pc:sldMk cId="1408204084" sldId="292"/>
        </pc:sldMkLst>
      </pc:sldChg>
      <pc:sldChg chg="addSp delSp modSp mod setBg">
        <pc:chgData name="이하나 윤" userId="f658f17427b35de9" providerId="LiveId" clId="{EE219EC4-0B48-4DAA-B6C8-F5305E865B87}" dt="2026-09-07T22:55:11.550" v="377" actId="1036"/>
        <pc:sldMkLst>
          <pc:docMk/>
          <pc:sldMk cId="637660894" sldId="293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637660894" sldId="293"/>
            <ac:spMk id="2" creationId="{919BFC23-251D-AB9E-1838-9059D464F4C7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637660894" sldId="293"/>
            <ac:spMk id="3" creationId="{82A24149-C7D8-F7C8-2AEE-E9D9456CDA15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637660894" sldId="293"/>
            <ac:spMk id="4" creationId="{77CE13E9-E44C-7A2E-6D14-40EC158A1759}"/>
          </ac:spMkLst>
        </pc:spChg>
        <pc:spChg chg="add mod">
          <ac:chgData name="이하나 윤" userId="f658f17427b35de9" providerId="LiveId" clId="{EE219EC4-0B48-4DAA-B6C8-F5305E865B87}" dt="2026-09-07T22:55:11.550" v="377" actId="1036"/>
          <ac:spMkLst>
            <pc:docMk/>
            <pc:sldMk cId="637660894" sldId="293"/>
            <ac:spMk id="6" creationId="{23E8D709-D798-7A48-72E8-70F6E64792EE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637660894" sldId="293"/>
            <ac:spMk id="10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637660894" sldId="293"/>
            <ac:spMk id="11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637660894" sldId="293"/>
            <ac:spMk id="12" creationId="{00000000-0000-0000-0000-000000000000}"/>
          </ac:spMkLst>
        </pc:spChg>
        <pc:graphicFrameChg chg="add mod">
          <ac:chgData name="이하나 윤" userId="f658f17427b35de9" providerId="LiveId" clId="{EE219EC4-0B48-4DAA-B6C8-F5305E865B87}" dt="2026-09-07T22:38:39.730" v="146" actId="1076"/>
          <ac:graphicFrameMkLst>
            <pc:docMk/>
            <pc:sldMk cId="637660894" sldId="293"/>
            <ac:graphicFrameMk id="7" creationId="{E41FBD86-FDCD-F304-0AD8-53FEF4B3AA8D}"/>
          </ac:graphicFrameMkLst>
        </pc:graphicFrameChg>
        <pc:graphicFrameChg chg="add mod">
          <ac:chgData name="이하나 윤" userId="f658f17427b35de9" providerId="LiveId" clId="{EE219EC4-0B48-4DAA-B6C8-F5305E865B87}" dt="2026-09-07T22:38:42.034" v="147"/>
          <ac:graphicFrameMkLst>
            <pc:docMk/>
            <pc:sldMk cId="637660894" sldId="293"/>
            <ac:graphicFrameMk id="8" creationId="{00B8E291-CA5C-A36A-E771-FEB129638B1A}"/>
          </ac:graphicFrameMkLst>
        </pc:graphicFrameChg>
        <pc:graphicFrameChg chg="add mod modGraphic">
          <ac:chgData name="이하나 윤" userId="f658f17427b35de9" providerId="LiveId" clId="{EE219EC4-0B48-4DAA-B6C8-F5305E865B87}" dt="2026-09-07T22:52:04.569" v="321" actId="26606"/>
          <ac:graphicFrameMkLst>
            <pc:docMk/>
            <pc:sldMk cId="637660894" sldId="293"/>
            <ac:graphicFrameMk id="9" creationId="{6879DDB1-F0F8-C031-E1C9-3F43C9FF9E29}"/>
          </ac:graphicFrameMkLst>
        </pc:graphicFrameChg>
      </pc:sldChg>
      <pc:sldChg chg="del">
        <pc:chgData name="이하나 윤" userId="f658f17427b35de9" providerId="LiveId" clId="{EE219EC4-0B48-4DAA-B6C8-F5305E865B87}" dt="2026-09-07T22:43:16.602" v="223" actId="47"/>
        <pc:sldMkLst>
          <pc:docMk/>
          <pc:sldMk cId="1207502357" sldId="294"/>
        </pc:sldMkLst>
      </pc:sldChg>
      <pc:sldChg chg="addSp delSp modSp add mod setBg">
        <pc:chgData name="이하나 윤" userId="f658f17427b35de9" providerId="LiveId" clId="{EE219EC4-0B48-4DAA-B6C8-F5305E865B87}" dt="2026-09-07T23:00:19.145" v="515" actId="1076"/>
        <pc:sldMkLst>
          <pc:docMk/>
          <pc:sldMk cId="2648783013" sldId="295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2648783013" sldId="295"/>
            <ac:spMk id="2" creationId="{B57DB4F0-7EF5-5BB2-65C1-ABA4C77B3623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2648783013" sldId="295"/>
            <ac:spMk id="3" creationId="{AB8F6189-7C92-C239-D73C-51C27314EEB2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2648783013" sldId="295"/>
            <ac:spMk id="5" creationId="{14044AB5-EFEA-AEE6-07A5-3BDA3C0F0814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648783013" sldId="295"/>
            <ac:spMk id="3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648783013" sldId="295"/>
            <ac:spMk id="37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648783013" sldId="295"/>
            <ac:spMk id="38" creationId="{00000000-0000-0000-0000-000000000000}"/>
          </ac:spMkLst>
        </pc:spChg>
        <pc:grpChg chg="add mod">
          <ac:chgData name="이하나 윤" userId="f658f17427b35de9" providerId="LiveId" clId="{EE219EC4-0B48-4DAA-B6C8-F5305E865B87}" dt="2026-09-07T23:00:19.145" v="515" actId="1076"/>
          <ac:grpSpMkLst>
            <pc:docMk/>
            <pc:sldMk cId="2648783013" sldId="295"/>
            <ac:grpSpMk id="4" creationId="{C9A7AD99-B3C3-5715-A996-1DBBA2D252D2}"/>
          </ac:grpSpMkLst>
        </pc:grpChg>
        <pc:grpChg chg="add mod">
          <ac:chgData name="이하나 윤" userId="f658f17427b35de9" providerId="LiveId" clId="{EE219EC4-0B48-4DAA-B6C8-F5305E865B87}" dt="2026-09-07T23:00:15.278" v="514" actId="164"/>
          <ac:grpSpMkLst>
            <pc:docMk/>
            <pc:sldMk cId="2648783013" sldId="295"/>
            <ac:grpSpMk id="22" creationId="{54A2377B-88C2-9F4A-1AB6-BA26107E462A}"/>
          </ac:grpSpMkLst>
        </pc:grpChg>
        <pc:grpChg chg="add mod">
          <ac:chgData name="이하나 윤" userId="f658f17427b35de9" providerId="LiveId" clId="{EE219EC4-0B48-4DAA-B6C8-F5305E865B87}" dt="2026-09-07T23:00:15.278" v="514" actId="164"/>
          <ac:grpSpMkLst>
            <pc:docMk/>
            <pc:sldMk cId="2648783013" sldId="295"/>
            <ac:grpSpMk id="34" creationId="{101AA0B9-9652-37C7-C212-8B55319FE726}"/>
          </ac:grpSpMkLst>
        </pc:grpChg>
        <pc:grpChg chg="mod">
          <ac:chgData name="이하나 윤" userId="f658f17427b35de9" providerId="LiveId" clId="{EE219EC4-0B48-4DAA-B6C8-F5305E865B87}" dt="2026-09-07T23:00:15.278" v="514" actId="164"/>
          <ac:grpSpMkLst>
            <pc:docMk/>
            <pc:sldMk cId="2648783013" sldId="295"/>
            <ac:grpSpMk id="35" creationId="{09F085F9-517D-C2A4-78B8-2D554C417063}"/>
          </ac:grpSpMkLst>
        </pc:grpChg>
        <pc:graphicFrameChg chg="mod">
          <ac:chgData name="이하나 윤" userId="f658f17427b35de9" providerId="LiveId" clId="{EE219EC4-0B48-4DAA-B6C8-F5305E865B87}" dt="2026-09-07T23:00:08.208" v="513" actId="1076"/>
          <ac:graphicFrameMkLst>
            <pc:docMk/>
            <pc:sldMk cId="2648783013" sldId="295"/>
            <ac:graphicFrameMk id="7" creationId="{4FA18E49-8E88-DB32-6642-9CB3500C8C79}"/>
          </ac:graphicFrameMkLst>
        </pc:graphicFrameChg>
        <pc:graphicFrameChg chg="mod">
          <ac:chgData name="이하나 윤" userId="f658f17427b35de9" providerId="LiveId" clId="{EE219EC4-0B48-4DAA-B6C8-F5305E865B87}" dt="2026-09-07T22:52:04.569" v="321" actId="26606"/>
          <ac:graphicFrameMkLst>
            <pc:docMk/>
            <pc:sldMk cId="2648783013" sldId="295"/>
            <ac:graphicFrameMk id="8" creationId="{08F33489-AA9A-ED34-AA51-D1330E4A780D}"/>
          </ac:graphicFrameMkLst>
        </pc:graphicFrameChg>
      </pc:sldChg>
      <pc:sldChg chg="add del">
        <pc:chgData name="이하나 윤" userId="f658f17427b35de9" providerId="LiveId" clId="{EE219EC4-0B48-4DAA-B6C8-F5305E865B87}" dt="2026-09-07T22:31:08.201" v="26" actId="47"/>
        <pc:sldMkLst>
          <pc:docMk/>
          <pc:sldMk cId="4035924245" sldId="295"/>
        </pc:sldMkLst>
      </pc:sldChg>
      <pc:sldChg chg="addSp delSp modSp mod setBg">
        <pc:chgData name="이하나 윤" userId="f658f17427b35de9" providerId="LiveId" clId="{EE219EC4-0B48-4DAA-B6C8-F5305E865B87}" dt="2026-09-07T22:52:04.569" v="321" actId="26606"/>
        <pc:sldMkLst>
          <pc:docMk/>
          <pc:sldMk cId="2334905010" sldId="296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2334905010" sldId="296"/>
            <ac:spMk id="2" creationId="{210375C1-8B7C-CBEC-555B-797F8DBC8B00}"/>
          </ac:spMkLst>
        </pc:spChg>
        <pc:spChg chg="del mod">
          <ac:chgData name="이하나 윤" userId="f658f17427b35de9" providerId="LiveId" clId="{EE219EC4-0B48-4DAA-B6C8-F5305E865B87}" dt="2026-09-07T22:41:27.734" v="185" actId="931"/>
          <ac:spMkLst>
            <pc:docMk/>
            <pc:sldMk cId="2334905010" sldId="296"/>
            <ac:spMk id="3" creationId="{5D637F25-9BA8-D68F-2043-F5028A3C79B0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2334905010" sldId="296"/>
            <ac:spMk id="4" creationId="{B441E3F1-FF87-B69C-CB45-421E7B4F4039}"/>
          </ac:spMkLst>
        </pc:spChg>
        <pc:spChg chg="add mod">
          <ac:chgData name="이하나 윤" userId="f658f17427b35de9" providerId="LiveId" clId="{EE219EC4-0B48-4DAA-B6C8-F5305E865B87}" dt="2026-09-07T22:52:04.569" v="321" actId="26606"/>
          <ac:spMkLst>
            <pc:docMk/>
            <pc:sldMk cId="2334905010" sldId="296"/>
            <ac:spMk id="9" creationId="{5FF7F45A-FC34-45A4-5038-9060C2858A30}"/>
          </ac:spMkLst>
        </pc:spChg>
        <pc:spChg chg="add mod">
          <ac:chgData name="이하나 윤" userId="f658f17427b35de9" providerId="LiveId" clId="{EE219EC4-0B48-4DAA-B6C8-F5305E865B87}" dt="2026-09-07T22:52:04.569" v="321" actId="26606"/>
          <ac:spMkLst>
            <pc:docMk/>
            <pc:sldMk cId="2334905010" sldId="296"/>
            <ac:spMk id="11" creationId="{70C12BF4-F5D7-39D5-0A9A-5F5A6C48F139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334905010" sldId="296"/>
            <ac:spMk id="12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334905010" sldId="296"/>
            <ac:spMk id="13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334905010" sldId="296"/>
            <ac:spMk id="14" creationId="{00000000-0000-0000-0000-000000000000}"/>
          </ac:spMkLst>
        </pc:spChg>
        <pc:picChg chg="add mod ord">
          <ac:chgData name="이하나 윤" userId="f658f17427b35de9" providerId="LiveId" clId="{EE219EC4-0B48-4DAA-B6C8-F5305E865B87}" dt="2026-09-07T22:52:04.569" v="321" actId="26606"/>
          <ac:picMkLst>
            <pc:docMk/>
            <pc:sldMk cId="2334905010" sldId="296"/>
            <ac:picMk id="6" creationId="{F149426F-E293-892C-0328-62E110C8A705}"/>
          </ac:picMkLst>
        </pc:picChg>
        <pc:picChg chg="add mod">
          <ac:chgData name="이하나 윤" userId="f658f17427b35de9" providerId="LiveId" clId="{EE219EC4-0B48-4DAA-B6C8-F5305E865B87}" dt="2026-09-07T22:52:04.569" v="321" actId="26606"/>
          <ac:picMkLst>
            <pc:docMk/>
            <pc:sldMk cId="2334905010" sldId="296"/>
            <ac:picMk id="7" creationId="{3F75FBD0-14D3-8AA8-B358-A9169A37008F}"/>
          </ac:picMkLst>
        </pc:picChg>
      </pc:sldChg>
      <pc:sldChg chg="addSp delSp modSp mod setBg">
        <pc:chgData name="이하나 윤" userId="f658f17427b35de9" providerId="LiveId" clId="{EE219EC4-0B48-4DAA-B6C8-F5305E865B87}" dt="2026-09-07T22:52:04.569" v="321" actId="26606"/>
        <pc:sldMkLst>
          <pc:docMk/>
          <pc:sldMk cId="1883885057" sldId="297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883885057" sldId="297"/>
            <ac:spMk id="2" creationId="{03E8D404-BD33-C215-793C-C1834D4D7A72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883885057" sldId="297"/>
            <ac:spMk id="3" creationId="{7A74873C-37EE-5336-8CBC-867165FC0008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883885057" sldId="297"/>
            <ac:spMk id="4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883885057" sldId="297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883885057" sldId="297"/>
            <ac:spMk id="6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1883885057" sldId="297"/>
            <ac:spMk id="7" creationId="{36FD3EF9-413C-4CC3-BCC5-B9816D2A61BF}"/>
          </ac:spMkLst>
        </pc:spChg>
      </pc:sldChg>
      <pc:sldChg chg="addSp delSp modSp mod ord setBg">
        <pc:chgData name="이하나 윤" userId="f658f17427b35de9" providerId="LiveId" clId="{EE219EC4-0B48-4DAA-B6C8-F5305E865B87}" dt="2026-09-07T22:52:04.569" v="321" actId="26606"/>
        <pc:sldMkLst>
          <pc:docMk/>
          <pc:sldMk cId="140006511" sldId="298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40006511" sldId="298"/>
            <ac:spMk id="2" creationId="{76808A43-7920-3A78-DC6F-A319450C8DEF}"/>
          </ac:spMkLst>
        </pc:spChg>
        <pc:spChg chg="del mod">
          <ac:chgData name="이하나 윤" userId="f658f17427b35de9" providerId="LiveId" clId="{EE219EC4-0B48-4DAA-B6C8-F5305E865B87}" dt="2026-09-07T22:52:04.569" v="321" actId="26606"/>
          <ac:spMkLst>
            <pc:docMk/>
            <pc:sldMk cId="140006511" sldId="298"/>
            <ac:spMk id="3" creationId="{1B815CDE-5F85-B331-B042-471F8951D3FD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40006511" sldId="298"/>
            <ac:spMk id="4" creationId="{F2ECD5F6-B0C6-2AA9-26C2-DE8ED1693290}"/>
          </ac:spMkLst>
        </pc:spChg>
        <pc:spChg chg="add mod">
          <ac:chgData name="이하나 윤" userId="f658f17427b35de9" providerId="LiveId" clId="{EE219EC4-0B48-4DAA-B6C8-F5305E865B87}" dt="2026-09-07T22:52:04.569" v="321" actId="26606"/>
          <ac:spMkLst>
            <pc:docMk/>
            <pc:sldMk cId="140006511" sldId="298"/>
            <ac:spMk id="6" creationId="{E8D70FE1-8D5F-FC98-C76B-60E7CFEA7DAD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40006511" sldId="298"/>
            <ac:spMk id="7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40006511" sldId="298"/>
            <ac:spMk id="8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40006511" sldId="298"/>
            <ac:spMk id="9" creationId="{00000000-0000-0000-0000-000000000000}"/>
          </ac:spMkLst>
        </pc:spChg>
        <pc:picChg chg="add mod">
          <ac:chgData name="이하나 윤" userId="f658f17427b35de9" providerId="LiveId" clId="{EE219EC4-0B48-4DAA-B6C8-F5305E865B87}" dt="2026-09-07T22:52:04.569" v="321" actId="26606"/>
          <ac:picMkLst>
            <pc:docMk/>
            <pc:sldMk cId="140006511" sldId="298"/>
            <ac:picMk id="5" creationId="{DAABB237-A814-6429-DA6B-43F868E42D44}"/>
          </ac:picMkLst>
        </pc:picChg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1230177260" sldId="299"/>
        </pc:sldMkLst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1605597036" sldId="299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605597036" sldId="299"/>
            <ac:spMk id="2" creationId="{2DE27613-DF64-6AEC-44DB-E41303EAF080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605597036" sldId="299"/>
            <ac:spMk id="3" creationId="{1A7071E3-36E2-32DD-49A2-B70E62B8E098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605597036" sldId="299"/>
            <ac:spMk id="4" creationId="{D0D7CE66-3B3F-075D-E1BE-02966ABAA858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605597036" sldId="299"/>
            <ac:spMk id="5" creationId="{0A6C1605-8CAB-4E3F-42D7-4D227F91A7B3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605597036" sldId="299"/>
            <ac:spMk id="10" creationId="{BA36012C-D2B2-6673-E9ED-D566DE11534B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605597036" sldId="299"/>
            <ac:spMk id="11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605597036" sldId="299"/>
            <ac:spMk id="12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605597036" sldId="299"/>
            <ac:spMk id="13" creationId="{00000000-0000-0000-0000-000000000000}"/>
          </ac:spMkLst>
        </pc:spChg>
        <pc:picChg chg="mod">
          <ac:chgData name="이하나 윤" userId="f658f17427b35de9" providerId="LiveId" clId="{EE219EC4-0B48-4DAA-B6C8-F5305E865B87}" dt="2026-09-07T22:52:04.569" v="321" actId="26606"/>
          <ac:picMkLst>
            <pc:docMk/>
            <pc:sldMk cId="1605597036" sldId="299"/>
            <ac:picMk id="7" creationId="{563F831B-9825-15DA-0BF9-2C9E6AE4BD1F}"/>
          </ac:picMkLst>
        </pc:pic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2709661817" sldId="300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2709661817" sldId="300"/>
            <ac:spMk id="2" creationId="{27766FBD-B591-A037-FCEC-DAE1E68C397F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2709661817" sldId="300"/>
            <ac:spMk id="3" creationId="{806F81B6-C842-CBBE-37A2-60167BF6FBEE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2709661817" sldId="300"/>
            <ac:spMk id="4" creationId="{DFA01F31-24D2-89D5-3088-824B003D8BDB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709661817" sldId="300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709661817" sldId="300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709661817" sldId="300"/>
            <ac:spMk id="7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2709661817" sldId="300"/>
            <ac:spMk id="8" creationId="{65A6336E-AA83-93B1-E3BB-7528700183B8}"/>
          </ac:spMkLst>
        </pc:spChg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2805713633" sldId="300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770266421" sldId="301"/>
        </pc:sldMkLst>
      </pc:sldChg>
      <pc:sldChg chg="addSp delSp modSp add mod setBg">
        <pc:chgData name="이하나 윤" userId="f658f17427b35de9" providerId="LiveId" clId="{EE219EC4-0B48-4DAA-B6C8-F5305E865B87}" dt="2026-09-07T23:00:48.081" v="520" actId="12788"/>
        <pc:sldMkLst>
          <pc:docMk/>
          <pc:sldMk cId="4111220239" sldId="301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4111220239" sldId="301"/>
            <ac:spMk id="2" creationId="{B57DB4F0-7EF5-5BB2-65C1-ABA4C77B3623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4111220239" sldId="301"/>
            <ac:spMk id="3" creationId="{AB8F6189-7C92-C239-D73C-51C27314EEB2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4111220239" sldId="301"/>
            <ac:spMk id="5" creationId="{14044AB5-EFEA-AEE6-07A5-3BDA3C0F0814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4111220239" sldId="301"/>
            <ac:spMk id="9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4111220239" sldId="301"/>
            <ac:spMk id="10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4111220239" sldId="301"/>
            <ac:spMk id="11" creationId="{00000000-0000-0000-0000-000000000000}"/>
          </ac:spMkLst>
        </pc:spChg>
        <pc:graphicFrameChg chg="mod modGraphic">
          <ac:chgData name="이하나 윤" userId="f658f17427b35de9" providerId="LiveId" clId="{EE219EC4-0B48-4DAA-B6C8-F5305E865B87}" dt="2026-09-07T23:00:48.081" v="520" actId="12788"/>
          <ac:graphicFrameMkLst>
            <pc:docMk/>
            <pc:sldMk cId="4111220239" sldId="301"/>
            <ac:graphicFrameMk id="7" creationId="{4FA18E49-8E88-DB32-6642-9CB3500C8C79}"/>
          </ac:graphicFrameMkLst>
        </pc:graphicFrameChg>
        <pc:graphicFrameChg chg="mod modGraphic">
          <ac:chgData name="이하나 윤" userId="f658f17427b35de9" providerId="LiveId" clId="{EE219EC4-0B48-4DAA-B6C8-F5305E865B87}" dt="2026-09-07T23:00:48.081" v="520" actId="12788"/>
          <ac:graphicFrameMkLst>
            <pc:docMk/>
            <pc:sldMk cId="4111220239" sldId="301"/>
            <ac:graphicFrameMk id="8" creationId="{08F33489-AA9A-ED34-AA51-D1330E4A780D}"/>
          </ac:graphicFrameMkLst>
        </pc:graphicFrame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4179432837" sldId="302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4179432837" sldId="302"/>
            <ac:spMk id="2" creationId="{7778CEE3-1A95-F54C-9C9E-25C429A19C38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4179432837" sldId="302"/>
            <ac:spMk id="3" creationId="{517E5282-4EC3-8FEB-BF71-BE9856BD5060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4179432837" sldId="302"/>
            <ac:spMk id="5" creationId="{DFF8B003-ADFF-779A-C783-7EFDEC7A7F58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4179432837" sldId="302"/>
            <ac:spMk id="7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4179432837" sldId="302"/>
            <ac:spMk id="8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4179432837" sldId="302"/>
            <ac:spMk id="9" creationId="{00000000-0000-0000-0000-000000000000}"/>
          </ac:spMkLst>
        </pc:spChg>
        <pc:picChg chg="mod">
          <ac:chgData name="이하나 윤" userId="f658f17427b35de9" providerId="LiveId" clId="{EE219EC4-0B48-4DAA-B6C8-F5305E865B87}" dt="2026-09-07T22:52:04.569" v="321" actId="26606"/>
          <ac:picMkLst>
            <pc:docMk/>
            <pc:sldMk cId="4179432837" sldId="302"/>
            <ac:picMk id="6" creationId="{AA77EDCE-83F2-D099-09C6-8CAD6C685E8B}"/>
          </ac:picMkLst>
        </pc:pic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1401839882" sldId="303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401839882" sldId="303"/>
            <ac:spMk id="2" creationId="{540D60EA-8E4D-9B70-38BD-36D0902DCBF5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401839882" sldId="303"/>
            <ac:spMk id="3" creationId="{B323CEB3-F0FF-DF47-63A8-11CCA0240111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401839882" sldId="303"/>
            <ac:spMk id="4" creationId="{D66F7941-A96F-B60F-1EC1-1F5261F92028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401839882" sldId="303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401839882" sldId="303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401839882" sldId="303"/>
            <ac:spMk id="7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1401839882" sldId="303"/>
            <ac:spMk id="8" creationId="{EC24153E-368A-85B9-6933-2707590F79E7}"/>
          </ac:spMkLst>
        </pc:spChg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3712299110" sldId="303"/>
        </pc:sldMkLst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91517852" sldId="304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91517852" sldId="304"/>
            <ac:spMk id="2" creationId="{279A97C8-12D7-ACBE-C5A4-75DBE4566ED8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91517852" sldId="304"/>
            <ac:spMk id="3" creationId="{F2DB0B14-7B93-035D-6893-C7A5FA5E3A1F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91517852" sldId="304"/>
            <ac:spMk id="4" creationId="{77A1A4CF-75CA-73D9-FBFB-9F192FB89E8E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91517852" sldId="304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91517852" sldId="304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91517852" sldId="304"/>
            <ac:spMk id="7" creationId="{00000000-0000-0000-0000-000000000000}"/>
          </ac:spMkLst>
        </pc:spChg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237744468" sldId="304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240520631" sldId="305"/>
        </pc:sldMkLst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1952385904" sldId="305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952385904" sldId="305"/>
            <ac:spMk id="2" creationId="{C9A0CE61-FF2A-D923-1144-77488DC6CDEF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952385904" sldId="305"/>
            <ac:spMk id="3" creationId="{0AC1B3E0-AEA6-FB11-B255-2B9524CF9172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952385904" sldId="305"/>
            <ac:spMk id="4" creationId="{E7812DB0-BA26-A038-D3D2-D607D035864A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952385904" sldId="305"/>
            <ac:spMk id="5" creationId="{941E3C93-D63E-EBA3-34FB-21A5E8865910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952385904" sldId="305"/>
            <ac:spMk id="8" creationId="{AD85AA83-A5CB-FE0C-1156-D15A37765574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952385904" sldId="305"/>
            <ac:spMk id="9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952385904" sldId="305"/>
            <ac:spMk id="10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952385904" sldId="305"/>
            <ac:spMk id="11" creationId="{00000000-0000-0000-0000-000000000000}"/>
          </ac:spMkLst>
        </pc:spChg>
        <pc:picChg chg="mod">
          <ac:chgData name="이하나 윤" userId="f658f17427b35de9" providerId="LiveId" clId="{EE219EC4-0B48-4DAA-B6C8-F5305E865B87}" dt="2026-09-07T22:52:04.569" v="321" actId="26606"/>
          <ac:picMkLst>
            <pc:docMk/>
            <pc:sldMk cId="1952385904" sldId="305"/>
            <ac:picMk id="7" creationId="{D67AD035-E9BF-E41F-A516-4A73B686FD47}"/>
          </ac:picMkLst>
        </pc:picChg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417893815" sldId="306"/>
        </pc:sldMkLst>
      </pc:sldChg>
      <pc:sldChg chg="del">
        <pc:chgData name="이하나 윤" userId="f658f17427b35de9" providerId="LiveId" clId="{EE219EC4-0B48-4DAA-B6C8-F5305E865B87}" dt="2026-09-07T22:31:52.890" v="28" actId="47"/>
        <pc:sldMkLst>
          <pc:docMk/>
          <pc:sldMk cId="175628074" sldId="307"/>
        </pc:sldMkLst>
      </pc:sldChg>
      <pc:sldChg chg="addSp delSp modSp add mod setBg">
        <pc:chgData name="이하나 윤" userId="f658f17427b35de9" providerId="LiveId" clId="{EE219EC4-0B48-4DAA-B6C8-F5305E865B87}" dt="2026-09-07T23:01:15.189" v="532" actId="1035"/>
        <pc:sldMkLst>
          <pc:docMk/>
          <pc:sldMk cId="3394021359" sldId="307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3394021359" sldId="307"/>
            <ac:spMk id="2" creationId="{B57DB4F0-7EF5-5BB2-65C1-ABA4C77B3623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394021359" sldId="307"/>
            <ac:spMk id="3" creationId="{AB8F6189-7C92-C239-D73C-51C27314EEB2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3394021359" sldId="307"/>
            <ac:spMk id="5" creationId="{14044AB5-EFEA-AEE6-07A5-3BDA3C0F0814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394021359" sldId="307"/>
            <ac:spMk id="9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394021359" sldId="307"/>
            <ac:spMk id="10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394021359" sldId="307"/>
            <ac:spMk id="11" creationId="{00000000-0000-0000-0000-000000000000}"/>
          </ac:spMkLst>
        </pc:spChg>
        <pc:graphicFrameChg chg="mod modGraphic">
          <ac:chgData name="이하나 윤" userId="f658f17427b35de9" providerId="LiveId" clId="{EE219EC4-0B48-4DAA-B6C8-F5305E865B87}" dt="2026-09-07T23:01:15.189" v="532" actId="1035"/>
          <ac:graphicFrameMkLst>
            <pc:docMk/>
            <pc:sldMk cId="3394021359" sldId="307"/>
            <ac:graphicFrameMk id="7" creationId="{4FA18E49-8E88-DB32-6642-9CB3500C8C79}"/>
          </ac:graphicFrameMkLst>
        </pc:graphicFrameChg>
        <pc:graphicFrameChg chg="mod modGraphic">
          <ac:chgData name="이하나 윤" userId="f658f17427b35de9" providerId="LiveId" clId="{EE219EC4-0B48-4DAA-B6C8-F5305E865B87}" dt="2026-09-07T23:01:10.131" v="526" actId="1076"/>
          <ac:graphicFrameMkLst>
            <pc:docMk/>
            <pc:sldMk cId="3394021359" sldId="307"/>
            <ac:graphicFrameMk id="8" creationId="{08F33489-AA9A-ED34-AA51-D1330E4A780D}"/>
          </ac:graphicFrameMkLst>
        </pc:graphicFrame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338236462" sldId="308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338236462" sldId="308"/>
            <ac:spMk id="2" creationId="{7778CEE3-1A95-F54C-9C9E-25C429A19C38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38236462" sldId="308"/>
            <ac:spMk id="3" creationId="{517E5282-4EC3-8FEB-BF71-BE9856BD5060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338236462" sldId="308"/>
            <ac:spMk id="5" creationId="{DFF8B003-ADFF-779A-C783-7EFDEC7A7F58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38236462" sldId="308"/>
            <ac:spMk id="17" creationId="{8289EED0-E0CB-90EE-0CE8-89AF8E1B63B9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38236462" sldId="308"/>
            <ac:spMk id="18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38236462" sldId="308"/>
            <ac:spMk id="19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38236462" sldId="308"/>
            <ac:spMk id="20" creationId="{00000000-0000-0000-0000-000000000000}"/>
          </ac:spMkLst>
        </pc:spChg>
        <pc:picChg chg="mod">
          <ac:chgData name="이하나 윤" userId="f658f17427b35de9" providerId="LiveId" clId="{EE219EC4-0B48-4DAA-B6C8-F5305E865B87}" dt="2026-09-07T22:52:04.569" v="321" actId="26606"/>
          <ac:picMkLst>
            <pc:docMk/>
            <pc:sldMk cId="338236462" sldId="308"/>
            <ac:picMk id="15" creationId="{AD3E6EB6-D2D7-D827-3E79-448A225F5CC6}"/>
          </ac:picMkLst>
        </pc:picChg>
      </pc:sldChg>
      <pc:sldChg chg="del">
        <pc:chgData name="이하나 윤" userId="f658f17427b35de9" providerId="LiveId" clId="{EE219EC4-0B48-4DAA-B6C8-F5305E865B87}" dt="2026-09-07T22:31:52.890" v="28" actId="47"/>
        <pc:sldMkLst>
          <pc:docMk/>
          <pc:sldMk cId="4077410267" sldId="308"/>
        </pc:sldMkLst>
      </pc:sldChg>
      <pc:sldChg chg="addSp delSp modSp add mod setBg">
        <pc:chgData name="이하나 윤" userId="f658f17427b35de9" providerId="LiveId" clId="{EE219EC4-0B48-4DAA-B6C8-F5305E865B87}" dt="2026-09-07T23:01:24.511" v="535" actId="478"/>
        <pc:sldMkLst>
          <pc:docMk/>
          <pc:sldMk cId="4181976712" sldId="309"/>
        </pc:sldMkLst>
        <pc:spChg chg="add mod">
          <ac:chgData name="이하나 윤" userId="f658f17427b35de9" providerId="LiveId" clId="{EE219EC4-0B48-4DAA-B6C8-F5305E865B87}" dt="2026-09-07T23:01:24.511" v="535" actId="478"/>
          <ac:spMkLst>
            <pc:docMk/>
            <pc:sldMk cId="4181976712" sldId="309"/>
            <ac:spMk id="3" creationId="{7C093978-945C-97B8-7589-5ED65CECF403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4181976712" sldId="309"/>
            <ac:spMk id="4" creationId="{C42D09FC-C5AA-2D1C-F75A-CE5689DF2B3A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4181976712" sldId="309"/>
            <ac:spMk id="5" creationId="{FE7EE312-4726-E011-B835-C0EF99521163}"/>
          </ac:spMkLst>
        </pc:spChg>
        <pc:spChg chg="del mod">
          <ac:chgData name="이하나 윤" userId="f658f17427b35de9" providerId="LiveId" clId="{EE219EC4-0B48-4DAA-B6C8-F5305E865B87}" dt="2026-09-07T23:01:24.511" v="535" actId="478"/>
          <ac:spMkLst>
            <pc:docMk/>
            <pc:sldMk cId="4181976712" sldId="309"/>
            <ac:spMk id="6" creationId="{2A46BF1A-3D59-9D17-50C8-2789794C9B26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4181976712" sldId="309"/>
            <ac:spMk id="7" creationId="{807D3CDE-51FC-4237-6A79-20DD8AF1991E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4181976712" sldId="309"/>
            <ac:spMk id="10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4181976712" sldId="309"/>
            <ac:spMk id="11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4181976712" sldId="309"/>
            <ac:spMk id="12" creationId="{00000000-0000-0000-0000-000000000000}"/>
          </ac:spMkLst>
        </pc:spChg>
        <pc:picChg chg="mod">
          <ac:chgData name="이하나 윤" userId="f658f17427b35de9" providerId="LiveId" clId="{EE219EC4-0B48-4DAA-B6C8-F5305E865B87}" dt="2026-09-07T23:01:19.402" v="533" actId="1076"/>
          <ac:picMkLst>
            <pc:docMk/>
            <pc:sldMk cId="4181976712" sldId="309"/>
            <ac:picMk id="9" creationId="{1FDAB6D4-B28B-8A96-F843-760CA5FE7807}"/>
          </ac:picMkLst>
        </pc:picChg>
      </pc:sldChg>
      <pc:sldChg chg="del">
        <pc:chgData name="이하나 윤" userId="f658f17427b35de9" providerId="LiveId" clId="{EE219EC4-0B48-4DAA-B6C8-F5305E865B87}" dt="2026-09-07T22:30:24.174" v="23" actId="47"/>
        <pc:sldMkLst>
          <pc:docMk/>
          <pc:sldMk cId="4265528720" sldId="309"/>
        </pc:sldMkLst>
      </pc:sldChg>
      <pc:sldChg chg="addSp delSp modSp add mod setBg modNotes">
        <pc:chgData name="이하나 윤" userId="f658f17427b35de9" providerId="LiveId" clId="{EE219EC4-0B48-4DAA-B6C8-F5305E865B87}" dt="2026-09-07T23:01:33.975" v="576" actId="478"/>
        <pc:sldMkLst>
          <pc:docMk/>
          <pc:sldMk cId="1735191316" sldId="310"/>
        </pc:sldMkLst>
        <pc:spChg chg="del mod">
          <ac:chgData name="이하나 윤" userId="f658f17427b35de9" providerId="LiveId" clId="{EE219EC4-0B48-4DAA-B6C8-F5305E865B87}" dt="2026-09-07T23:01:33.975" v="576" actId="478"/>
          <ac:spMkLst>
            <pc:docMk/>
            <pc:sldMk cId="1735191316" sldId="310"/>
            <ac:spMk id="2" creationId="{9060C8FB-1D5B-23A1-5A0F-EB7D1BAD7BAA}"/>
          </ac:spMkLst>
        </pc:spChg>
        <pc:spChg chg="mod">
          <ac:chgData name="이하나 윤" userId="f658f17427b35de9" providerId="LiveId" clId="{EE219EC4-0B48-4DAA-B6C8-F5305E865B87}" dt="2026-09-07T23:01:32.583" v="575" actId="20577"/>
          <ac:spMkLst>
            <pc:docMk/>
            <pc:sldMk cId="1735191316" sldId="310"/>
            <ac:spMk id="3" creationId="{2B0D78C3-2131-502D-B080-AFD5C7BF1961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735191316" sldId="310"/>
            <ac:spMk id="4" creationId="{6A9CE85B-EADC-8C6D-9DCB-FC4092504C9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735191316" sldId="310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735191316" sldId="310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735191316" sldId="310"/>
            <ac:spMk id="7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1735191316" sldId="310"/>
            <ac:spMk id="8" creationId="{4DFA3E1F-37E2-3EE9-C745-D8FCBD61FF03}"/>
          </ac:spMkLst>
        </pc:spChg>
        <pc:spChg chg="add mod">
          <ac:chgData name="이하나 윤" userId="f658f17427b35de9" providerId="LiveId" clId="{EE219EC4-0B48-4DAA-B6C8-F5305E865B87}" dt="2026-09-07T23:01:33.975" v="576" actId="478"/>
          <ac:spMkLst>
            <pc:docMk/>
            <pc:sldMk cId="1735191316" sldId="310"/>
            <ac:spMk id="10" creationId="{8B23C299-1E39-E663-8BA4-0D523D6A0BEE}"/>
          </ac:spMkLst>
        </pc:spChg>
      </pc:sldChg>
      <pc:sldChg chg="del">
        <pc:chgData name="이하나 윤" userId="f658f17427b35de9" providerId="LiveId" clId="{EE219EC4-0B48-4DAA-B6C8-F5305E865B87}" dt="2026-09-07T22:31:48.985" v="27" actId="47"/>
        <pc:sldMkLst>
          <pc:docMk/>
          <pc:sldMk cId="2932605426" sldId="310"/>
        </pc:sldMkLst>
      </pc:sldChg>
      <pc:sldChg chg="addSp delSp modSp add mod setBg modNotes">
        <pc:chgData name="이하나 윤" userId="f658f17427b35de9" providerId="LiveId" clId="{EE219EC4-0B48-4DAA-B6C8-F5305E865B87}" dt="2026-09-07T23:01:46.797" v="614" actId="478"/>
        <pc:sldMkLst>
          <pc:docMk/>
          <pc:sldMk cId="1874734107" sldId="311"/>
        </pc:sldMkLst>
        <pc:spChg chg="del mod">
          <ac:chgData name="이하나 윤" userId="f658f17427b35de9" providerId="LiveId" clId="{EE219EC4-0B48-4DAA-B6C8-F5305E865B87}" dt="2026-09-07T23:01:46.797" v="614" actId="478"/>
          <ac:spMkLst>
            <pc:docMk/>
            <pc:sldMk cId="1874734107" sldId="311"/>
            <ac:spMk id="2" creationId="{921A9D1B-F6F0-35AA-EDE6-9A279132D986}"/>
          </ac:spMkLst>
        </pc:spChg>
        <pc:spChg chg="mod">
          <ac:chgData name="이하나 윤" userId="f658f17427b35de9" providerId="LiveId" clId="{EE219EC4-0B48-4DAA-B6C8-F5305E865B87}" dt="2026-09-07T23:01:45.631" v="613" actId="20577"/>
          <ac:spMkLst>
            <pc:docMk/>
            <pc:sldMk cId="1874734107" sldId="311"/>
            <ac:spMk id="3" creationId="{FFAB249A-0CC1-9AC0-FDA8-04B7E2726506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874734107" sldId="311"/>
            <ac:spMk id="4" creationId="{39C11541-C71F-8525-A499-A8CBE94B25B8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874734107" sldId="311"/>
            <ac:spMk id="5" creationId="{AE8394D2-F0A3-5D22-260C-82EBDDC5BC55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874734107" sldId="311"/>
            <ac:spMk id="23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874734107" sldId="311"/>
            <ac:spMk id="24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874734107" sldId="311"/>
            <ac:spMk id="25" creationId="{00000000-0000-0000-0000-000000000000}"/>
          </ac:spMkLst>
        </pc:spChg>
        <pc:grpChg chg="add mod">
          <ac:chgData name="이하나 윤" userId="f658f17427b35de9" providerId="LiveId" clId="{EE219EC4-0B48-4DAA-B6C8-F5305E865B87}" dt="2026-09-07T22:52:04.569" v="321" actId="26606"/>
          <ac:grpSpMkLst>
            <pc:docMk/>
            <pc:sldMk cId="1874734107" sldId="311"/>
            <ac:grpSpMk id="20" creationId="{C8CE6B5F-F6D0-A29E-A994-322AD36317E9}"/>
          </ac:grpSpMkLst>
        </pc:grpChg>
        <pc:picChg chg="mod">
          <ac:chgData name="이하나 윤" userId="f658f17427b35de9" providerId="LiveId" clId="{EE219EC4-0B48-4DAA-B6C8-F5305E865B87}" dt="2026-09-07T22:52:04.569" v="321" actId="26606"/>
          <ac:picMkLst>
            <pc:docMk/>
            <pc:sldMk cId="1874734107" sldId="311"/>
            <ac:picMk id="22" creationId="{1888834E-4353-E8E4-7990-C9C008BE3C86}"/>
          </ac:picMkLst>
        </pc:picChg>
      </pc:sldChg>
      <pc:sldChg chg="del">
        <pc:chgData name="이하나 윤" userId="f658f17427b35de9" providerId="LiveId" clId="{EE219EC4-0B48-4DAA-B6C8-F5305E865B87}" dt="2026-09-07T22:29:38.507" v="22" actId="47"/>
        <pc:sldMkLst>
          <pc:docMk/>
          <pc:sldMk cId="3629411446" sldId="311"/>
        </pc:sldMkLst>
      </pc:sldChg>
      <pc:sldChg chg="addSp delSp modSp mod setBg">
        <pc:chgData name="이하나 윤" userId="f658f17427b35de9" providerId="LiveId" clId="{EE219EC4-0B48-4DAA-B6C8-F5305E865B87}" dt="2026-09-07T22:52:04.758" v="327" actId="27636"/>
        <pc:sldMkLst>
          <pc:docMk/>
          <pc:sldMk cId="1526180529" sldId="312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526180529" sldId="312"/>
            <ac:spMk id="2" creationId="{83B71838-A6B8-73F3-83AE-0DCD2D4DDDE6}"/>
          </ac:spMkLst>
        </pc:spChg>
        <pc:spChg chg="add del mod">
          <ac:chgData name="이하나 윤" userId="f658f17427b35de9" providerId="LiveId" clId="{EE219EC4-0B48-4DAA-B6C8-F5305E865B87}" dt="2026-09-07T22:52:04.758" v="327" actId="27636"/>
          <ac:spMkLst>
            <pc:docMk/>
            <pc:sldMk cId="1526180529" sldId="312"/>
            <ac:spMk id="3" creationId="{4AEE6EBE-2DB3-2672-01CA-4BB8E36B0AE7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526180529" sldId="312"/>
            <ac:spMk id="4" creationId="{C75F585B-D7A7-F53A-6F23-73F3F5D81A8A}"/>
          </ac:spMkLst>
        </pc:spChg>
        <pc:spChg chg="add">
          <ac:chgData name="이하나 윤" userId="f658f17427b35de9" providerId="LiveId" clId="{EE219EC4-0B48-4DAA-B6C8-F5305E865B87}" dt="2026-09-07T22:34:37.089" v="65"/>
          <ac:spMkLst>
            <pc:docMk/>
            <pc:sldMk cId="1526180529" sldId="312"/>
            <ac:spMk id="8" creationId="{A8F28293-3631-ECB3-CF36-6BA10EC49A19}"/>
          </ac:spMkLst>
        </pc:spChg>
        <pc:spChg chg="add">
          <ac:chgData name="이하나 윤" userId="f658f17427b35de9" providerId="LiveId" clId="{EE219EC4-0B48-4DAA-B6C8-F5305E865B87}" dt="2026-09-07T22:34:37.089" v="65"/>
          <ac:spMkLst>
            <pc:docMk/>
            <pc:sldMk cId="1526180529" sldId="312"/>
            <ac:spMk id="13" creationId="{5470CBA6-6107-877C-7BDE-004FD12F3891}"/>
          </ac:spMkLst>
        </pc:spChg>
        <pc:spChg chg="add">
          <ac:chgData name="이하나 윤" userId="f658f17427b35de9" providerId="LiveId" clId="{EE219EC4-0B48-4DAA-B6C8-F5305E865B87}" dt="2026-09-07T22:34:37.089" v="65"/>
          <ac:spMkLst>
            <pc:docMk/>
            <pc:sldMk cId="1526180529" sldId="312"/>
            <ac:spMk id="14" creationId="{40B5D417-3A89-D16C-A6CD-3202FED734AD}"/>
          </ac:spMkLst>
        </pc:spChg>
        <pc:spChg chg="add">
          <ac:chgData name="이하나 윤" userId="f658f17427b35de9" providerId="LiveId" clId="{EE219EC4-0B48-4DAA-B6C8-F5305E865B87}" dt="2026-09-07T22:34:37.089" v="65"/>
          <ac:spMkLst>
            <pc:docMk/>
            <pc:sldMk cId="1526180529" sldId="312"/>
            <ac:spMk id="15" creationId="{8471D766-3AEE-7E66-348A-D74B9AF731A9}"/>
          </ac:spMkLst>
        </pc:spChg>
        <pc:spChg chg="add">
          <ac:chgData name="이하나 윤" userId="f658f17427b35de9" providerId="LiveId" clId="{EE219EC4-0B48-4DAA-B6C8-F5305E865B87}" dt="2026-09-07T22:34:37.089" v="65"/>
          <ac:spMkLst>
            <pc:docMk/>
            <pc:sldMk cId="1526180529" sldId="312"/>
            <ac:spMk id="16" creationId="{36517E29-553D-CEB1-D85D-DDCD9AE1CC17}"/>
          </ac:spMkLst>
        </pc:spChg>
        <pc:spChg chg="add">
          <ac:chgData name="이하나 윤" userId="f658f17427b35de9" providerId="LiveId" clId="{EE219EC4-0B48-4DAA-B6C8-F5305E865B87}" dt="2026-09-07T22:34:37.089" v="65"/>
          <ac:spMkLst>
            <pc:docMk/>
            <pc:sldMk cId="1526180529" sldId="312"/>
            <ac:spMk id="17" creationId="{78493F3D-078F-0630-3DF5-0F00CC941A85}"/>
          </ac:spMkLst>
        </pc:spChg>
        <pc:spChg chg="add">
          <ac:chgData name="이하나 윤" userId="f658f17427b35de9" providerId="LiveId" clId="{EE219EC4-0B48-4DAA-B6C8-F5305E865B87}" dt="2026-09-07T22:34:37.089" v="65"/>
          <ac:spMkLst>
            <pc:docMk/>
            <pc:sldMk cId="1526180529" sldId="312"/>
            <ac:spMk id="18" creationId="{979DB4EF-99FC-F49E-05B7-70CB492F324A}"/>
          </ac:spMkLst>
        </pc:spChg>
        <pc:spChg chg="mod">
          <ac:chgData name="이하나 윤" userId="f658f17427b35de9" providerId="LiveId" clId="{EE219EC4-0B48-4DAA-B6C8-F5305E865B87}" dt="2026-09-07T22:34:44.452" v="68" actId="1076"/>
          <ac:spMkLst>
            <pc:docMk/>
            <pc:sldMk cId="1526180529" sldId="312"/>
            <ac:spMk id="20" creationId="{D1A4D9F6-74D2-EACE-B85C-FF0EF66E2FF7}"/>
          </ac:spMkLst>
        </pc:spChg>
        <pc:spChg chg="mod">
          <ac:chgData name="이하나 윤" userId="f658f17427b35de9" providerId="LiveId" clId="{EE219EC4-0B48-4DAA-B6C8-F5305E865B87}" dt="2026-09-07T22:34:44.452" v="68" actId="1076"/>
          <ac:spMkLst>
            <pc:docMk/>
            <pc:sldMk cId="1526180529" sldId="312"/>
            <ac:spMk id="21" creationId="{0696D59D-40BD-E282-D2C9-DFB06AEF1A35}"/>
          </ac:spMkLst>
        </pc:spChg>
        <pc:spChg chg="add mod">
          <ac:chgData name="이하나 윤" userId="f658f17427b35de9" providerId="LiveId" clId="{EE219EC4-0B48-4DAA-B6C8-F5305E865B87}" dt="2026-09-07T22:34:44.452" v="68" actId="1076"/>
          <ac:spMkLst>
            <pc:docMk/>
            <pc:sldMk cId="1526180529" sldId="312"/>
            <ac:spMk id="22" creationId="{38C157A8-BCCB-578C-9690-E87336516C5D}"/>
          </ac:spMkLst>
        </pc:spChg>
        <pc:spChg chg="add mod">
          <ac:chgData name="이하나 윤" userId="f658f17427b35de9" providerId="LiveId" clId="{EE219EC4-0B48-4DAA-B6C8-F5305E865B87}" dt="2026-09-07T22:34:44.452" v="68" actId="1076"/>
          <ac:spMkLst>
            <pc:docMk/>
            <pc:sldMk cId="1526180529" sldId="312"/>
            <ac:spMk id="27" creationId="{CA789890-1DB5-1B13-32D4-731BFB4CF818}"/>
          </ac:spMkLst>
        </pc:spChg>
        <pc:spChg chg="add mod">
          <ac:chgData name="이하나 윤" userId="f658f17427b35de9" providerId="LiveId" clId="{EE219EC4-0B48-4DAA-B6C8-F5305E865B87}" dt="2026-09-07T22:34:44.452" v="68" actId="1076"/>
          <ac:spMkLst>
            <pc:docMk/>
            <pc:sldMk cId="1526180529" sldId="312"/>
            <ac:spMk id="28" creationId="{47D990E6-7DAA-93E6-ABE7-B6B64CC96BA6}"/>
          </ac:spMkLst>
        </pc:spChg>
        <pc:spChg chg="add mod">
          <ac:chgData name="이하나 윤" userId="f658f17427b35de9" providerId="LiveId" clId="{EE219EC4-0B48-4DAA-B6C8-F5305E865B87}" dt="2026-09-07T22:34:44.452" v="68" actId="1076"/>
          <ac:spMkLst>
            <pc:docMk/>
            <pc:sldMk cId="1526180529" sldId="312"/>
            <ac:spMk id="29" creationId="{D6A8C997-DB46-7EC5-4496-F4FFC4C69E05}"/>
          </ac:spMkLst>
        </pc:spChg>
        <pc:spChg chg="add mod">
          <ac:chgData name="이하나 윤" userId="f658f17427b35de9" providerId="LiveId" clId="{EE219EC4-0B48-4DAA-B6C8-F5305E865B87}" dt="2026-09-07T22:34:44.452" v="68" actId="1076"/>
          <ac:spMkLst>
            <pc:docMk/>
            <pc:sldMk cId="1526180529" sldId="312"/>
            <ac:spMk id="30" creationId="{FB79B4A3-0C74-0D3E-80FD-4FD09D4DA9B3}"/>
          </ac:spMkLst>
        </pc:spChg>
        <pc:spChg chg="add mod">
          <ac:chgData name="이하나 윤" userId="f658f17427b35de9" providerId="LiveId" clId="{EE219EC4-0B48-4DAA-B6C8-F5305E865B87}" dt="2026-09-07T22:34:44.452" v="68" actId="1076"/>
          <ac:spMkLst>
            <pc:docMk/>
            <pc:sldMk cId="1526180529" sldId="312"/>
            <ac:spMk id="31" creationId="{823D2D4A-EF4D-08EC-8AD7-3ED8412E2A7B}"/>
          </ac:spMkLst>
        </pc:spChg>
        <pc:spChg chg="add mod">
          <ac:chgData name="이하나 윤" userId="f658f17427b35de9" providerId="LiveId" clId="{EE219EC4-0B48-4DAA-B6C8-F5305E865B87}" dt="2026-09-07T22:34:44.452" v="68" actId="1076"/>
          <ac:spMkLst>
            <pc:docMk/>
            <pc:sldMk cId="1526180529" sldId="312"/>
            <ac:spMk id="32" creationId="{78028356-0B59-D8A2-1711-033F886B3CAA}"/>
          </ac:spMkLst>
        </pc:spChg>
        <pc:spChg chg="mod">
          <ac:chgData name="이하나 윤" userId="f658f17427b35de9" providerId="LiveId" clId="{EE219EC4-0B48-4DAA-B6C8-F5305E865B87}" dt="2026-09-07T22:34:55.694" v="75" actId="1076"/>
          <ac:spMkLst>
            <pc:docMk/>
            <pc:sldMk cId="1526180529" sldId="312"/>
            <ac:spMk id="34" creationId="{7F040A95-0C16-D324-0427-B08074BC3E1F}"/>
          </ac:spMkLst>
        </pc:spChg>
        <pc:spChg chg="mod">
          <ac:chgData name="이하나 윤" userId="f658f17427b35de9" providerId="LiveId" clId="{EE219EC4-0B48-4DAA-B6C8-F5305E865B87}" dt="2026-09-07T22:34:55.694" v="75" actId="1076"/>
          <ac:spMkLst>
            <pc:docMk/>
            <pc:sldMk cId="1526180529" sldId="312"/>
            <ac:spMk id="35" creationId="{F481439B-CE37-30B6-A83C-7C5733F653FF}"/>
          </ac:spMkLst>
        </pc:spChg>
        <pc:spChg chg="add mod">
          <ac:chgData name="이하나 윤" userId="f658f17427b35de9" providerId="LiveId" clId="{EE219EC4-0B48-4DAA-B6C8-F5305E865B87}" dt="2026-09-07T22:34:55.694" v="75" actId="1076"/>
          <ac:spMkLst>
            <pc:docMk/>
            <pc:sldMk cId="1526180529" sldId="312"/>
            <ac:spMk id="36" creationId="{1594BF86-33E6-322D-B59A-919685DA7CD1}"/>
          </ac:spMkLst>
        </pc:spChg>
        <pc:spChg chg="add mod">
          <ac:chgData name="이하나 윤" userId="f658f17427b35de9" providerId="LiveId" clId="{EE219EC4-0B48-4DAA-B6C8-F5305E865B87}" dt="2026-09-07T22:34:55.694" v="75" actId="1076"/>
          <ac:spMkLst>
            <pc:docMk/>
            <pc:sldMk cId="1526180529" sldId="312"/>
            <ac:spMk id="41" creationId="{47F5DBB5-8C58-B404-51FA-BB22C15C47A8}"/>
          </ac:spMkLst>
        </pc:spChg>
        <pc:spChg chg="add mod">
          <ac:chgData name="이하나 윤" userId="f658f17427b35de9" providerId="LiveId" clId="{EE219EC4-0B48-4DAA-B6C8-F5305E865B87}" dt="2026-09-07T22:34:55.694" v="75" actId="1076"/>
          <ac:spMkLst>
            <pc:docMk/>
            <pc:sldMk cId="1526180529" sldId="312"/>
            <ac:spMk id="42" creationId="{7493A86D-D273-ACF3-641B-CBD4FC58AF3C}"/>
          </ac:spMkLst>
        </pc:spChg>
        <pc:spChg chg="add mod">
          <ac:chgData name="이하나 윤" userId="f658f17427b35de9" providerId="LiveId" clId="{EE219EC4-0B48-4DAA-B6C8-F5305E865B87}" dt="2026-09-07T22:34:55.694" v="75" actId="1076"/>
          <ac:spMkLst>
            <pc:docMk/>
            <pc:sldMk cId="1526180529" sldId="312"/>
            <ac:spMk id="43" creationId="{B5031003-C9A4-535E-54C7-4B4B181EE31F}"/>
          </ac:spMkLst>
        </pc:spChg>
        <pc:spChg chg="add mod">
          <ac:chgData name="이하나 윤" userId="f658f17427b35de9" providerId="LiveId" clId="{EE219EC4-0B48-4DAA-B6C8-F5305E865B87}" dt="2026-09-07T22:34:55.694" v="75" actId="1076"/>
          <ac:spMkLst>
            <pc:docMk/>
            <pc:sldMk cId="1526180529" sldId="312"/>
            <ac:spMk id="44" creationId="{DA71A3FE-ABD4-99C7-3954-1CC22828BD6F}"/>
          </ac:spMkLst>
        </pc:spChg>
        <pc:spChg chg="add mod">
          <ac:chgData name="이하나 윤" userId="f658f17427b35de9" providerId="LiveId" clId="{EE219EC4-0B48-4DAA-B6C8-F5305E865B87}" dt="2026-09-07T22:34:55.694" v="75" actId="1076"/>
          <ac:spMkLst>
            <pc:docMk/>
            <pc:sldMk cId="1526180529" sldId="312"/>
            <ac:spMk id="45" creationId="{ACFE879E-F36E-94BA-9E69-BF002A7B8BDC}"/>
          </ac:spMkLst>
        </pc:spChg>
        <pc:spChg chg="add mod">
          <ac:chgData name="이하나 윤" userId="f658f17427b35de9" providerId="LiveId" clId="{EE219EC4-0B48-4DAA-B6C8-F5305E865B87}" dt="2026-09-07T22:34:55.694" v="75" actId="1076"/>
          <ac:spMkLst>
            <pc:docMk/>
            <pc:sldMk cId="1526180529" sldId="312"/>
            <ac:spMk id="46" creationId="{34A85083-7041-8C22-9E79-3B98E74E1682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526180529" sldId="312"/>
            <ac:spMk id="50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526180529" sldId="312"/>
            <ac:spMk id="51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526180529" sldId="312"/>
            <ac:spMk id="52" creationId="{00000000-0000-0000-0000-000000000000}"/>
          </ac:spMkLst>
        </pc:spChg>
        <pc:picChg chg="add mod">
          <ac:chgData name="이하나 윤" userId="f658f17427b35de9" providerId="LiveId" clId="{EE219EC4-0B48-4DAA-B6C8-F5305E865B87}" dt="2026-09-07T22:35:14.667" v="80"/>
          <ac:picMkLst>
            <pc:docMk/>
            <pc:sldMk cId="1526180529" sldId="312"/>
            <ac:picMk id="47" creationId="{2597A233-5BD3-47CC-B0C2-E31AD9FC685A}"/>
          </ac:picMkLst>
        </pc:picChg>
        <pc:picChg chg="add mod">
          <ac:chgData name="이하나 윤" userId="f658f17427b35de9" providerId="LiveId" clId="{EE219EC4-0B48-4DAA-B6C8-F5305E865B87}" dt="2026-09-07T22:52:04.569" v="321" actId="26606"/>
          <ac:picMkLst>
            <pc:docMk/>
            <pc:sldMk cId="1526180529" sldId="312"/>
            <ac:picMk id="49" creationId="{F61D3511-5A43-057A-4BAF-443F07E563E2}"/>
          </ac:picMkLst>
        </pc:picChg>
        <pc:picChg chg="add">
          <ac:chgData name="이하나 윤" userId="f658f17427b35de9" providerId="LiveId" clId="{EE219EC4-0B48-4DAA-B6C8-F5305E865B87}" dt="2026-09-07T22:34:37.089" v="65"/>
          <ac:picMkLst>
            <pc:docMk/>
            <pc:sldMk cId="1526180529" sldId="312"/>
            <ac:picMk id="2049" creationId="{B8703B8D-FE62-3648-140D-3104A381DD5F}"/>
          </ac:picMkLst>
        </pc:picChg>
        <pc:picChg chg="add">
          <ac:chgData name="이하나 윤" userId="f658f17427b35de9" providerId="LiveId" clId="{EE219EC4-0B48-4DAA-B6C8-F5305E865B87}" dt="2026-09-07T22:34:37.089" v="65"/>
          <ac:picMkLst>
            <pc:docMk/>
            <pc:sldMk cId="1526180529" sldId="312"/>
            <ac:picMk id="2050" creationId="{070F3FFA-47CA-2207-46C8-A27E20F5B395}"/>
          </ac:picMkLst>
        </pc:picChg>
        <pc:picChg chg="add">
          <ac:chgData name="이하나 윤" userId="f658f17427b35de9" providerId="LiveId" clId="{EE219EC4-0B48-4DAA-B6C8-F5305E865B87}" dt="2026-09-07T22:34:37.089" v="65"/>
          <ac:picMkLst>
            <pc:docMk/>
            <pc:sldMk cId="1526180529" sldId="312"/>
            <ac:picMk id="2051" creationId="{82810DBC-5346-94D0-4864-04F8CAEF2FD8}"/>
          </ac:picMkLst>
        </pc:picChg>
        <pc:picChg chg="add">
          <ac:chgData name="이하나 윤" userId="f658f17427b35de9" providerId="LiveId" clId="{EE219EC4-0B48-4DAA-B6C8-F5305E865B87}" dt="2026-09-07T22:34:42.069" v="66"/>
          <ac:picMkLst>
            <pc:docMk/>
            <pc:sldMk cId="1526180529" sldId="312"/>
            <ac:picMk id="2067" creationId="{38ACCB51-4D8D-B19E-88E7-6386BE777E31}"/>
          </ac:picMkLst>
        </pc:picChg>
        <pc:picChg chg="add">
          <ac:chgData name="이하나 윤" userId="f658f17427b35de9" providerId="LiveId" clId="{EE219EC4-0B48-4DAA-B6C8-F5305E865B87}" dt="2026-09-07T22:34:42.069" v="66"/>
          <ac:picMkLst>
            <pc:docMk/>
            <pc:sldMk cId="1526180529" sldId="312"/>
            <ac:picMk id="2068" creationId="{F1B4464B-22EC-28E7-2540-4801C678FC2C}"/>
          </ac:picMkLst>
        </pc:picChg>
        <pc:picChg chg="add mod">
          <ac:chgData name="이하나 윤" userId="f658f17427b35de9" providerId="LiveId" clId="{EE219EC4-0B48-4DAA-B6C8-F5305E865B87}" dt="2026-09-07T22:34:44.452" v="68" actId="1076"/>
          <ac:picMkLst>
            <pc:docMk/>
            <pc:sldMk cId="1526180529" sldId="312"/>
            <ac:picMk id="2069" creationId="{9E3036AC-9E54-D6F4-D8EA-2BC4475568F7}"/>
          </ac:picMkLst>
        </pc:picChg>
        <pc:picChg chg="add mod">
          <ac:chgData name="이하나 윤" userId="f658f17427b35de9" providerId="LiveId" clId="{EE219EC4-0B48-4DAA-B6C8-F5305E865B87}" dt="2026-09-07T22:34:55.694" v="75" actId="1076"/>
          <ac:picMkLst>
            <pc:docMk/>
            <pc:sldMk cId="1526180529" sldId="312"/>
            <ac:picMk id="2085" creationId="{B9A2E3B7-FEAD-41B4-B421-45BF1E9268EA}"/>
          </ac:picMkLst>
        </pc:picChg>
        <pc:picChg chg="add">
          <ac:chgData name="이하나 윤" userId="f658f17427b35de9" providerId="LiveId" clId="{EE219EC4-0B48-4DAA-B6C8-F5305E865B87}" dt="2026-09-07T22:34:46.904" v="69"/>
          <ac:picMkLst>
            <pc:docMk/>
            <pc:sldMk cId="1526180529" sldId="312"/>
            <ac:picMk id="2086" creationId="{1B5AEA82-059A-5CB6-0482-2C586AF1B942}"/>
          </ac:picMkLst>
        </pc:picChg>
        <pc:picChg chg="add mod">
          <ac:chgData name="이하나 윤" userId="f658f17427b35de9" providerId="LiveId" clId="{EE219EC4-0B48-4DAA-B6C8-F5305E865B87}" dt="2026-09-07T22:34:49.155" v="70" actId="1076"/>
          <ac:picMkLst>
            <pc:docMk/>
            <pc:sldMk cId="1526180529" sldId="312"/>
            <ac:picMk id="2087" creationId="{771CF2E4-4BE3-69C0-C3CB-5B87E78B1BB5}"/>
          </ac:picMkLst>
        </pc:pic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346280523" sldId="313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46280523" sldId="313"/>
            <ac:spMk id="2" creationId="{1E1A45B9-E554-CF89-A475-95FEC9E2AF15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46280523" sldId="313"/>
            <ac:spMk id="3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46280523" sldId="313"/>
            <ac:spMk id="4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46280523" sldId="313"/>
            <ac:spMk id="5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346280523" sldId="313"/>
            <ac:spMk id="6" creationId="{407B7D63-6B38-8398-42F9-945980FA63A9}"/>
          </ac:spMkLst>
        </pc:spChg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1636371380" sldId="313"/>
        </pc:sldMkLst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554931205" sldId="314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554931205" sldId="314"/>
            <ac:spMk id="2" creationId="{B0D9DE85-1271-D09B-691A-2861A6FA09C1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554931205" sldId="314"/>
            <ac:spMk id="3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554931205" sldId="314"/>
            <ac:spMk id="4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554931205" sldId="314"/>
            <ac:spMk id="5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554931205" sldId="314"/>
            <ac:spMk id="6" creationId="{9D7E4D9A-4ED7-B26F-98A6-1DF52F9FC06A}"/>
          </ac:spMkLst>
        </pc:spChg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1882472460" sldId="314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487661416" sldId="315"/>
        </pc:sldMkLst>
      </pc:sldChg>
      <pc:sldChg chg="addSp delSp modSp add mod setBg">
        <pc:chgData name="이하나 윤" userId="f658f17427b35de9" providerId="LiveId" clId="{EE219EC4-0B48-4DAA-B6C8-F5305E865B87}" dt="2026-09-07T22:55:21.456" v="383" actId="20577"/>
        <pc:sldMkLst>
          <pc:docMk/>
          <pc:sldMk cId="1928803865" sldId="315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928803865" sldId="315"/>
            <ac:spMk id="2" creationId="{ECF74BB2-6502-967D-946B-F0F2B9AC64EE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928803865" sldId="315"/>
            <ac:spMk id="3" creationId="{90474742-EE96-5DF5-429D-E1FDF2084390}"/>
          </ac:spMkLst>
        </pc:spChg>
        <pc:spChg chg="mod">
          <ac:chgData name="이하나 윤" userId="f658f17427b35de9" providerId="LiveId" clId="{EE219EC4-0B48-4DAA-B6C8-F5305E865B87}" dt="2026-09-07T22:55:21.456" v="383" actId="20577"/>
          <ac:spMkLst>
            <pc:docMk/>
            <pc:sldMk cId="1928803865" sldId="315"/>
            <ac:spMk id="4" creationId="{42580722-F7DC-BAA5-20CF-8092D6D1903D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928803865" sldId="315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928803865" sldId="315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928803865" sldId="315"/>
            <ac:spMk id="7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1928803865" sldId="315"/>
            <ac:spMk id="8" creationId="{9E631589-7FAD-88EE-4F23-344C2AC1DF65}"/>
          </ac:spMkLst>
        </pc:spChg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1323014578" sldId="316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3520593519" sldId="318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2416172403" sldId="319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1463080561" sldId="320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4009984416" sldId="321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2612017300" sldId="322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1498087142" sldId="323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764237768" sldId="324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1733319585" sldId="325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669038276" sldId="326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2914128114" sldId="327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3598212783" sldId="328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1645165151" sldId="329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1375224868" sldId="330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1069665344" sldId="331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906301143" sldId="332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2237324188" sldId="333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2714689214" sldId="334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2949963403" sldId="335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594727181" sldId="336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3719955290" sldId="337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1875343917" sldId="338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272156292" sldId="339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747178521" sldId="340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202085740" sldId="341"/>
        </pc:sldMkLst>
      </pc:sldChg>
      <pc:sldChg chg="del">
        <pc:chgData name="이하나 윤" userId="f658f17427b35de9" providerId="LiveId" clId="{EE219EC4-0B48-4DAA-B6C8-F5305E865B87}" dt="2026-09-07T22:32:43.298" v="32" actId="47"/>
        <pc:sldMkLst>
          <pc:docMk/>
          <pc:sldMk cId="3092378582" sldId="342"/>
        </pc:sldMkLst>
      </pc:sldChg>
      <pc:sldChg chg="addSp delSp modSp mod setBg">
        <pc:chgData name="이하나 윤" userId="f658f17427b35de9" providerId="LiveId" clId="{EE219EC4-0B48-4DAA-B6C8-F5305E865B87}" dt="2026-09-07T22:52:04.569" v="321" actId="26606"/>
        <pc:sldMkLst>
          <pc:docMk/>
          <pc:sldMk cId="129221120" sldId="343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29221120" sldId="343"/>
            <ac:spMk id="2" creationId="{EA494D30-FFBD-1300-4C83-9368100CB0BA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29221120" sldId="343"/>
            <ac:spMk id="3" creationId="{4884D1D7-8855-DC5C-56E3-E8F68825A7B9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29221120" sldId="343"/>
            <ac:spMk id="4" creationId="{11DA031C-E93D-3FB0-5EAA-F00C393E6ED2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29221120" sldId="343"/>
            <ac:spMk id="9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29221120" sldId="343"/>
            <ac:spMk id="10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29221120" sldId="343"/>
            <ac:spMk id="11" creationId="{00000000-0000-0000-0000-000000000000}"/>
          </ac:spMkLst>
        </pc:spChg>
        <pc:picChg chg="mod">
          <ac:chgData name="이하나 윤" userId="f658f17427b35de9" providerId="LiveId" clId="{EE219EC4-0B48-4DAA-B6C8-F5305E865B87}" dt="2026-09-07T22:52:04.569" v="321" actId="26606"/>
          <ac:picMkLst>
            <pc:docMk/>
            <pc:sldMk cId="129221120" sldId="343"/>
            <ac:picMk id="8" creationId="{EC934C65-370E-869E-3C0E-B12D45736753}"/>
          </ac:picMkLst>
        </pc:picChg>
      </pc:sldChg>
      <pc:sldChg chg="addSp delSp modSp mod setBg">
        <pc:chgData name="이하나 윤" userId="f658f17427b35de9" providerId="LiveId" clId="{EE219EC4-0B48-4DAA-B6C8-F5305E865B87}" dt="2026-09-07T22:52:04.569" v="321" actId="26606"/>
        <pc:sldMkLst>
          <pc:docMk/>
          <pc:sldMk cId="2501100284" sldId="344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2501100284" sldId="344"/>
            <ac:spMk id="2" creationId="{AE8843F6-9F2E-B6DB-2460-92A86B4FDF62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2501100284" sldId="344"/>
            <ac:spMk id="3" creationId="{F7D510CE-7EB1-9525-7339-2DD52263011E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2501100284" sldId="344"/>
            <ac:spMk id="4" creationId="{F3B8593C-20C2-C2C7-A5D4-BEB860AA75CA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501100284" sldId="344"/>
            <ac:spMk id="7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501100284" sldId="344"/>
            <ac:spMk id="8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501100284" sldId="344"/>
            <ac:spMk id="9" creationId="{00000000-0000-0000-0000-000000000000}"/>
          </ac:spMkLst>
        </pc:spChg>
        <pc:picChg chg="mod">
          <ac:chgData name="이하나 윤" userId="f658f17427b35de9" providerId="LiveId" clId="{EE219EC4-0B48-4DAA-B6C8-F5305E865B87}" dt="2026-09-07T22:52:04.569" v="321" actId="26606"/>
          <ac:picMkLst>
            <pc:docMk/>
            <pc:sldMk cId="2501100284" sldId="344"/>
            <ac:picMk id="6" creationId="{018B87F1-43E3-53A4-4297-72E7A5BB1104}"/>
          </ac:picMkLst>
        </pc:picChg>
      </pc:sldChg>
      <pc:sldChg chg="addSp delSp modSp mod setBg">
        <pc:chgData name="이하나 윤" userId="f658f17427b35de9" providerId="LiveId" clId="{EE219EC4-0B48-4DAA-B6C8-F5305E865B87}" dt="2026-09-07T22:52:04.637" v="322" actId="27636"/>
        <pc:sldMkLst>
          <pc:docMk/>
          <pc:sldMk cId="2683688074" sldId="345"/>
        </pc:sldMkLst>
        <pc:spChg chg="mod">
          <ac:chgData name="이하나 윤" userId="f658f17427b35de9" providerId="LiveId" clId="{EE219EC4-0B48-4DAA-B6C8-F5305E865B87}" dt="2026-09-07T22:52:04.637" v="322" actId="27636"/>
          <ac:spMkLst>
            <pc:docMk/>
            <pc:sldMk cId="2683688074" sldId="345"/>
            <ac:spMk id="2" creationId="{C7446072-8366-39CF-56B4-C6C5B79A8841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2683688074" sldId="345"/>
            <ac:spMk id="3" creationId="{F630D284-DE1C-C85C-2E18-6822BA8F3BA3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2683688074" sldId="345"/>
            <ac:spMk id="4" creationId="{79184508-3F50-9C32-1569-37C172871B97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683688074" sldId="345"/>
            <ac:spMk id="14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683688074" sldId="345"/>
            <ac:spMk id="1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683688074" sldId="345"/>
            <ac:spMk id="16" creationId="{00000000-0000-0000-0000-000000000000}"/>
          </ac:spMkLst>
        </pc:spChg>
        <pc:picChg chg="mod">
          <ac:chgData name="이하나 윤" userId="f658f17427b35de9" providerId="LiveId" clId="{EE219EC4-0B48-4DAA-B6C8-F5305E865B87}" dt="2026-09-07T22:52:04.569" v="321" actId="26606"/>
          <ac:picMkLst>
            <pc:docMk/>
            <pc:sldMk cId="2683688074" sldId="345"/>
            <ac:picMk id="13" creationId="{72124750-8F55-F5FA-0500-85ECB1B52AAF}"/>
          </ac:picMkLst>
        </pc:picChg>
      </pc:sldChg>
      <pc:sldChg chg="addSp delSp modSp mod setBg">
        <pc:chgData name="이하나 윤" userId="f658f17427b35de9" providerId="LiveId" clId="{EE219EC4-0B48-4DAA-B6C8-F5305E865B87}" dt="2026-09-07T22:52:04.569" v="321" actId="26606"/>
        <pc:sldMkLst>
          <pc:docMk/>
          <pc:sldMk cId="2905131837" sldId="346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2905131837" sldId="346"/>
            <ac:spMk id="2" creationId="{BC2AEC70-13C9-2436-504C-F9D2F9119DDE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2905131837" sldId="346"/>
            <ac:spMk id="3" creationId="{75C981AB-FC4C-54F2-682B-EF670A7E3993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905131837" sldId="346"/>
            <ac:spMk id="4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905131837" sldId="346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905131837" sldId="346"/>
            <ac:spMk id="6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2905131837" sldId="346"/>
            <ac:spMk id="7" creationId="{A2520983-CA7D-F74B-0C86-1F2E6194CEC0}"/>
          </ac:spMkLst>
        </pc:spChg>
      </pc:sldChg>
      <pc:sldChg chg="del">
        <pc:chgData name="이하나 윤" userId="f658f17427b35de9" providerId="LiveId" clId="{EE219EC4-0B48-4DAA-B6C8-F5305E865B87}" dt="2026-09-07T22:29:19.047" v="20" actId="47"/>
        <pc:sldMkLst>
          <pc:docMk/>
          <pc:sldMk cId="333639422" sldId="348"/>
        </pc:sldMkLst>
      </pc:sldChg>
      <pc:sldChg chg="addSp delSp modSp mod setBg">
        <pc:chgData name="이하나 윤" userId="f658f17427b35de9" providerId="LiveId" clId="{EE219EC4-0B48-4DAA-B6C8-F5305E865B87}" dt="2026-09-07T22:52:04.569" v="321" actId="26606"/>
        <pc:sldMkLst>
          <pc:docMk/>
          <pc:sldMk cId="3506793627" sldId="349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506793627" sldId="349"/>
            <ac:spMk id="2" creationId="{00EAEA10-7E24-E887-9336-B34C7FB86561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506793627" sldId="349"/>
            <ac:spMk id="3" creationId="{BF04ED62-27E0-D30D-D553-5393C7B7D8B4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3506793627" sldId="349"/>
            <ac:spMk id="4" creationId="{3330E3EB-8195-05AE-A841-917D4E701283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506793627" sldId="349"/>
            <ac:spMk id="5" creationId="{418F229F-2654-4A44-C2E9-DE044FD27326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506793627" sldId="349"/>
            <ac:spMk id="6" creationId="{EFF260DB-2A80-1895-8C6E-ACEE7AB3EB49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506793627" sldId="349"/>
            <ac:spMk id="7" creationId="{2B85AF64-3493-74C8-0D6D-12E2990A402A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506793627" sldId="349"/>
            <ac:spMk id="8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506793627" sldId="349"/>
            <ac:spMk id="9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506793627" sldId="349"/>
            <ac:spMk id="10" creationId="{00000000-0000-0000-0000-000000000000}"/>
          </ac:spMkLst>
        </pc:spChg>
      </pc:sldChg>
      <pc:sldChg chg="del">
        <pc:chgData name="이하나 윤" userId="f658f17427b35de9" providerId="LiveId" clId="{EE219EC4-0B48-4DAA-B6C8-F5305E865B87}" dt="2026-09-07T22:45:21.824" v="285" actId="47"/>
        <pc:sldMkLst>
          <pc:docMk/>
          <pc:sldMk cId="3207535568" sldId="350"/>
        </pc:sldMkLst>
      </pc:sldChg>
      <pc:sldChg chg="add del">
        <pc:chgData name="이하나 윤" userId="f658f17427b35de9" providerId="LiveId" clId="{EE219EC4-0B48-4DAA-B6C8-F5305E865B87}" dt="2026-09-07T22:29:19.047" v="20" actId="47"/>
        <pc:sldMkLst>
          <pc:docMk/>
          <pc:sldMk cId="2931268744" sldId="351"/>
        </pc:sldMkLst>
      </pc:sldChg>
      <pc:sldChg chg="add del">
        <pc:chgData name="이하나 윤" userId="f658f17427b35de9" providerId="LiveId" clId="{EE219EC4-0B48-4DAA-B6C8-F5305E865B87}" dt="2026-09-07T22:29:19.047" v="20" actId="47"/>
        <pc:sldMkLst>
          <pc:docMk/>
          <pc:sldMk cId="3963395654" sldId="352"/>
        </pc:sldMkLst>
      </pc:sldChg>
      <pc:sldChg chg="add del">
        <pc:chgData name="이하나 윤" userId="f658f17427b35de9" providerId="LiveId" clId="{EE219EC4-0B48-4DAA-B6C8-F5305E865B87}" dt="2026-09-07T22:45:11.820" v="283" actId="47"/>
        <pc:sldMkLst>
          <pc:docMk/>
          <pc:sldMk cId="2728366472" sldId="353"/>
        </pc:sldMkLst>
      </pc:sldChg>
      <pc:sldChg chg="del">
        <pc:chgData name="이하나 윤" userId="f658f17427b35de9" providerId="LiveId" clId="{EE219EC4-0B48-4DAA-B6C8-F5305E865B87}" dt="2026-09-07T22:30:24.174" v="23" actId="47"/>
        <pc:sldMkLst>
          <pc:docMk/>
          <pc:sldMk cId="3462838702" sldId="354"/>
        </pc:sldMkLst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695329364" sldId="355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695329364" sldId="355"/>
            <ac:spMk id="2" creationId="{279A97C8-12D7-ACBE-C5A4-75DBE4566ED8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695329364" sldId="355"/>
            <ac:spMk id="3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695329364" sldId="355"/>
            <ac:spMk id="4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695329364" sldId="355"/>
            <ac:spMk id="5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695329364" sldId="355"/>
            <ac:spMk id="6" creationId="{F2DB0B14-7B93-035D-6893-C7A5FA5E3A1F}"/>
          </ac:spMkLst>
        </pc:sp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654142757" sldId="356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654142757" sldId="356"/>
            <ac:spMk id="2" creationId="{279A97C8-12D7-ACBE-C5A4-75DBE4566ED8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654142757" sldId="356"/>
            <ac:spMk id="3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654142757" sldId="356"/>
            <ac:spMk id="4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654142757" sldId="356"/>
            <ac:spMk id="5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654142757" sldId="356"/>
            <ac:spMk id="6" creationId="{F2DB0B14-7B93-035D-6893-C7A5FA5E3A1F}"/>
          </ac:spMkLst>
        </pc:spChg>
      </pc:sldChg>
      <pc:sldChg chg="addSp delSp modSp add mod setBg">
        <pc:chgData name="이하나 윤" userId="f658f17427b35de9" providerId="LiveId" clId="{EE219EC4-0B48-4DAA-B6C8-F5305E865B87}" dt="2026-09-07T22:54:16.801" v="341" actId="27636"/>
        <pc:sldMkLst>
          <pc:docMk/>
          <pc:sldMk cId="3418026532" sldId="357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3418026532" sldId="357"/>
            <ac:spMk id="2" creationId="{07BC183E-F8F6-2746-A98C-BB75D5AD62A4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418026532" sldId="357"/>
            <ac:spMk id="3" creationId="{6ED84F4F-4BD8-3DC7-4EC6-6A2BC1B370B1}"/>
          </ac:spMkLst>
        </pc:spChg>
        <pc:spChg chg="mod">
          <ac:chgData name="이하나 윤" userId="f658f17427b35de9" providerId="LiveId" clId="{EE219EC4-0B48-4DAA-B6C8-F5305E865B87}" dt="2026-09-07T22:54:16.801" v="341" actId="27636"/>
          <ac:spMkLst>
            <pc:docMk/>
            <pc:sldMk cId="3418026532" sldId="357"/>
            <ac:spMk id="4" creationId="{7D2ECF72-891E-22B0-CE82-F049E89F0AA1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3418026532" sldId="357"/>
            <ac:spMk id="5" creationId="{7E679084-F0C3-133D-827B-3596A73D3D4B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418026532" sldId="357"/>
            <ac:spMk id="8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418026532" sldId="357"/>
            <ac:spMk id="9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418026532" sldId="357"/>
            <ac:spMk id="10" creationId="{00000000-0000-0000-0000-000000000000}"/>
          </ac:spMkLst>
        </pc:spChg>
        <pc:picChg chg="mod">
          <ac:chgData name="이하나 윤" userId="f658f17427b35de9" providerId="LiveId" clId="{EE219EC4-0B48-4DAA-B6C8-F5305E865B87}" dt="2026-09-07T22:52:04.569" v="321" actId="26606"/>
          <ac:picMkLst>
            <pc:docMk/>
            <pc:sldMk cId="3418026532" sldId="357"/>
            <ac:picMk id="7" creationId="{407801D2-263A-D863-F949-2108A6C3ADB1}"/>
          </ac:picMkLst>
        </pc:pic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4190383097" sldId="358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4190383097" sldId="358"/>
            <ac:spMk id="2" creationId="{3AEFD556-8FF7-2998-709B-1B5CAAA1695D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4190383097" sldId="358"/>
            <ac:spMk id="3" creationId="{05A49F7A-305D-C8DA-AB0A-893A5F01ADF0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4190383097" sldId="358"/>
            <ac:spMk id="4" creationId="{9FD0D7C2-F14A-53DE-3866-A7EC29CEC021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4190383097" sldId="358"/>
            <ac:spMk id="5" creationId="{532BB5CB-FB97-AF20-7D08-9AF998687959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4190383097" sldId="358"/>
            <ac:spMk id="8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4190383097" sldId="358"/>
            <ac:spMk id="9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4190383097" sldId="358"/>
            <ac:spMk id="10" creationId="{00000000-0000-0000-0000-000000000000}"/>
          </ac:spMkLst>
        </pc:spChg>
        <pc:graphicFrameChg chg="mod">
          <ac:chgData name="이하나 윤" userId="f658f17427b35de9" providerId="LiveId" clId="{EE219EC4-0B48-4DAA-B6C8-F5305E865B87}" dt="2026-09-07T22:52:04.569" v="321" actId="26606"/>
          <ac:graphicFrameMkLst>
            <pc:docMk/>
            <pc:sldMk cId="4190383097" sldId="358"/>
            <ac:graphicFrameMk id="7" creationId="{18819BB2-CF69-E3E2-33C3-15E1B1C165CD}"/>
          </ac:graphicFrameMkLst>
        </pc:graphicFrameChg>
      </pc:sldChg>
      <pc:sldChg chg="addSp delSp modSp add mod setBg">
        <pc:chgData name="이하나 윤" userId="f658f17427b35de9" providerId="LiveId" clId="{EE219EC4-0B48-4DAA-B6C8-F5305E865B87}" dt="2026-09-07T22:54:42.858" v="365" actId="20577"/>
        <pc:sldMkLst>
          <pc:docMk/>
          <pc:sldMk cId="3529678107" sldId="359"/>
        </pc:sldMkLst>
        <pc:spChg chg="del mod">
          <ac:chgData name="이하나 윤" userId="f658f17427b35de9" providerId="LiveId" clId="{EE219EC4-0B48-4DAA-B6C8-F5305E865B87}" dt="2026-09-07T22:54:26.216" v="342" actId="478"/>
          <ac:spMkLst>
            <pc:docMk/>
            <pc:sldMk cId="3529678107" sldId="359"/>
            <ac:spMk id="2" creationId="{C3BE047E-AD72-9976-F486-26D173DD1645}"/>
          </ac:spMkLst>
        </pc:spChg>
        <pc:spChg chg="mod">
          <ac:chgData name="이하나 윤" userId="f658f17427b35de9" providerId="LiveId" clId="{EE219EC4-0B48-4DAA-B6C8-F5305E865B87}" dt="2026-09-07T22:54:31.392" v="345" actId="20577"/>
          <ac:spMkLst>
            <pc:docMk/>
            <pc:sldMk cId="3529678107" sldId="359"/>
            <ac:spMk id="3" creationId="{7B0E6360-C5B9-7D0D-0D58-979E609AC289}"/>
          </ac:spMkLst>
        </pc:spChg>
        <pc:spChg chg="mod">
          <ac:chgData name="이하나 윤" userId="f658f17427b35de9" providerId="LiveId" clId="{EE219EC4-0B48-4DAA-B6C8-F5305E865B87}" dt="2026-09-07T22:54:42.858" v="365" actId="20577"/>
          <ac:spMkLst>
            <pc:docMk/>
            <pc:sldMk cId="3529678107" sldId="359"/>
            <ac:spMk id="4" creationId="{AEF8F940-A753-55DB-A161-DCCF03B1FEBD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529678107" sldId="359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529678107" sldId="359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529678107" sldId="359"/>
            <ac:spMk id="7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3529678107" sldId="359"/>
            <ac:spMk id="8" creationId="{0A3694AE-E2E9-A977-5315-2F9CF60543E8}"/>
          </ac:spMkLst>
        </pc:spChg>
        <pc:spChg chg="add del mod">
          <ac:chgData name="이하나 윤" userId="f658f17427b35de9" providerId="LiveId" clId="{EE219EC4-0B48-4DAA-B6C8-F5305E865B87}" dt="2026-09-07T22:54:28.231" v="343" actId="478"/>
          <ac:spMkLst>
            <pc:docMk/>
            <pc:sldMk cId="3529678107" sldId="359"/>
            <ac:spMk id="10" creationId="{EA677C78-DB00-07BE-53F8-B098B6E9CEB8}"/>
          </ac:spMkLst>
        </pc:sp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1612193083" sldId="360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612193083" sldId="360"/>
            <ac:spMk id="2" creationId="{279A97C8-12D7-ACBE-C5A4-75DBE4566ED8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612193083" sldId="360"/>
            <ac:spMk id="3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612193083" sldId="360"/>
            <ac:spMk id="4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612193083" sldId="360"/>
            <ac:spMk id="5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1612193083" sldId="360"/>
            <ac:spMk id="6" creationId="{F2DB0B14-7B93-035D-6893-C7A5FA5E3A1F}"/>
          </ac:spMkLst>
        </pc:sp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3401005497" sldId="361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3401005497" sldId="361"/>
            <ac:spMk id="2" creationId="{D6290A24-0FC3-CF2E-C09B-FB51A317580D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401005497" sldId="361"/>
            <ac:spMk id="3" creationId="{7E3B241A-807F-B9ED-1B87-50AD3B62D43B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401005497" sldId="361"/>
            <ac:spMk id="4" creationId="{528DB422-C15F-0C98-7327-85687CC36C0C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3401005497" sldId="361"/>
            <ac:spMk id="5" creationId="{27308130-54D2-C7AB-E0F9-44D972408263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401005497" sldId="361"/>
            <ac:spMk id="7" creationId="{830012E8-AC28-09DE-971E-9C0EA29E8115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401005497" sldId="361"/>
            <ac:spMk id="8" creationId="{3F8B05BB-FC79-00EB-A5E8-77571D7D897A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401005497" sldId="361"/>
            <ac:spMk id="9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401005497" sldId="361"/>
            <ac:spMk id="10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401005497" sldId="361"/>
            <ac:spMk id="11" creationId="{00000000-0000-0000-0000-000000000000}"/>
          </ac:spMkLst>
        </pc:spChg>
        <pc:picChg chg="mod">
          <ac:chgData name="이하나 윤" userId="f658f17427b35de9" providerId="LiveId" clId="{EE219EC4-0B48-4DAA-B6C8-F5305E865B87}" dt="2026-09-07T22:52:04.569" v="321" actId="26606"/>
          <ac:picMkLst>
            <pc:docMk/>
            <pc:sldMk cId="3401005497" sldId="361"/>
            <ac:picMk id="6" creationId="{04A34652-97A9-625B-5CAE-562B96D3D000}"/>
          </ac:picMkLst>
        </pc:pic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2600183346" sldId="362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2600183346" sldId="362"/>
            <ac:spMk id="2" creationId="{72FAE06E-BFF5-0833-C17F-1CC876C7C35F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2600183346" sldId="362"/>
            <ac:spMk id="3" creationId="{04411C9B-D9EF-10DF-5910-EDF48E7071D9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2600183346" sldId="362"/>
            <ac:spMk id="4" creationId="{2CC03ADF-995E-2946-48D9-117E6A51C81A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600183346" sldId="362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600183346" sldId="362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600183346" sldId="362"/>
            <ac:spMk id="7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2600183346" sldId="362"/>
            <ac:spMk id="8" creationId="{75B7232C-6673-77D3-E263-F48A25FB7F2A}"/>
          </ac:spMkLst>
        </pc:spChg>
      </pc:sldChg>
      <pc:sldChg chg="addSp delSp modSp add mod setBg">
        <pc:chgData name="이하나 윤" userId="f658f17427b35de9" providerId="LiveId" clId="{EE219EC4-0B48-4DAA-B6C8-F5305E865B87}" dt="2026-09-07T22:54:06.281" v="339" actId="1076"/>
        <pc:sldMkLst>
          <pc:docMk/>
          <pc:sldMk cId="2205368116" sldId="363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2205368116" sldId="363"/>
            <ac:spMk id="2" creationId="{4C3B95B2-6557-7CA1-2BF0-DD56CA2E9407}"/>
          </ac:spMkLst>
        </pc:spChg>
        <pc:spChg chg="mod">
          <ac:chgData name="이하나 윤" userId="f658f17427b35de9" providerId="LiveId" clId="{EE219EC4-0B48-4DAA-B6C8-F5305E865B87}" dt="2026-09-07T22:53:59.549" v="337" actId="14100"/>
          <ac:spMkLst>
            <pc:docMk/>
            <pc:sldMk cId="2205368116" sldId="363"/>
            <ac:spMk id="4" creationId="{41791852-9109-A6F3-71AE-16E91F15DD0E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2205368116" sldId="363"/>
            <ac:spMk id="5" creationId="{5D1DE72C-F133-5C9C-985F-826EE2167FF5}"/>
          </ac:spMkLst>
        </pc:spChg>
        <pc:spChg chg="mod">
          <ac:chgData name="이하나 윤" userId="f658f17427b35de9" providerId="LiveId" clId="{EE219EC4-0B48-4DAA-B6C8-F5305E865B87}" dt="2026-09-07T22:54:04.020" v="338" actId="1076"/>
          <ac:spMkLst>
            <pc:docMk/>
            <pc:sldMk cId="2205368116" sldId="363"/>
            <ac:spMk id="12" creationId="{6053F130-9B42-597C-0A5D-47F8EBC79FE9}"/>
          </ac:spMkLst>
        </pc:spChg>
        <pc:spChg chg="mod">
          <ac:chgData name="이하나 윤" userId="f658f17427b35de9" providerId="LiveId" clId="{EE219EC4-0B48-4DAA-B6C8-F5305E865B87}" dt="2026-09-07T22:53:52.799" v="333" actId="164"/>
          <ac:spMkLst>
            <pc:docMk/>
            <pc:sldMk cId="2205368116" sldId="363"/>
            <ac:spMk id="42" creationId="{81069D73-785E-ED51-4657-C6EC2C8A66FD}"/>
          </ac:spMkLst>
        </pc:spChg>
        <pc:spChg chg="mod">
          <ac:chgData name="이하나 윤" userId="f658f17427b35de9" providerId="LiveId" clId="{EE219EC4-0B48-4DAA-B6C8-F5305E865B87}" dt="2026-09-07T22:53:52.799" v="333" actId="164"/>
          <ac:spMkLst>
            <pc:docMk/>
            <pc:sldMk cId="2205368116" sldId="363"/>
            <ac:spMk id="43" creationId="{A411274E-F582-79B9-E058-4A0E9269290A}"/>
          </ac:spMkLst>
        </pc:spChg>
        <pc:spChg chg="mod">
          <ac:chgData name="이하나 윤" userId="f658f17427b35de9" providerId="LiveId" clId="{EE219EC4-0B48-4DAA-B6C8-F5305E865B87}" dt="2026-09-07T22:53:52.799" v="333" actId="164"/>
          <ac:spMkLst>
            <pc:docMk/>
            <pc:sldMk cId="2205368116" sldId="363"/>
            <ac:spMk id="44" creationId="{D039BE79-7745-BD93-91D4-777C0E326063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205368116" sldId="363"/>
            <ac:spMk id="4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205368116" sldId="363"/>
            <ac:spMk id="4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205368116" sldId="363"/>
            <ac:spMk id="47" creationId="{00000000-0000-0000-0000-000000000000}"/>
          </ac:spMkLst>
        </pc:spChg>
        <pc:grpChg chg="add mod">
          <ac:chgData name="이하나 윤" userId="f658f17427b35de9" providerId="LiveId" clId="{EE219EC4-0B48-4DAA-B6C8-F5305E865B87}" dt="2026-09-07T22:54:06.281" v="339" actId="1076"/>
          <ac:grpSpMkLst>
            <pc:docMk/>
            <pc:sldMk cId="2205368116" sldId="363"/>
            <ac:grpSpMk id="6" creationId="{8002CED7-41C3-DD5E-A192-451A62F41B42}"/>
          </ac:grpSpMkLst>
        </pc:grpChg>
        <pc:grpChg chg="mod">
          <ac:chgData name="이하나 윤" userId="f658f17427b35de9" providerId="LiveId" clId="{EE219EC4-0B48-4DAA-B6C8-F5305E865B87}" dt="2026-09-07T22:53:52.799" v="333" actId="164"/>
          <ac:grpSpMkLst>
            <pc:docMk/>
            <pc:sldMk cId="2205368116" sldId="363"/>
            <ac:grpSpMk id="15" creationId="{D11D9543-7189-6FFF-34E4-A0D8417F781E}"/>
          </ac:grpSpMkLst>
        </pc:grpChg>
        <pc:grpChg chg="mod">
          <ac:chgData name="이하나 윤" userId="f658f17427b35de9" providerId="LiveId" clId="{EE219EC4-0B48-4DAA-B6C8-F5305E865B87}" dt="2026-09-07T22:53:52.799" v="333" actId="164"/>
          <ac:grpSpMkLst>
            <pc:docMk/>
            <pc:sldMk cId="2205368116" sldId="363"/>
            <ac:grpSpMk id="40" creationId="{8AB791F7-4274-8A2B-4136-201C72292F1F}"/>
          </ac:grpSpMkLst>
        </pc:grpChg>
        <pc:picChg chg="mod">
          <ac:chgData name="이하나 윤" userId="f658f17427b35de9" providerId="LiveId" clId="{EE219EC4-0B48-4DAA-B6C8-F5305E865B87}" dt="2026-09-07T22:53:52.799" v="333" actId="164"/>
          <ac:picMkLst>
            <pc:docMk/>
            <pc:sldMk cId="2205368116" sldId="363"/>
            <ac:picMk id="13" creationId="{D8B0F426-92F9-08D3-B45A-20F5FE4C412D}"/>
          </ac:picMkLst>
        </pc:picChg>
        <pc:picChg chg="mod">
          <ac:chgData name="이하나 윤" userId="f658f17427b35de9" providerId="LiveId" clId="{EE219EC4-0B48-4DAA-B6C8-F5305E865B87}" dt="2026-09-07T22:53:52.799" v="333" actId="164"/>
          <ac:picMkLst>
            <pc:docMk/>
            <pc:sldMk cId="2205368116" sldId="363"/>
            <ac:picMk id="24" creationId="{5538B6AF-9044-9F8C-940E-1440CEC4BD5F}"/>
          </ac:picMkLst>
        </pc:picChg>
        <pc:picChg chg="mod">
          <ac:chgData name="이하나 윤" userId="f658f17427b35de9" providerId="LiveId" clId="{EE219EC4-0B48-4DAA-B6C8-F5305E865B87}" dt="2026-09-07T22:53:52.799" v="333" actId="164"/>
          <ac:picMkLst>
            <pc:docMk/>
            <pc:sldMk cId="2205368116" sldId="363"/>
            <ac:picMk id="41" creationId="{60DAB2A0-0BD4-0A2A-4C4F-12DCA34A563F}"/>
          </ac:picMkLst>
        </pc:pic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1857449756" sldId="364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857449756" sldId="364"/>
            <ac:spMk id="2" creationId="{279A97C8-12D7-ACBE-C5A4-75DBE4566ED8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857449756" sldId="364"/>
            <ac:spMk id="3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857449756" sldId="364"/>
            <ac:spMk id="4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857449756" sldId="364"/>
            <ac:spMk id="5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1857449756" sldId="364"/>
            <ac:spMk id="6" creationId="{F2DB0B14-7B93-035D-6893-C7A5FA5E3A1F}"/>
          </ac:spMkLst>
        </pc:sp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879120318" sldId="365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879120318" sldId="365"/>
            <ac:spMk id="2" creationId="{5DD6789D-F6AC-9DAE-AAA0-5D2398EA26BF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879120318" sldId="365"/>
            <ac:spMk id="3" creationId="{D58708F8-EE8F-00AA-DEBC-D839CFE02AAB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879120318" sldId="365"/>
            <ac:spMk id="4" creationId="{AC82C629-3C9D-5C8A-27BE-1CC40BF0A557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879120318" sldId="365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879120318" sldId="365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879120318" sldId="365"/>
            <ac:spMk id="7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879120318" sldId="365"/>
            <ac:spMk id="8" creationId="{B042C666-7594-5CD2-9B2A-830FE5623AD4}"/>
          </ac:spMkLst>
        </pc:spChg>
      </pc:sldChg>
      <pc:sldChg chg="addSp delSp modSp add mod setBg">
        <pc:chgData name="이하나 윤" userId="f658f17427b35de9" providerId="LiveId" clId="{EE219EC4-0B48-4DAA-B6C8-F5305E865B87}" dt="2026-09-07T23:01:53.117" v="617" actId="20577"/>
        <pc:sldMkLst>
          <pc:docMk/>
          <pc:sldMk cId="2655091449" sldId="366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2655091449" sldId="366"/>
            <ac:spMk id="2" creationId="{8D4DAE30-86A5-5C07-EAA0-A6263C91EDAF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2655091449" sldId="366"/>
            <ac:spMk id="3" creationId="{A44493C5-3505-9B60-7B51-6064C9C21884}"/>
          </ac:spMkLst>
        </pc:spChg>
        <pc:spChg chg="mod">
          <ac:chgData name="이하나 윤" userId="f658f17427b35de9" providerId="LiveId" clId="{EE219EC4-0B48-4DAA-B6C8-F5305E865B87}" dt="2026-09-07T23:01:53.117" v="617" actId="20577"/>
          <ac:spMkLst>
            <pc:docMk/>
            <pc:sldMk cId="2655091449" sldId="366"/>
            <ac:spMk id="4" creationId="{C28D1863-F498-41F8-3D86-3B0435E18D76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655091449" sldId="366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655091449" sldId="366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655091449" sldId="366"/>
            <ac:spMk id="7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2655091449" sldId="366"/>
            <ac:spMk id="8" creationId="{E657DF0D-B6E4-0FFE-6385-D6D0E8A7BB24}"/>
          </ac:spMkLst>
        </pc:sp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747096887" sldId="367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747096887" sldId="367"/>
            <ac:spMk id="2" creationId="{D5F782C4-C186-A072-65B3-8B72B170A8FB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747096887" sldId="367"/>
            <ac:spMk id="3" creationId="{AC093C73-5198-00D8-E5BF-9F62EA5BAB7E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747096887" sldId="367"/>
            <ac:spMk id="4" creationId="{BD8C6F41-22F1-155F-B4CE-70D53650B6B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747096887" sldId="367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747096887" sldId="367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747096887" sldId="367"/>
            <ac:spMk id="7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747096887" sldId="367"/>
            <ac:spMk id="8" creationId="{A35EBE10-66DD-09F7-14CB-61E64C0E0069}"/>
          </ac:spMkLst>
        </pc:sp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794226454" sldId="368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794226454" sldId="368"/>
            <ac:spMk id="2" creationId="{9F25EAF7-ECF6-9D54-E16D-5A96468E086B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794226454" sldId="368"/>
            <ac:spMk id="3" creationId="{71649A2C-1B7B-076F-985A-2362CF4C256D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794226454" sldId="368"/>
            <ac:spMk id="4" creationId="{5503A714-E927-7B0F-65C5-DC779D6181A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794226454" sldId="368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794226454" sldId="368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794226454" sldId="368"/>
            <ac:spMk id="7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794226454" sldId="368"/>
            <ac:spMk id="8" creationId="{2EEB345F-F321-834E-3EBF-22E7541D33AC}"/>
          </ac:spMkLst>
        </pc:sp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1116337835" sldId="369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116337835" sldId="369"/>
            <ac:spMk id="2" creationId="{8CC3D71B-A100-AD8A-EF3B-7679745CE470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116337835" sldId="369"/>
            <ac:spMk id="3" creationId="{C8A1C2D5-5F4B-6659-4D12-18578E8B1A22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116337835" sldId="369"/>
            <ac:spMk id="4" creationId="{B71A15BD-173C-05EC-D981-FE831506160F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116337835" sldId="369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116337835" sldId="369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116337835" sldId="369"/>
            <ac:spMk id="7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1116337835" sldId="369"/>
            <ac:spMk id="8" creationId="{C1FD4907-26A1-BA78-8780-4EC12A7C49E9}"/>
          </ac:spMkLst>
        </pc:spChg>
      </pc:sldChg>
      <pc:sldChg chg="addSp delSp modSp add mod setBg">
        <pc:chgData name="이하나 윤" userId="f658f17427b35de9" providerId="LiveId" clId="{EE219EC4-0B48-4DAA-B6C8-F5305E865B87}" dt="2026-09-07T23:02:06.733" v="623" actId="20577"/>
        <pc:sldMkLst>
          <pc:docMk/>
          <pc:sldMk cId="4198253108" sldId="370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4198253108" sldId="370"/>
            <ac:spMk id="2" creationId="{240DADA1-4E57-1F45-482A-06C21E8CC45D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4198253108" sldId="370"/>
            <ac:spMk id="3" creationId="{18E6AA7E-1DEB-E3FD-5E9B-2763D7277354}"/>
          </ac:spMkLst>
        </pc:spChg>
        <pc:spChg chg="mod">
          <ac:chgData name="이하나 윤" userId="f658f17427b35de9" providerId="LiveId" clId="{EE219EC4-0B48-4DAA-B6C8-F5305E865B87}" dt="2026-09-07T23:02:06.733" v="623" actId="20577"/>
          <ac:spMkLst>
            <pc:docMk/>
            <pc:sldMk cId="4198253108" sldId="370"/>
            <ac:spMk id="4" creationId="{161897EB-6DEA-42B4-66DC-C21E5ADF5831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4198253108" sldId="370"/>
            <ac:spMk id="5" creationId="{9E62AA56-54EE-98E6-E76E-D2B3CEDE0373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4198253108" sldId="370"/>
            <ac:spMk id="7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4198253108" sldId="370"/>
            <ac:spMk id="8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4198253108" sldId="370"/>
            <ac:spMk id="9" creationId="{00000000-0000-0000-0000-000000000000}"/>
          </ac:spMkLst>
        </pc:spChg>
        <pc:picChg chg="mod">
          <ac:chgData name="이하나 윤" userId="f658f17427b35de9" providerId="LiveId" clId="{EE219EC4-0B48-4DAA-B6C8-F5305E865B87}" dt="2026-09-07T22:52:04.569" v="321" actId="26606"/>
          <ac:picMkLst>
            <pc:docMk/>
            <pc:sldMk cId="4198253108" sldId="370"/>
            <ac:picMk id="6" creationId="{76B71306-85B8-B41C-98E9-C838363E432E}"/>
          </ac:picMkLst>
        </pc:pic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320685990" sldId="371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320685990" sldId="371"/>
            <ac:spMk id="2" creationId="{78CFB28A-47FE-2734-B081-92C882906538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20685990" sldId="371"/>
            <ac:spMk id="3" creationId="{C0F187CA-2B5D-B8B0-F4BE-B55478D512E1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20685990" sldId="371"/>
            <ac:spMk id="4" creationId="{734B5620-69F2-FD8C-1B58-3D75743DF4F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20685990" sldId="371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20685990" sldId="371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20685990" sldId="371"/>
            <ac:spMk id="7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320685990" sldId="371"/>
            <ac:spMk id="8" creationId="{224E0023-F340-FFF7-98E2-CB534EFF3611}"/>
          </ac:spMkLst>
        </pc:sp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1152894317" sldId="372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152894317" sldId="372"/>
            <ac:spMk id="2" creationId="{279A97C8-12D7-ACBE-C5A4-75DBE4566ED8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152894317" sldId="372"/>
            <ac:spMk id="3" creationId="{F2DB0B14-7B93-035D-6893-C7A5FA5E3A1F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152894317" sldId="372"/>
            <ac:spMk id="4" creationId="{77A1A4CF-75CA-73D9-FBFB-9F192FB89E8E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152894317" sldId="372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152894317" sldId="372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152894317" sldId="372"/>
            <ac:spMk id="7" creationId="{00000000-0000-0000-0000-000000000000}"/>
          </ac:spMkLst>
        </pc:sp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1892862393" sldId="373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892862393" sldId="373"/>
            <ac:spMk id="2" creationId="{DC254C40-EC83-5338-C2E8-AAE530593F11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892862393" sldId="373"/>
            <ac:spMk id="3" creationId="{0CFB0F0C-8FA4-53B2-F4A9-901394D22329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892862393" sldId="373"/>
            <ac:spMk id="4" creationId="{7F8D0B37-6417-254E-854E-64ADC2C7BC25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892862393" sldId="373"/>
            <ac:spMk id="5" creationId="{AF5AA350-ACE5-1E9E-85A9-18028BE7FB47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892862393" sldId="373"/>
            <ac:spMk id="8" creationId="{BD56BA17-3A8C-F632-44EE-BB75CA3021F7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892862393" sldId="373"/>
            <ac:spMk id="10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892862393" sldId="373"/>
            <ac:spMk id="11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892862393" sldId="373"/>
            <ac:spMk id="12" creationId="{00000000-0000-0000-0000-000000000000}"/>
          </ac:spMkLst>
        </pc:spChg>
        <pc:picChg chg="mod">
          <ac:chgData name="이하나 윤" userId="f658f17427b35de9" providerId="LiveId" clId="{EE219EC4-0B48-4DAA-B6C8-F5305E865B87}" dt="2026-09-07T22:52:04.569" v="321" actId="26606"/>
          <ac:picMkLst>
            <pc:docMk/>
            <pc:sldMk cId="1892862393" sldId="373"/>
            <ac:picMk id="9" creationId="{287B7191-3B9F-BA9E-26F9-32D7DBE7C211}"/>
          </ac:picMkLst>
        </pc:picChg>
      </pc:sldChg>
      <pc:sldChg chg="addSp delSp modSp add mod setBg">
        <pc:chgData name="이하나 윤" userId="f658f17427b35de9" providerId="LiveId" clId="{EE219EC4-0B48-4DAA-B6C8-F5305E865B87}" dt="2026-09-07T22:55:55.622" v="418" actId="478"/>
        <pc:sldMkLst>
          <pc:docMk/>
          <pc:sldMk cId="2186494534" sldId="374"/>
        </pc:sldMkLst>
        <pc:spChg chg="del mod">
          <ac:chgData name="이하나 윤" userId="f658f17427b35de9" providerId="LiveId" clId="{EE219EC4-0B48-4DAA-B6C8-F5305E865B87}" dt="2026-09-07T22:55:49.537" v="415" actId="478"/>
          <ac:spMkLst>
            <pc:docMk/>
            <pc:sldMk cId="2186494534" sldId="374"/>
            <ac:spMk id="2" creationId="{7778CEE3-1A95-F54C-9C9E-25C429A19C38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2186494534" sldId="374"/>
            <ac:spMk id="3" creationId="{517E5282-4EC3-8FEB-BF71-BE9856BD5060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2186494534" sldId="374"/>
            <ac:spMk id="5" creationId="{DFF8B003-ADFF-779A-C783-7EFDEC7A7F58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186494534" sldId="374"/>
            <ac:spMk id="7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186494534" sldId="374"/>
            <ac:spMk id="8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186494534" sldId="374"/>
            <ac:spMk id="9" creationId="{00000000-0000-0000-0000-000000000000}"/>
          </ac:spMkLst>
        </pc:spChg>
        <pc:spChg chg="add del mod">
          <ac:chgData name="이하나 윤" userId="f658f17427b35de9" providerId="LiveId" clId="{EE219EC4-0B48-4DAA-B6C8-F5305E865B87}" dt="2026-09-07T22:55:55.622" v="418" actId="478"/>
          <ac:spMkLst>
            <pc:docMk/>
            <pc:sldMk cId="2186494534" sldId="374"/>
            <ac:spMk id="10" creationId="{A5B2112F-0178-0F21-B107-9C4C61D913D1}"/>
          </ac:spMkLst>
        </pc:spChg>
        <pc:picChg chg="mod">
          <ac:chgData name="이하나 윤" userId="f658f17427b35de9" providerId="LiveId" clId="{EE219EC4-0B48-4DAA-B6C8-F5305E865B87}" dt="2026-09-07T22:55:53.971" v="417" actId="1076"/>
          <ac:picMkLst>
            <pc:docMk/>
            <pc:sldMk cId="2186494534" sldId="374"/>
            <ac:picMk id="6" creationId="{E0C7CEBF-795D-0761-9D8F-010EDA560792}"/>
          </ac:picMkLst>
        </pc:picChg>
      </pc:sldChg>
      <pc:sldChg chg="addSp delSp modSp add mod setBg">
        <pc:chgData name="이하나 윤" userId="f658f17427b35de9" providerId="LiveId" clId="{EE219EC4-0B48-4DAA-B6C8-F5305E865B87}" dt="2026-09-07T22:57:00.501" v="452" actId="1076"/>
        <pc:sldMkLst>
          <pc:docMk/>
          <pc:sldMk cId="1557800939" sldId="375"/>
        </pc:sldMkLst>
        <pc:spChg chg="del mod">
          <ac:chgData name="이하나 윤" userId="f658f17427b35de9" providerId="LiveId" clId="{EE219EC4-0B48-4DAA-B6C8-F5305E865B87}" dt="2026-09-07T22:55:58.880" v="419" actId="478"/>
          <ac:spMkLst>
            <pc:docMk/>
            <pc:sldMk cId="1557800939" sldId="375"/>
            <ac:spMk id="2" creationId="{F1D09935-CF8B-E811-6811-9B56A8F56F20}"/>
          </ac:spMkLst>
        </pc:spChg>
        <pc:spChg chg="mod">
          <ac:chgData name="이하나 윤" userId="f658f17427b35de9" providerId="LiveId" clId="{EE219EC4-0B48-4DAA-B6C8-F5305E865B87}" dt="2026-09-07T22:56:03.934" v="433" actId="20577"/>
          <ac:spMkLst>
            <pc:docMk/>
            <pc:sldMk cId="1557800939" sldId="375"/>
            <ac:spMk id="3" creationId="{61E7373C-E1BE-9A80-CA7B-082A5B32BFE8}"/>
          </ac:spMkLst>
        </pc:spChg>
        <pc:spChg chg="mod">
          <ac:chgData name="이하나 윤" userId="f658f17427b35de9" providerId="LiveId" clId="{EE219EC4-0B48-4DAA-B6C8-F5305E865B87}" dt="2026-09-07T22:57:00.501" v="452" actId="1076"/>
          <ac:spMkLst>
            <pc:docMk/>
            <pc:sldMk cId="1557800939" sldId="375"/>
            <ac:spMk id="4" creationId="{2C7F065B-A13E-B2C3-1B07-3D0AACF31C06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557800939" sldId="375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557800939" sldId="375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557800939" sldId="375"/>
            <ac:spMk id="7" creationId="{00000000-0000-0000-0000-000000000000}"/>
          </ac:spMkLst>
        </pc:spChg>
        <pc:spChg chg="del mod replId">
          <ac:chgData name="이하나 윤" userId="f658f17427b35de9" providerId="LiveId" clId="{EE219EC4-0B48-4DAA-B6C8-F5305E865B87}" dt="2026-09-07T22:52:04.569" v="321" actId="26606"/>
          <ac:spMkLst>
            <pc:docMk/>
            <pc:sldMk cId="1557800939" sldId="375"/>
            <ac:spMk id="8" creationId="{E9A20B3E-5EAF-1C5C-66E0-A00DB49ADD33}"/>
          </ac:spMkLst>
        </pc:spChg>
        <pc:spChg chg="add del mod">
          <ac:chgData name="이하나 윤" userId="f658f17427b35de9" providerId="LiveId" clId="{EE219EC4-0B48-4DAA-B6C8-F5305E865B87}" dt="2026-09-07T22:56:04.463" v="434" actId="478"/>
          <ac:spMkLst>
            <pc:docMk/>
            <pc:sldMk cId="1557800939" sldId="375"/>
            <ac:spMk id="10" creationId="{928E76B1-8623-3889-9193-EE4ACD0F1873}"/>
          </ac:spMkLst>
        </pc:spChg>
      </pc:sldChg>
      <pc:sldChg chg="addSp delSp modSp add mod setBg">
        <pc:chgData name="이하나 윤" userId="f658f17427b35de9" providerId="LiveId" clId="{EE219EC4-0B48-4DAA-B6C8-F5305E865B87}" dt="2026-09-07T22:57:04.358" v="453" actId="478"/>
        <pc:sldMkLst>
          <pc:docMk/>
          <pc:sldMk cId="505066631" sldId="376"/>
        </pc:sldMkLst>
        <pc:spChg chg="del mod">
          <ac:chgData name="이하나 윤" userId="f658f17427b35de9" providerId="LiveId" clId="{EE219EC4-0B48-4DAA-B6C8-F5305E865B87}" dt="2026-09-07T22:56:09.288" v="435" actId="478"/>
          <ac:spMkLst>
            <pc:docMk/>
            <pc:sldMk cId="505066631" sldId="376"/>
            <ac:spMk id="2" creationId="{2A819074-039F-AF8D-412B-9CA51285852D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505066631" sldId="376"/>
            <ac:spMk id="3" creationId="{C4D46401-B15B-3D59-2C0E-AA8887B94B08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505066631" sldId="376"/>
            <ac:spMk id="5" creationId="{6D51CAC3-DE83-BF9F-EB8A-5DF210E48B65}"/>
          </ac:spMkLst>
        </pc:spChg>
        <pc:spChg chg="add del mod">
          <ac:chgData name="이하나 윤" userId="f658f17427b35de9" providerId="LiveId" clId="{EE219EC4-0B48-4DAA-B6C8-F5305E865B87}" dt="2026-09-07T22:57:04.358" v="453" actId="478"/>
          <ac:spMkLst>
            <pc:docMk/>
            <pc:sldMk cId="505066631" sldId="376"/>
            <ac:spMk id="7" creationId="{6C885D0F-6103-7FBA-1AA4-81465FB65EA9}"/>
          </ac:spMkLst>
        </pc:spChg>
        <pc:spChg chg="mod">
          <ac:chgData name="이하나 윤" userId="f658f17427b35de9" providerId="LiveId" clId="{EE219EC4-0B48-4DAA-B6C8-F5305E865B87}" dt="2026-09-07T22:56:37.671" v="445" actId="14100"/>
          <ac:spMkLst>
            <pc:docMk/>
            <pc:sldMk cId="505066631" sldId="376"/>
            <ac:spMk id="22" creationId="{6BF1318E-39AE-E3A0-4C82-5FAFF8EE1FA4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505066631" sldId="376"/>
            <ac:spMk id="43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505066631" sldId="376"/>
            <ac:spMk id="44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505066631" sldId="376"/>
            <ac:spMk id="45" creationId="{00000000-0000-0000-0000-000000000000}"/>
          </ac:spMkLst>
        </pc:spChg>
        <pc:grpChg chg="add mod">
          <ac:chgData name="이하나 윤" userId="f658f17427b35de9" providerId="LiveId" clId="{EE219EC4-0B48-4DAA-B6C8-F5305E865B87}" dt="2026-09-07T22:56:45.554" v="449" actId="1076"/>
          <ac:grpSpMkLst>
            <pc:docMk/>
            <pc:sldMk cId="505066631" sldId="376"/>
            <ac:grpSpMk id="24" creationId="{8CACA201-4B8C-8636-7F3B-EC9D4ECBF586}"/>
          </ac:grpSpMkLst>
        </pc:grpChg>
        <pc:grpChg chg="add mod">
          <ac:chgData name="이하나 윤" userId="f658f17427b35de9" providerId="LiveId" clId="{EE219EC4-0B48-4DAA-B6C8-F5305E865B87}" dt="2026-09-07T22:52:04.569" v="321" actId="26606"/>
          <ac:grpSpMkLst>
            <pc:docMk/>
            <pc:sldMk cId="505066631" sldId="376"/>
            <ac:grpSpMk id="42" creationId="{656ECE54-BF98-C42C-788D-274361737326}"/>
          </ac:grpSpMkLst>
        </pc:grpChg>
        <pc:graphicFrameChg chg="mod modGraphic">
          <ac:chgData name="이하나 윤" userId="f658f17427b35de9" providerId="LiveId" clId="{EE219EC4-0B48-4DAA-B6C8-F5305E865B87}" dt="2026-09-07T22:56:55.862" v="451" actId="1076"/>
          <ac:graphicFrameMkLst>
            <pc:docMk/>
            <pc:sldMk cId="505066631" sldId="376"/>
            <ac:graphicFrameMk id="6" creationId="{610D8A27-50A2-F86A-4498-9131E423971D}"/>
          </ac:graphicFrameMkLst>
        </pc:graphicFrameChg>
        <pc:picChg chg="mod">
          <ac:chgData name="이하나 윤" userId="f658f17427b35de9" providerId="LiveId" clId="{EE219EC4-0B48-4DAA-B6C8-F5305E865B87}" dt="2026-09-07T22:56:45.554" v="449" actId="1076"/>
          <ac:picMkLst>
            <pc:docMk/>
            <pc:sldMk cId="505066631" sldId="376"/>
            <ac:picMk id="11" creationId="{46D86EA2-3CC4-5050-F1F6-03834D6085EF}"/>
          </ac:picMkLst>
        </pc:picChg>
      </pc:sldChg>
      <pc:sldChg chg="addSp delSp modSp add mod setBg">
        <pc:chgData name="이하나 윤" userId="f658f17427b35de9" providerId="LiveId" clId="{EE219EC4-0B48-4DAA-B6C8-F5305E865B87}" dt="2026-09-07T22:57:37.010" v="471" actId="14100"/>
        <pc:sldMkLst>
          <pc:docMk/>
          <pc:sldMk cId="4098054444" sldId="377"/>
        </pc:sldMkLst>
        <pc:spChg chg="del mod">
          <ac:chgData name="이하나 윤" userId="f658f17427b35de9" providerId="LiveId" clId="{EE219EC4-0B48-4DAA-B6C8-F5305E865B87}" dt="2026-09-07T22:57:07.432" v="454" actId="478"/>
          <ac:spMkLst>
            <pc:docMk/>
            <pc:sldMk cId="4098054444" sldId="377"/>
            <ac:spMk id="2" creationId="{6280961E-7482-B98F-5241-8E0115BED404}"/>
          </ac:spMkLst>
        </pc:spChg>
        <pc:spChg chg="mod">
          <ac:chgData name="이하나 윤" userId="f658f17427b35de9" providerId="LiveId" clId="{EE219EC4-0B48-4DAA-B6C8-F5305E865B87}" dt="2026-09-07T22:57:12.042" v="467" actId="20577"/>
          <ac:spMkLst>
            <pc:docMk/>
            <pc:sldMk cId="4098054444" sldId="377"/>
            <ac:spMk id="3" creationId="{1A659670-FC97-2EC3-A0D4-8A8702BBCB42}"/>
          </ac:spMkLst>
        </pc:spChg>
        <pc:spChg chg="mod">
          <ac:chgData name="이하나 윤" userId="f658f17427b35de9" providerId="LiveId" clId="{EE219EC4-0B48-4DAA-B6C8-F5305E865B87}" dt="2026-09-07T22:57:37.010" v="471" actId="14100"/>
          <ac:spMkLst>
            <pc:docMk/>
            <pc:sldMk cId="4098054444" sldId="377"/>
            <ac:spMk id="4" creationId="{3DFB9E5F-B3FF-CBB7-D109-56B5D5CBB03D}"/>
          </ac:spMkLst>
        </pc:spChg>
        <pc:spChg chg="add del mod">
          <ac:chgData name="이하나 윤" userId="f658f17427b35de9" providerId="LiveId" clId="{EE219EC4-0B48-4DAA-B6C8-F5305E865B87}" dt="2026-09-07T22:57:13.102" v="468" actId="478"/>
          <ac:spMkLst>
            <pc:docMk/>
            <pc:sldMk cId="4098054444" sldId="377"/>
            <ac:spMk id="7" creationId="{2A5D4C70-532A-51F7-5285-9BB2EB4677BF}"/>
          </ac:spMkLst>
        </pc:spChg>
        <pc:spChg chg="mod">
          <ac:chgData name="이하나 윤" userId="f658f17427b35de9" providerId="LiveId" clId="{EE219EC4-0B48-4DAA-B6C8-F5305E865B87}" dt="2026-09-07T22:57:34.232" v="470" actId="1076"/>
          <ac:spMkLst>
            <pc:docMk/>
            <pc:sldMk cId="4098054444" sldId="377"/>
            <ac:spMk id="17" creationId="{F9710BCB-D190-DE49-8C9A-22A8058EC17A}"/>
          </ac:spMkLst>
        </pc:spChg>
        <pc:spChg chg="mod">
          <ac:chgData name="이하나 윤" userId="f658f17427b35de9" providerId="LiveId" clId="{EE219EC4-0B48-4DAA-B6C8-F5305E865B87}" dt="2026-09-07T22:57:34.232" v="470" actId="1076"/>
          <ac:spMkLst>
            <pc:docMk/>
            <pc:sldMk cId="4098054444" sldId="377"/>
            <ac:spMk id="18" creationId="{0805C483-90DC-6530-67E8-0685D758EC90}"/>
          </ac:spMkLst>
        </pc:spChg>
        <pc:spChg chg="mod">
          <ac:chgData name="이하나 윤" userId="f658f17427b35de9" providerId="LiveId" clId="{EE219EC4-0B48-4DAA-B6C8-F5305E865B87}" dt="2026-09-07T22:57:34.232" v="470" actId="1076"/>
          <ac:spMkLst>
            <pc:docMk/>
            <pc:sldMk cId="4098054444" sldId="377"/>
            <ac:spMk id="19" creationId="{1C7BEADC-718B-E63E-66BE-BE971A6B47FC}"/>
          </ac:spMkLst>
        </pc:spChg>
        <pc:spChg chg="mod">
          <ac:chgData name="이하나 윤" userId="f658f17427b35de9" providerId="LiveId" clId="{EE219EC4-0B48-4DAA-B6C8-F5305E865B87}" dt="2026-09-07T22:57:34.232" v="470" actId="1076"/>
          <ac:spMkLst>
            <pc:docMk/>
            <pc:sldMk cId="4098054444" sldId="377"/>
            <ac:spMk id="20" creationId="{3DBB90CD-581D-AB50-FF73-B9C58A4DBDE5}"/>
          </ac:spMkLst>
        </pc:spChg>
        <pc:spChg chg="mod">
          <ac:chgData name="이하나 윤" userId="f658f17427b35de9" providerId="LiveId" clId="{EE219EC4-0B48-4DAA-B6C8-F5305E865B87}" dt="2026-09-07T22:57:34.232" v="470" actId="1076"/>
          <ac:spMkLst>
            <pc:docMk/>
            <pc:sldMk cId="4098054444" sldId="377"/>
            <ac:spMk id="21" creationId="{41A66D4E-A7EB-8024-AAD1-6170F6D8F308}"/>
          </ac:spMkLst>
        </pc:spChg>
        <pc:spChg chg="mod">
          <ac:chgData name="이하나 윤" userId="f658f17427b35de9" providerId="LiveId" clId="{EE219EC4-0B48-4DAA-B6C8-F5305E865B87}" dt="2026-09-07T22:57:34.232" v="470" actId="1076"/>
          <ac:spMkLst>
            <pc:docMk/>
            <pc:sldMk cId="4098054444" sldId="377"/>
            <ac:spMk id="22" creationId="{C3D08558-1A8D-4BEB-B9C3-5AF8F44B6B2E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4098054444" sldId="377"/>
            <ac:spMk id="26" creationId="{2E264274-CD05-9E51-F18A-77684422FB7B}"/>
          </ac:spMkLst>
        </pc:spChg>
        <pc:spChg chg="mod">
          <ac:chgData name="이하나 윤" userId="f658f17427b35de9" providerId="LiveId" clId="{EE219EC4-0B48-4DAA-B6C8-F5305E865B87}" dt="2026-09-07T22:57:34.232" v="470" actId="1076"/>
          <ac:spMkLst>
            <pc:docMk/>
            <pc:sldMk cId="4098054444" sldId="377"/>
            <ac:spMk id="44" creationId="{1133EAE6-053C-05D3-4C74-6E7AF4C2698E}"/>
          </ac:spMkLst>
        </pc:spChg>
        <pc:spChg chg="mod">
          <ac:chgData name="이하나 윤" userId="f658f17427b35de9" providerId="LiveId" clId="{EE219EC4-0B48-4DAA-B6C8-F5305E865B87}" dt="2026-09-07T22:57:34.232" v="470" actId="1076"/>
          <ac:spMkLst>
            <pc:docMk/>
            <pc:sldMk cId="4098054444" sldId="377"/>
            <ac:spMk id="45" creationId="{2CAC0123-D5AD-D0D1-241B-A42D42470305}"/>
          </ac:spMkLst>
        </pc:spChg>
        <pc:spChg chg="mod">
          <ac:chgData name="이하나 윤" userId="f658f17427b35de9" providerId="LiveId" clId="{EE219EC4-0B48-4DAA-B6C8-F5305E865B87}" dt="2026-09-07T22:57:34.232" v="470" actId="1076"/>
          <ac:spMkLst>
            <pc:docMk/>
            <pc:sldMk cId="4098054444" sldId="377"/>
            <ac:spMk id="49" creationId="{BE3ECDD1-D835-B4B8-3757-2BEBD4A3B0C7}"/>
          </ac:spMkLst>
        </pc:spChg>
        <pc:spChg chg="mod">
          <ac:chgData name="이하나 윤" userId="f658f17427b35de9" providerId="LiveId" clId="{EE219EC4-0B48-4DAA-B6C8-F5305E865B87}" dt="2026-09-07T22:57:34.232" v="470" actId="1076"/>
          <ac:spMkLst>
            <pc:docMk/>
            <pc:sldMk cId="4098054444" sldId="377"/>
            <ac:spMk id="50" creationId="{210CD38F-4601-E4D5-82B4-F25404013D9E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4098054444" sldId="377"/>
            <ac:spMk id="53" creationId="{00000000-0000-0000-0000-000000000000}"/>
          </ac:spMkLst>
        </pc:sp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129234852" sldId="378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29234852" sldId="378"/>
            <ac:spMk id="2" creationId="{279A97C8-12D7-ACBE-C5A4-75DBE4566ED8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29234852" sldId="378"/>
            <ac:spMk id="3" creationId="{F2DB0B14-7B93-035D-6893-C7A5FA5E3A1F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29234852" sldId="378"/>
            <ac:spMk id="4" creationId="{77A1A4CF-75CA-73D9-FBFB-9F192FB89E8E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29234852" sldId="378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29234852" sldId="378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29234852" sldId="378"/>
            <ac:spMk id="7" creationId="{00000000-0000-0000-0000-000000000000}"/>
          </ac:spMkLst>
        </pc:sp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3779922114" sldId="379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3779922114" sldId="379"/>
            <ac:spMk id="2" creationId="{7FD9C2F0-3D89-16D4-86D4-5AE09E5E1272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779922114" sldId="379"/>
            <ac:spMk id="3" creationId="{B979F348-E0EA-4E1B-BB4D-3F82D25C6B9B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3779922114" sldId="379"/>
            <ac:spMk id="5" creationId="{F78948C0-A5ED-093B-59C7-86E5716C4D9F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779922114" sldId="379"/>
            <ac:spMk id="8" creationId="{A5D45C0D-24BB-9BBE-22CD-74E996277189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779922114" sldId="379"/>
            <ac:spMk id="9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779922114" sldId="379"/>
            <ac:spMk id="10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779922114" sldId="379"/>
            <ac:spMk id="11" creationId="{00000000-0000-0000-0000-000000000000}"/>
          </ac:spMkLst>
        </pc:spChg>
        <pc:picChg chg="mod">
          <ac:chgData name="이하나 윤" userId="f658f17427b35de9" providerId="LiveId" clId="{EE219EC4-0B48-4DAA-B6C8-F5305E865B87}" dt="2026-09-07T22:52:04.569" v="321" actId="26606"/>
          <ac:picMkLst>
            <pc:docMk/>
            <pc:sldMk cId="3779922114" sldId="379"/>
            <ac:picMk id="7" creationId="{83D182A5-1D32-D5FC-C0F6-7E8779B7A101}"/>
          </ac:picMkLst>
        </pc:pic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2198504539" sldId="380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2198504539" sldId="380"/>
            <ac:spMk id="2" creationId="{279A97C8-12D7-ACBE-C5A4-75DBE4566ED8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2198504539" sldId="380"/>
            <ac:spMk id="3" creationId="{F2DB0B14-7B93-035D-6893-C7A5FA5E3A1F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2198504539" sldId="380"/>
            <ac:spMk id="4" creationId="{77A1A4CF-75CA-73D9-FBFB-9F192FB89E8E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198504539" sldId="380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198504539" sldId="380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2198504539" sldId="380"/>
            <ac:spMk id="7" creationId="{00000000-0000-0000-0000-000000000000}"/>
          </ac:spMkLst>
        </pc:sp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504483618" sldId="381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504483618" sldId="381"/>
            <ac:spMk id="2" creationId="{DBC96A5F-73F4-D480-89FB-631C95AAB3E1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504483618" sldId="381"/>
            <ac:spMk id="3" creationId="{407CB9B4-EFCE-CBE0-F86A-C7EB37CE6ED9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504483618" sldId="381"/>
            <ac:spMk id="4" creationId="{87DBDFD1-7D99-8A24-6A85-CBCD14E371AA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504483618" sldId="381"/>
            <ac:spMk id="5" creationId="{475E6F8C-9963-2940-9E32-EF505302C906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504483618" sldId="381"/>
            <ac:spMk id="8" creationId="{FC547653-1C13-7DF3-ADD4-8237D7AD00AD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504483618" sldId="381"/>
            <ac:spMk id="9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504483618" sldId="381"/>
            <ac:spMk id="10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504483618" sldId="381"/>
            <ac:spMk id="11" creationId="{00000000-0000-0000-0000-000000000000}"/>
          </ac:spMkLst>
        </pc:spChg>
        <pc:picChg chg="mod">
          <ac:chgData name="이하나 윤" userId="f658f17427b35de9" providerId="LiveId" clId="{EE219EC4-0B48-4DAA-B6C8-F5305E865B87}" dt="2026-09-07T22:52:04.569" v="321" actId="26606"/>
          <ac:picMkLst>
            <pc:docMk/>
            <pc:sldMk cId="504483618" sldId="381"/>
            <ac:picMk id="7" creationId="{E2ADC950-4FA8-4F3D-CB7F-2CFBBDDDA780}"/>
          </ac:picMkLst>
        </pc:pic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3527446167" sldId="382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3527446167" sldId="382"/>
            <ac:spMk id="2" creationId="{7778CEE3-1A95-F54C-9C9E-25C429A19C38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3527446167" sldId="382"/>
            <ac:spMk id="3" creationId="{517E5282-4EC3-8FEB-BF71-BE9856BD5060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3527446167" sldId="382"/>
            <ac:spMk id="5" creationId="{DFF8B003-ADFF-779A-C783-7EFDEC7A7F58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527446167" sldId="382"/>
            <ac:spMk id="12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527446167" sldId="382"/>
            <ac:spMk id="13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3527446167" sldId="382"/>
            <ac:spMk id="14" creationId="{00000000-0000-0000-0000-000000000000}"/>
          </ac:spMkLst>
        </pc:spChg>
        <pc:picChg chg="mod">
          <ac:chgData name="이하나 윤" userId="f658f17427b35de9" providerId="LiveId" clId="{EE219EC4-0B48-4DAA-B6C8-F5305E865B87}" dt="2026-09-07T22:52:04.569" v="321" actId="26606"/>
          <ac:picMkLst>
            <pc:docMk/>
            <pc:sldMk cId="3527446167" sldId="382"/>
            <ac:picMk id="11" creationId="{FABCE3C4-B09B-6C3E-7F1E-B17BB9EA5242}"/>
          </ac:picMkLst>
        </pc:picChg>
      </pc:sldChg>
      <pc:sldChg chg="addSp delSp modSp add mod setBg">
        <pc:chgData name="이하나 윤" userId="f658f17427b35de9" providerId="LiveId" clId="{EE219EC4-0B48-4DAA-B6C8-F5305E865B87}" dt="2026-09-07T22:52:04.719" v="324" actId="27636"/>
        <pc:sldMkLst>
          <pc:docMk/>
          <pc:sldMk cId="1309281014" sldId="383"/>
        </pc:sldMkLst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309281014" sldId="383"/>
            <ac:spMk id="2" creationId="{1A2315E5-D62A-2297-AA35-EFB032A323B0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309281014" sldId="383"/>
            <ac:spMk id="3" creationId="{26403A87-F891-1EAB-B191-1665504589E5}"/>
          </ac:spMkLst>
        </pc:spChg>
        <pc:spChg chg="mod">
          <ac:chgData name="이하나 윤" userId="f658f17427b35de9" providerId="LiveId" clId="{EE219EC4-0B48-4DAA-B6C8-F5305E865B87}" dt="2026-09-07T22:52:04.719" v="324" actId="27636"/>
          <ac:spMkLst>
            <pc:docMk/>
            <pc:sldMk cId="1309281014" sldId="383"/>
            <ac:spMk id="4" creationId="{FBD27661-6347-E06A-1C78-937786248C2B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309281014" sldId="383"/>
            <ac:spMk id="5" creationId="{8A411847-C7BA-2B55-649C-968000B70E0D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309281014" sldId="383"/>
            <ac:spMk id="39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309281014" sldId="383"/>
            <ac:spMk id="40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309281014" sldId="383"/>
            <ac:spMk id="41" creationId="{00000000-0000-0000-0000-000000000000}"/>
          </ac:spMkLst>
        </pc:spChg>
        <pc:grpChg chg="add mod">
          <ac:chgData name="이하나 윤" userId="f658f17427b35de9" providerId="LiveId" clId="{EE219EC4-0B48-4DAA-B6C8-F5305E865B87}" dt="2026-09-07T22:52:04.569" v="321" actId="26606"/>
          <ac:grpSpMkLst>
            <pc:docMk/>
            <pc:sldMk cId="1309281014" sldId="383"/>
            <ac:grpSpMk id="10" creationId="{3F7E2498-7891-3514-7CE1-42B3FA356BC3}"/>
          </ac:grpSpMkLst>
        </pc:grpChg>
      </pc:sldChg>
      <pc:sldChg chg="add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1418969583" sldId="384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418969583" sldId="384"/>
            <ac:spMk id="2" creationId="{279A97C8-12D7-ACBE-C5A4-75DBE4566ED8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418969583" sldId="384"/>
            <ac:spMk id="3" creationId="{F2DB0B14-7B93-035D-6893-C7A5FA5E3A1F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418969583" sldId="384"/>
            <ac:spMk id="4" creationId="{77A1A4CF-75CA-73D9-FBFB-9F192FB89E8E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418969583" sldId="384"/>
            <ac:spMk id="5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418969583" sldId="384"/>
            <ac:spMk id="6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418969583" sldId="384"/>
            <ac:spMk id="7" creationId="{00000000-0000-0000-0000-000000000000}"/>
          </ac:spMkLst>
        </pc:spChg>
      </pc:sldChg>
      <pc:sldChg chg="addSp delSp modSp add mod setBg">
        <pc:chgData name="이하나 윤" userId="f658f17427b35de9" providerId="LiveId" clId="{EE219EC4-0B48-4DAA-B6C8-F5305E865B87}" dt="2026-09-07T22:52:04.569" v="321" actId="26606"/>
        <pc:sldMkLst>
          <pc:docMk/>
          <pc:sldMk cId="1508411500" sldId="385"/>
        </pc:sldMkLst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508411500" sldId="385"/>
            <ac:spMk id="2" creationId="{9CA0D6E7-E0D7-9C79-4A64-E76AE4F38E95}"/>
          </ac:spMkLst>
        </pc:spChg>
        <pc:spChg chg="mod">
          <ac:chgData name="이하나 윤" userId="f658f17427b35de9" providerId="LiveId" clId="{EE219EC4-0B48-4DAA-B6C8-F5305E865B87}" dt="2026-09-07T22:52:04.569" v="321" actId="26606"/>
          <ac:spMkLst>
            <pc:docMk/>
            <pc:sldMk cId="1508411500" sldId="385"/>
            <ac:spMk id="3" creationId="{2E3FD059-7497-50F9-AFAD-901B2C9A37E7}"/>
          </ac:spMkLst>
        </pc:spChg>
        <pc:spChg chg="del">
          <ac:chgData name="이하나 윤" userId="f658f17427b35de9" providerId="LiveId" clId="{EE219EC4-0B48-4DAA-B6C8-F5305E865B87}" dt="2026-09-07T22:52:04.569" v="321" actId="26606"/>
          <ac:spMkLst>
            <pc:docMk/>
            <pc:sldMk cId="1508411500" sldId="385"/>
            <ac:spMk id="4" creationId="{8D5A2113-C3EE-987F-8E71-A1BAE8C73A21}"/>
          </ac:spMkLst>
        </pc:spChg>
        <pc:spChg chg="del">
          <ac:chgData name="이하나 윤" userId="f658f17427b35de9" providerId="LiveId" clId="{EE219EC4-0B48-4DAA-B6C8-F5305E865B87}" dt="2026-09-07T22:39:39.266" v="163" actId="478"/>
          <ac:spMkLst>
            <pc:docMk/>
            <pc:sldMk cId="1508411500" sldId="385"/>
            <ac:spMk id="6" creationId="{B870BD3A-B9F6-C199-4605-DEBEC8466531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508411500" sldId="385"/>
            <ac:spMk id="11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508411500" sldId="385"/>
            <ac:spMk id="12" creationId="{00000000-0000-0000-0000-000000000000}"/>
          </ac:spMkLst>
        </pc:spChg>
        <pc:spChg chg="add">
          <ac:chgData name="이하나 윤" userId="f658f17427b35de9" providerId="LiveId" clId="{EE219EC4-0B48-4DAA-B6C8-F5305E865B87}" dt="2026-09-07T22:52:04.569" v="321" actId="26606"/>
          <ac:spMkLst>
            <pc:docMk/>
            <pc:sldMk cId="1508411500" sldId="385"/>
            <ac:spMk id="13" creationId="{00000000-0000-0000-0000-000000000000}"/>
          </ac:spMkLst>
        </pc:spChg>
        <pc:graphicFrameChg chg="add mod">
          <ac:chgData name="이하나 윤" userId="f658f17427b35de9" providerId="LiveId" clId="{EE219EC4-0B48-4DAA-B6C8-F5305E865B87}" dt="2026-09-07T22:39:53.823" v="167"/>
          <ac:graphicFrameMkLst>
            <pc:docMk/>
            <pc:sldMk cId="1508411500" sldId="385"/>
            <ac:graphicFrameMk id="5" creationId="{2F3324AD-BB08-FA67-CD04-B64D7C1035A1}"/>
          </ac:graphicFrameMkLst>
        </pc:graphicFrameChg>
        <pc:graphicFrameChg chg="add mod">
          <ac:chgData name="이하나 윤" userId="f658f17427b35de9" providerId="LiveId" clId="{EE219EC4-0B48-4DAA-B6C8-F5305E865B87}" dt="2026-09-07T22:39:57.129" v="168"/>
          <ac:graphicFrameMkLst>
            <pc:docMk/>
            <pc:sldMk cId="1508411500" sldId="385"/>
            <ac:graphicFrameMk id="7" creationId="{C85EEE50-5025-A099-E75F-7834161C6D83}"/>
          </ac:graphicFrameMkLst>
        </pc:graphicFrameChg>
        <pc:graphicFrameChg chg="add mod">
          <ac:chgData name="이하나 윤" userId="f658f17427b35de9" providerId="LiveId" clId="{EE219EC4-0B48-4DAA-B6C8-F5305E865B87}" dt="2026-09-07T22:40:01.802" v="169"/>
          <ac:graphicFrameMkLst>
            <pc:docMk/>
            <pc:sldMk cId="1508411500" sldId="385"/>
            <ac:graphicFrameMk id="8" creationId="{5B19104A-8127-F612-2857-51ACA74ECEE4}"/>
          </ac:graphicFrameMkLst>
        </pc:graphicFrameChg>
        <pc:graphicFrameChg chg="del">
          <ac:chgData name="이하나 윤" userId="f658f17427b35de9" providerId="LiveId" clId="{EE219EC4-0B48-4DAA-B6C8-F5305E865B87}" dt="2026-09-07T22:39:37.867" v="162" actId="478"/>
          <ac:graphicFrameMkLst>
            <pc:docMk/>
            <pc:sldMk cId="1508411500" sldId="385"/>
            <ac:graphicFrameMk id="9" creationId="{164D01ED-F711-0D48-1419-6E47B906BF9E}"/>
          </ac:graphicFrameMkLst>
        </pc:graphicFrameChg>
        <pc:graphicFrameChg chg="add mod modGraphic">
          <ac:chgData name="이하나 윤" userId="f658f17427b35de9" providerId="LiveId" clId="{EE219EC4-0B48-4DAA-B6C8-F5305E865B87}" dt="2026-09-07T22:52:04.569" v="321" actId="26606"/>
          <ac:graphicFrameMkLst>
            <pc:docMk/>
            <pc:sldMk cId="1508411500" sldId="385"/>
            <ac:graphicFrameMk id="10" creationId="{F10EA1D1-D247-BCEC-06FA-AAACE5AD9AFD}"/>
          </ac:graphicFrameMkLst>
        </pc:graphicFrameChg>
      </pc:sldChg>
      <pc:sldChg chg="addSp delSp modSp add mod setBg">
        <pc:chgData name="이하나 윤" userId="f658f17427b35de9" providerId="LiveId" clId="{EE219EC4-0B48-4DAA-B6C8-F5305E865B87}" dt="2026-09-07T22:59:53.394" v="511"/>
        <pc:sldMkLst>
          <pc:docMk/>
          <pc:sldMk cId="668384729" sldId="386"/>
        </pc:sldMkLst>
        <pc:spChg chg="mod">
          <ac:chgData name="이하나 윤" userId="f658f17427b35de9" providerId="LiveId" clId="{EE219EC4-0B48-4DAA-B6C8-F5305E865B87}" dt="2026-09-07T22:59:07.690" v="500" actId="20577"/>
          <ac:spMkLst>
            <pc:docMk/>
            <pc:sldMk cId="668384729" sldId="386"/>
            <ac:spMk id="3" creationId="{4923EBAF-4D6A-781D-2AD4-5212FFBDF33D}"/>
          </ac:spMkLst>
        </pc:spChg>
        <pc:spChg chg="mod">
          <ac:chgData name="이하나 윤" userId="f658f17427b35de9" providerId="LiveId" clId="{EE219EC4-0B48-4DAA-B6C8-F5305E865B87}" dt="2026-09-07T22:59:53.394" v="511"/>
          <ac:spMkLst>
            <pc:docMk/>
            <pc:sldMk cId="668384729" sldId="386"/>
            <ac:spMk id="5" creationId="{A4C07CE2-232A-6108-12F1-9E71471A0AAD}"/>
          </ac:spMkLst>
        </pc:spChg>
        <pc:spChg chg="mod">
          <ac:chgData name="이하나 윤" userId="f658f17427b35de9" providerId="LiveId" clId="{EE219EC4-0B48-4DAA-B6C8-F5305E865B87}" dt="2026-09-07T22:59:53.394" v="511"/>
          <ac:spMkLst>
            <pc:docMk/>
            <pc:sldMk cId="668384729" sldId="386"/>
            <ac:spMk id="9" creationId="{2B440CC7-D34D-F86E-291D-4547E3161261}"/>
          </ac:spMkLst>
        </pc:spChg>
        <pc:spChg chg="mod">
          <ac:chgData name="이하나 윤" userId="f658f17427b35de9" providerId="LiveId" clId="{EE219EC4-0B48-4DAA-B6C8-F5305E865B87}" dt="2026-09-07T22:59:53.394" v="511"/>
          <ac:spMkLst>
            <pc:docMk/>
            <pc:sldMk cId="668384729" sldId="386"/>
            <ac:spMk id="15" creationId="{E206A308-DE11-6431-CBC1-7BD4EC66A927}"/>
          </ac:spMkLst>
        </pc:spChg>
        <pc:spChg chg="mod">
          <ac:chgData name="이하나 윤" userId="f658f17427b35de9" providerId="LiveId" clId="{EE219EC4-0B48-4DAA-B6C8-F5305E865B87}" dt="2026-09-07T22:59:53.394" v="511"/>
          <ac:spMkLst>
            <pc:docMk/>
            <pc:sldMk cId="668384729" sldId="386"/>
            <ac:spMk id="20" creationId="{2A7E8FE1-1B12-FC07-FB90-27C93A7369C7}"/>
          </ac:spMkLst>
        </pc:spChg>
        <pc:spChg chg="mod">
          <ac:chgData name="이하나 윤" userId="f658f17427b35de9" providerId="LiveId" clId="{EE219EC4-0B48-4DAA-B6C8-F5305E865B87}" dt="2026-09-07T22:59:53.394" v="511"/>
          <ac:spMkLst>
            <pc:docMk/>
            <pc:sldMk cId="668384729" sldId="386"/>
            <ac:spMk id="21" creationId="{9F00A004-012B-71D7-F251-E08BE8B38C78}"/>
          </ac:spMkLst>
        </pc:spChg>
        <pc:spChg chg="mod">
          <ac:chgData name="이하나 윤" userId="f658f17427b35de9" providerId="LiveId" clId="{EE219EC4-0B48-4DAA-B6C8-F5305E865B87}" dt="2026-09-07T22:59:53.394" v="511"/>
          <ac:spMkLst>
            <pc:docMk/>
            <pc:sldMk cId="668384729" sldId="386"/>
            <ac:spMk id="25" creationId="{51F7B306-8EE6-B3E5-9DB5-155E649BBBDB}"/>
          </ac:spMkLst>
        </pc:spChg>
        <pc:spChg chg="mod">
          <ac:chgData name="이하나 윤" userId="f658f17427b35de9" providerId="LiveId" clId="{EE219EC4-0B48-4DAA-B6C8-F5305E865B87}" dt="2026-09-07T22:59:53.394" v="511"/>
          <ac:spMkLst>
            <pc:docMk/>
            <pc:sldMk cId="668384729" sldId="386"/>
            <ac:spMk id="30" creationId="{2869D136-AB51-BCE1-3A68-D4047F4068A9}"/>
          </ac:spMkLst>
        </pc:spChg>
        <pc:spChg chg="mod">
          <ac:chgData name="이하나 윤" userId="f658f17427b35de9" providerId="LiveId" clId="{EE219EC4-0B48-4DAA-B6C8-F5305E865B87}" dt="2026-09-07T22:59:53.394" v="511"/>
          <ac:spMkLst>
            <pc:docMk/>
            <pc:sldMk cId="668384729" sldId="386"/>
            <ac:spMk id="31" creationId="{4E3C05EE-D0A0-1E89-5010-F94625727D40}"/>
          </ac:spMkLst>
        </pc:spChg>
        <pc:spChg chg="mod">
          <ac:chgData name="이하나 윤" userId="f658f17427b35de9" providerId="LiveId" clId="{EE219EC4-0B48-4DAA-B6C8-F5305E865B87}" dt="2026-09-07T22:59:53.394" v="511"/>
          <ac:spMkLst>
            <pc:docMk/>
            <pc:sldMk cId="668384729" sldId="386"/>
            <ac:spMk id="33" creationId="{356884C6-8501-BE2A-01B3-D7EFA57E9013}"/>
          </ac:spMkLst>
        </pc:spChg>
        <pc:spChg chg="del mod">
          <ac:chgData name="이하나 윤" userId="f658f17427b35de9" providerId="LiveId" clId="{EE219EC4-0B48-4DAA-B6C8-F5305E865B87}" dt="2026-09-07T22:59:02.247" v="491" actId="478"/>
          <ac:spMkLst>
            <pc:docMk/>
            <pc:sldMk cId="668384729" sldId="386"/>
            <ac:spMk id="44" creationId="{0833392B-3A39-E319-723B-46684FF409FC}"/>
          </ac:spMkLst>
        </pc:spChg>
        <pc:spChg chg="mod">
          <ac:chgData name="이하나 윤" userId="f658f17427b35de9" providerId="LiveId" clId="{EE219EC4-0B48-4DAA-B6C8-F5305E865B87}" dt="2026-09-07T22:59:53.394" v="511"/>
          <ac:spMkLst>
            <pc:docMk/>
            <pc:sldMk cId="668384729" sldId="386"/>
            <ac:spMk id="47" creationId="{F0A92F67-21F3-4696-E4F6-DA62BD510CC6}"/>
          </ac:spMkLst>
        </pc:spChg>
        <pc:grpChg chg="del">
          <ac:chgData name="이하나 윤" userId="f658f17427b35de9" providerId="LiveId" clId="{EE219EC4-0B48-4DAA-B6C8-F5305E865B87}" dt="2026-09-07T22:58:59.983" v="488" actId="478"/>
          <ac:grpSpMkLst>
            <pc:docMk/>
            <pc:sldMk cId="668384729" sldId="386"/>
            <ac:grpSpMk id="12" creationId="{9F936C00-4BB7-6323-037B-F35B903C7672}"/>
          </ac:grpSpMkLst>
        </pc:grpChg>
        <pc:grpChg chg="del">
          <ac:chgData name="이하나 윤" userId="f658f17427b35de9" providerId="LiveId" clId="{EE219EC4-0B48-4DAA-B6C8-F5305E865B87}" dt="2026-09-07T22:59:00.798" v="489" actId="478"/>
          <ac:grpSpMkLst>
            <pc:docMk/>
            <pc:sldMk cId="668384729" sldId="386"/>
            <ac:grpSpMk id="13" creationId="{14D68F95-5C52-1C1B-8B24-0798E6E48640}"/>
          </ac:grpSpMkLst>
        </pc:grpChg>
        <pc:graphicFrameChg chg="del">
          <ac:chgData name="이하나 윤" userId="f658f17427b35de9" providerId="LiveId" clId="{EE219EC4-0B48-4DAA-B6C8-F5305E865B87}" dt="2026-09-07T22:59:03.303" v="492" actId="478"/>
          <ac:graphicFrameMkLst>
            <pc:docMk/>
            <pc:sldMk cId="668384729" sldId="386"/>
            <ac:graphicFrameMk id="7" creationId="{258393CB-969E-2376-432C-BAAE44987BE9}"/>
          </ac:graphicFrameMkLst>
        </pc:graphicFrameChg>
        <pc:graphicFrameChg chg="add del mod modGraphic">
          <ac:chgData name="이하나 윤" userId="f658f17427b35de9" providerId="LiveId" clId="{EE219EC4-0B48-4DAA-B6C8-F5305E865B87}" dt="2026-09-07T22:59:25.335" v="505" actId="1076"/>
          <ac:graphicFrameMkLst>
            <pc:docMk/>
            <pc:sldMk cId="668384729" sldId="386"/>
            <ac:graphicFrameMk id="8" creationId="{423FFA1B-0A5C-DBEA-F1A0-CA026ECFE9AD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7:18:18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1 278 24575,'0'-1'0,"0"-1"0,1 1 0,-1 0 0,0 0 0,1 0 0,-1 0 0,1 0 0,0 0 0,-1 0 0,1 0 0,0 0 0,0 0 0,-1 0 0,2 0 0,-1 0 0,-1 0 0,2 1 0,-1-1 0,0 0 0,1 0 0,0 0 0,32-12 0,-20 9 0,23-10 0,-8 2 0,38-10 0,-33 16 0,-21 4 0,0-1 0,20-8 0,47-13 0,-55 17 0,0 0 0,28-13 0,-17 6 0,47-13 0,-22 6 0,-41 16 0,1 0 0,-1 1 0,24-3 0,-24 4 0,23-3 0,-7-1 0,0 2 0,63-2 0,1059 8 0,-1137 0 0,-1 1 0,36 6 0,-12-1 0,53 11 0,-71-13 0,0 2 0,-1-1 0,1 2 0,25 11 0,-33-11 0,-1 1 0,21 15 0,-15-10 0,98 57 0,-100-58-18,-15-10-206,0 0-1,-1 0 1,1 1-1,-1 0 1,7 6-1,-4 2-6601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7:18:22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623 1 24575,'-22'1'0,"0"0"0,0 3 0,1 0 0,-43 11 0,50-9 0,0 0 0,1 1 0,-23 15 0,-17 9 0,45-27 0,0 1 0,-1-1 0,1 1 0,0 1 0,0-1 0,1 2 0,0-1 0,0 0 0,0 1 0,1 1 0,0-1 0,1 1 0,-6 8 0,-10 15 0,15-24 0,1-1 0,0 2 0,0-1 0,-5 14 0,-5 17 0,-18 77 0,29-102 0,-1-1 0,0 1 0,0 0 0,-9 11 0,-1 7 0,11-20 0,1 1 0,0-1 0,-1 0 0,3 1 0,-2-1 0,2 19 0,0-13 0,0-1 0,-7 23 0,-8 34 0,-5 21 0,15-72 0,0 2 0,2 0 0,-3 46 0,9 75 0,-1-55 0,-2-34 0,3 64 0,17-28 0,-4-18 0,-6-39 0,-2-5 0,3-2 0,0 2 0,15 29 0,-17-40 0,-2-1 0,6 33 0,-8-36 0,0 3 0,0-1 0,0-1 0,0 1 0,2-1 0,13 27 0,41 85 0,-42-87 0,-16-35 0,0 1 0,0-1 0,1 0 0,0 0 0,0 0 0,1 0 0,0-1 0,6 9 0,-2-5 0,-1 1 0,0 0 0,1 0 0,-3 1 0,1 0 0,7 21 0,-4-11 0,-1 1 0,-7-18 0,0 0 0,1 0 0,0 0 0,0 1 0,0-1 0,1-1 0,3 8 0,8 5 0,-1 0 0,-1 1 0,-1 1 0,17 36 0,8 13 0,-25-50 0,-1 1 0,-1 1 0,8 21 0,-15-36-125,0 1 0,1-1-1,-1 0 1,0 1 0,1-2 0,0 1-1,5 5 1,-7-7-238,8 7-6463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7:18:56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1 333 24575,'0'-1'0,"0"-1"0,1 2 0,-1-3 0,0 2 0,1 0 0,-1 0 0,1-1 0,0 1 0,-1 0 0,2-1 0,-2 2 0,1-2 0,0 1 0,1 0 0,-2 0 0,2 0 0,-1 0 0,0 0 0,1 0 0,-1 1 0,2-2 0,35-14 0,-24 12 0,26-13 0,-8 3 0,42-12 0,-37 18 0,-24 4 0,2 1 0,21-9 0,51-17 0,-60 21 0,0-1 0,30-15 0,-18 8 0,52-18 0,-24 11 0,-45 15 0,0 3 0,1 0 0,24-3 0,-25 4 0,26-4 0,-9 0 0,0 3 0,68-4 0,1157 10 0,-1242 0 0,-1 1 0,41 8 0,-13-1 0,56 12 0,-77-14 0,1 0 0,-2 1 0,0 1 0,29 14 0,-36-12 0,-1-1 0,23 19 0,-17-13 0,107 69 0,-109-70-18,-17-11-206,0 0-1,1 0 1,-2 1-1,1-1 1,6 9-1,-2 0-6601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7:22:12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1 367 24575,'0'-1'0,"0"-1"0,0 1 0,1-1 0,-1 1 0,0-1 0,1 1 0,-1-1 0,0 1 0,1 0 0,0 0 0,-1-2 0,1 3 0,0-2 0,-1 1 0,1 0 0,0 0 0,0 0 0,0 0 0,-1 0 0,2 0 0,-1-1 0,26-14 0,-16 10 0,17-12 0,-5 3 0,28-15 0,-25 21 0,-15 6 0,-2-1 0,18-9 0,33-19 0,-40 23 0,-1-1 0,20-15 0,-11 6 0,37-19 0,-19 13 0,-30 17 0,0 2 0,0 0 0,17-3 0,-17 5 0,18-4 0,-7-1 0,0 3 0,49-4 0,815 11 0,-875 0 0,0 2 0,27 8 0,-9-2 0,40 15 0,-54-17 0,0 1 0,0 1 0,-1 1 0,20 15 0,-25-14 0,0 1 0,15 20 0,-12-14 0,77 77 0,-78-79-18,-12-13-206,1 2-1,-1-1 1,0 2-1,1-2 1,3 10-1,-1 1-6601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7:20:18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0 208 24575,'0'0'0,"0"-2"0,1 2 0,-1-1 0,0 0 0,0 0 0,0 0 0,0 1 0,0-1 0,1 0 0,-1 0 0,0 1 0,0-1 0,1 0 0,-1 0 0,1 1 0,-1-1 0,0 1 0,1-1 0,-1 0 0,1 1 0,-1-1 0,13-9 0,-9 7 0,10-7 0,-5 1 0,15-7 0,-12 11 0,-7 3 0,-1-1 0,8-4 0,15-11 0,-18 12 0,0 1 0,9-10 0,-5 5 0,16-11 0,-8 6 0,-13 11 0,-1 0 0,0 1 0,8-2 0,-8 3 0,8-4 0,-2 3 0,-1-1 0,23-2 0,370 7 0,-398-1 0,0 1 0,13 7 0,-4-4 0,17 10 0,-23-11 0,-2 3 0,1-2 0,0 2 0,9 8 0,-11-8 0,-1 2 0,7 9 0,-5-7 0,34 44 0,-34-44-18,-7-8-206,2 0-1,-2 0 1,1 1-1,0 0 1,2 6-1,-1-1-6601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7:21:20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24575,'0'3'0,"1"-1"0,-1 1 0,1-1 0,0 0 0,0 1 0,0-1 0,0 0 0,0 0 0,1 1 0,-1-2 0,1 1 0,2 3 0,26 26 0,-21-24 0,-3-2 0,0 0 0,1-1 0,-1 1 0,1-1 0,0-1 0,1 0 0,-1 0 0,1 0 0,8 1 0,14 7 0,9 1 0,-21-7 0,0 0 0,0 0 0,25 1 0,3 2 0,-18-4 0,60 2 0,-56-6 0,52-1 0,-75-1 0,0 0 0,0-2 0,0 1 0,-1 0 0,0-2 0,0 1 0,14-10 0,-7 2 0,-1-1 0,19-18 0,4-7 0,-30 31 0,0-1 0,-1 0 0,0 0 0,0-1 0,0 0 0,-2 0 0,1 0 0,-1-2 0,0 2 0,4-20 0,-2 11 0,5-12-1365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7:23:38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1 333 24575,'0'-1'0,"0"-1"0,0 2 0,1-3 0,-1 2 0,0 0 0,1 0 0,-1-1 0,0 1 0,1 0 0,0-1 0,-1 2 0,1-2 0,0 1 0,0 0 0,-1 0 0,2 0 0,-1 0 0,-1 0 0,1 0 0,1 1 0,-1-2 0,28-14 0,-20 12 0,22-13 0,-8 3 0,31-12 0,-27 18 0,-16 4 0,-1 1 0,17-9 0,37-17 0,-44 21 0,0-1 0,23-15 0,-14 8 0,37-18 0,-17 11 0,-32 15 0,-1 3 0,1 0 0,18-3 0,-19 4 0,19-4 0,-6 0 0,-1 3 0,51-4 0,853 10 0,-915 0 0,-1 1 0,29 8 0,-9-1 0,42 12 0,-57-14 0,0 0 0,0 1 0,-2 1 0,22 14 0,-26-12 0,-1-1 0,17 19 0,-13-13 0,79 69 0,-80-70-18,-12-11-206,-1 0-1,1 0 1,-1 1-1,0-1 1,6 9-1,-3 0-6601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8:35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24575,'-1'72'0,"3"76"0,-2-147 0,0 0 0,0 0 0,0 0 0,1-1 0,-1 1 0,1-1 0,-1 1 0,1 0 0,0 0 0,-1 0 0,1-1 0,-1 0 0,1 1 0,-1 0 0,1-1 0,0 1 0,0 0 0,0-1 0,-1 1 0,1-1 0,0 0 0,0 0 0,0 0 0,0 0 0,-1 0 0,1 1 0,0-1 0,0 0 0,0 0 0,0 0 0,0 0 0,0 0 0,0-1 0,0 1 0,0 0 0,-1 0 0,1 0 0,0 0 0,2-2 0,43-14 0,-35 12 0,6-2 0,3-1 0,39-8 0,-36 8 0,-21 5 0,2 2 0,-2-1 0,1 0 0,1 0 0,-2 1 0,2-1 0,-1 1 0,4 0 0,-5 1 0,0-1 0,-1 1 0,1 0 0,-1 0 0,1-1 0,-1 1 0,0 0 0,1 0 0,-1 0 0,0 0 0,0 0 0,0 0 0,1 0 0,-2 1 0,1-2 0,0 2 0,0 0 0,0-1 0,0 0 0,-1 1 0,1 2 0,2 6 0,-1 1 0,1 0 0,-2-1 0,-1 1 0,1 1 0,-1-1 0,-1-1 0,-1 15 0,1-22 0,0-1 0,0 0 0,0 1 0,0-1 0,-1 0 0,1 0 0,-1 1 0,0-2 0,1 2 0,-1-2 0,0 1 0,0 0 0,0-1 0,0 1 0,-1 0 0,1-1 0,0 0 0,-5 3 0,0-1 0,-1 0 0,1 1 0,-1-2 0,-14 4 0,11-4-273,0-1 0,1 2 0,0-1 0,-18 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8:35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24575,'1'-2'0,"-1"1"0,1 0 0,-1 0 0,1 0 0,0 0 0,0 0 0,-1 0 0,1 0 0,0 0 0,0 0 0,0 0 0,0 1 0,0-1 0,0 0 0,0 1 0,0-1 0,0 0 0,1 1 0,-1-1 0,2 0 0,30-10 0,-29 10 0,107-34 0,-29 16-1365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8:28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24575,'2'6'0,"0"0"0,1-1 0,0 1 0,0 0 0,1-1 0,-1 0 0,1 0 0,7 8 0,-5-6 0,9 9 0,0 1 0,3-2 0,-2 0 0,3-2 0,-1 0 0,27 14 0,96 44 0,43 9 0,-89-44 0,16 10 0,72 16 0,-44-19 0,-87-33 0,-30-6 0,-1 0 0,29 10 0,-34-8 0,0-2 0,-1-1 0,24 3 0,26 7 0,-50-9 0,3 1 0,0 0 0,1-1 0,-1-1 0,36 2 0,-33-4 0,1 1 0,33 8 0,-14-2 0,76 0 0,-85 0 0,-27-7 0,1 1 0,-1-1 0,1 0 0,0 0 0,7 0 0,139 10 0,-4 0 0,-11-4 0,-26 0 0,35 8 0,14-8 0,-49 1 0,1-2 0,100 1 0,56-4 0,-140-5 0,-8 4 0,124-4 0,27-6 0,-258 8 0,75-7 0,113-15 0,-102 15 0,-31-4 0,-49 7 0,0 1 0,36-1 0,-42 3 0,0 0 0,-1-1 0,23-5 0,23-4 0,81-4 0,-22-7 0,-91 17 0,1-1 0,-2 0 0,0-2 0,0-1 0,24-12 0,-47 20 0,25-12 0,0-2 0,-1-2 0,42-33 0,-23 17 0,67-57 0,-72 56 0,34-48 0,-31 32 0,-13 13 0,15-27 0,-31 41-1365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8:41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750 1 24575,'-5'1'0,"1"-1"0,0 1 0,0 0 0,1 0 0,-1 1 0,-1-1 0,2 1 0,-1 0 0,1 0 0,-1 0 0,1 0 0,-5 6 0,-40 37 0,40-37 0,-108 129 0,102-119 0,-24 32 0,-40 69 0,35-47 0,26-41 0,3-8 0,0 1 0,3 1 0,0 0 0,-12 42 0,-35 166 0,43-168 0,10-44 0,0 0 0,-9 27 0,9-35 0,2-1 0,1 1 0,-1-1 0,1 14 0,-6 20 0,-32 191 0,29-195 0,9-34 0,0-1 0,0 0 0,0 0 0,1 1 0,-1 11 0,-9 113 0,6-92 0,-1 30 0,5-55 0,1-1 0,-3 1 0,-4 17 0,4-18 0,0 1 0,1 0 0,0 18 0,2-9 0,-1 0 0,-1-1 0,0 1 0,-9 31 0,7-30 0,0 0 0,3 1 0,-1-1 0,5 43 0,-1-3 0,-13 67 0,9 207 0,3-173 0,-1 427 0,2-570 0,0-2 0,6 27 0,-4-26 0,0 0 0,0 28 0,7 48 0,-1 2 0,-9-81 0,2 1 0,4 27 0,-3-28 0,0 1 0,-1 30 0,-1-33 0,-1 0 0,2 0 0,8 31 0,-7-31 0,1 0 0,-3 0 0,3 30 0,-3-31 0,-1-1 0,2 0 0,0-1 0,7 20 0,3 15 0,39 153 0,-45-154 0,-6-38 0,0-1 0,1 1 0,-1-1 0,7 17 0,47 114 0,-40-91 0,-13-39 0,1 0 0,0-1 0,1 1 0,-1-1 0,2-1 0,7 13 0,-9-13 0,1-1 0,-1 1 0,0-1 0,0 0 0,-1 1 0,2 9 0,4 15 0,28 72 0,-30-85 0,2 1 0,1-1 0,18 30 0,47 77 0,-16-23 0,-5-23 0,-36-56 0,27 29 0,7 10 0,-39-48 0,0-2 0,17 16 0,-6-7 0,-4-9-1365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8:42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24575,'-7'90'0,"2"-48"0,-6-1 0,9-36 0,0 1 0,1 1 0,-1-1 0,0-1 0,1 13 0,-11 92 0,8-82 0,0 0 0,2 0 0,2 42 0,0-69 0,0-1 0,0 0 0,1 1 0,-1 0 0,0 0 0,0 0 0,0 0 0,1-1 0,-1 0 0,0 1 0,0 0 0,0 0 0,1 0 0,-1-1 0,1 1 0,0-1 0,-1 0 0,1 1 0,-1 0 0,1-1 0,-1 1 0,1-1 0,-1 1 0,1-1 0,0 1 0,0-1 0,0 0 0,-1 0 0,0 0 0,1 0 0,0 0 0,0 0 0,0 0 0,0 1 0,-1-1 0,1 0 0,-1 0 0,1-1 0,0 1 0,0 0 0,0 0 0,-1 0 0,1 0 0,0 0 0,1-1 0,41-19 0,-23 9 0,20-4 0,-15 5 0,1 1 0,35-8 0,54-11 0,-114 27 0,0 1 0,0 0 0,1 0 0,0 0 0,-2 0 0,2-1 0,-1 1 0,0 0 0,0 1 0,1-1 0,0 0 0,-2 0 0,2 0 0,-1 0 0,1 1 0,-2-1 0,2 1 0,-1-1 0,0 1 0,0 0 0,0 0 0,0-1 0,1 1 0,-1 0 0,-1 0 0,1 0 0,0 0 0,0 0 0,0 0 0,0 0 0,-1 0 0,1 0 0,-1 0 0,1 1 0,0-1 0,-1 0 0,0 0 0,1 1 0,-1-1 0,0 0 0,1 0 0,-1 1 0,0 1 0,0 10 0,1 1 0,-1 0 0,-1 21 0,-1-13 0,2 3 0,1-11 0,-1 0 0,-1 0 0,0 0 0,-4 15 0,4-25 0,0 1 0,-1-1 0,0 0 0,1 0 0,-1 0 0,-1 0 0,1 0 0,-1 0 0,1-1 0,-1 1 0,-1-1 0,2 0 0,-1 1 0,-2-2 0,2 1 0,-7 4 0,3-2 0,-2-1 0,2 0 0,-1 0 0,-1 0 0,1-2 0,0 2 0,-1-3 0,-13 4 0,7-2-75,1 1 0,-1 0 0,1 1-1,-18 8 1,16-5-914,9-6-5837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8:43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24575,'34'-19'0,"-14"14"0,36-15 0,-12 4 0,48-19-1365,-85 33-5461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8:45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1 24575,'-6'0'0,"-1"0"0,0 1 0,1 0 0,-1-1 0,1 2 0,0 0 0,0-1 0,-1 2 0,1-1 0,1 1 0,-1 0 0,0 1 0,1-1 0,-1 1 0,1-1 0,0 2 0,0 0 0,0-1 0,-4 8 0,-6 6 0,9-13 0,1 1 0,0 0 0,0 1 0,0-1 0,-5 13 0,-33 53 0,36-57 0,2-4 0,1 1 0,-1 0 0,1 0 0,1 0 0,0 1 0,0 0 0,1 0 0,1 18 0,1-25 0,-1 4 0,1-1 0,1 1 0,-1-1 0,1 1 0,1-1 0,0 0 0,0 1 0,1 0 0,0-1 0,5 9 0,6 5 0,-1-1 0,2-1 0,0 0 0,2 0 0,0-2 0,25 21 0,-9-8-1365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8:47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24575,'1'75'0,"-2"81"0,-4-117 0,-2 32 0,5-45 0,2-25 0,0 0 0,0 1 0,0-1 0,-1 0 0,1 0 0,-1 0 0,1 1 0,-1-2 0,1 1 0,-1 1 0,0-1 0,1 0 0,0-1 0,-1 1 0,0 1 0,0-1 0,0 0 0,-2 0 0,3-6 0,0 1 0,0-1 0,0 0 0,1 0 0,-1 1 0,1-1 0,2-6 0,14-34 0,33-67 0,-44 103 0,1-1 0,-2 0 0,3 1 0,9-10 0,-13 15 0,0 1 0,0-1 0,0 0 0,0 0 0,1 1 0,-1 0 0,1 0 0,0 1 0,0-1 0,9-2 0,-14 5 0,2 0 0,-1 0 0,0 0 0,0 0 0,0 0 0,0 0 0,1 0 0,-1 1 0,-1-1 0,2 0 0,-1 1 0,0-1 0,0 1 0,-1-1 0,2 0 0,-1 1 0,0 0 0,0 0 0,-1 0 0,1-1 0,0 1 0,0-1 0,0 1 0,-1 1 0,0-1 0,1 0 0,0-1 0,-1 1 0,1 0 0,-1 1 0,1-2 0,-1 1 0,0 1 0,1-1 0,-1 0 0,0 0 0,0 0 0,0 0 0,0 2 0,0 53 0,0-45 0,-2 30 0,0-14 0,1-2 0,6 43 0,0-73 0,1 0 0,-1-1 0,1 0 0,-1 0 0,7-11 0,-3 1 0,0 0 0,1 1 0,1 0 0,0 1 0,21-20 0,-24 27 0,0 0 0,2 1 0,-1 0 0,0 0 0,0 1 0,1 0 0,0 1 0,0 0 0,1 0 0,16-3 0,-26 7 0,0 0 0,-1 0 0,0 0 0,1 0 0,0 0 0,0 0 0,-1 0 0,1 0 0,0 0 0,-1 0 0,1 0 0,-1 0 0,1 1 0,0-1 0,0 0 0,-1 1 0,1-1 0,-1 0 0,0 0 0,1 0 0,0 1 0,-1-1 0,1 1 0,-1-1 0,1 1 0,0 0 0,5 21 0,-7 38 0,0-38 0,1 154-1365,0-167-5461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8:49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24575,'30'-1'0,"-18"0"0,1 1 0,-1 0 0,1 1 0,13 3 0,-21-3 0,-2 0 0,1 0 0,-1 0 0,2 1 0,-2-1 0,0 2 0,1-1 0,-1 0 0,0 1 0,0-2 0,0 3 0,0-2 0,0 1 0,-1 0 0,1-1 0,-1 2 0,3 4 0,9 16 0,-2 1 0,-1 0 0,13 45 0,-16-5 0,-3-24 0,-1-2 0,-3 0 0,0 0 0,-5 42 0,2-76 0,1 2 0,-1-1 0,0 0 0,0 0 0,-1-1 0,1 1 0,-1-1 0,0 1 0,0-1 0,-1 0 0,-1 0 0,-6 7 0,2-2 0,-1-1 0,0 0 0,0-2 0,-1 1 0,-13 7 0,4-5-81,15-9-61,-1 2-1,1 0 0,0 0 1,0 0-1,0 0 0,0 1 0,0 0 1,-7 8-1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8:57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2 24575,'-44'0'0,"17"-2"0,-50 5 0,70-2 0,-1 1 0,0-1 0,1 1 0,-1 1 0,1-1 0,0 1 0,-1 0 0,2 0 0,-1 1 0,-12 10 0,11-9 0,-1 0 0,0 1 0,1-2 0,-1 1 0,-11 3 0,13-6 0,1 1 0,0-1 0,-1 2 0,1-1 0,0 0 0,0 1 0,0 0 0,1 0 0,-1 1 0,1 0 0,0 0 0,-5 7 0,-3 6 0,1 0 0,1 0 0,1 1 0,0 1 0,2 0 0,-12 39 0,13-27 0,1-1 0,1 1 0,1 42 0,4-66 0,0 24 0,6 43 0,-5-66 0,0 0 0,2-1 0,-1 1 0,1 0 0,0 0 0,0-1 0,2 1 0,-1-2 0,9 15 0,-10-19 0,2 0 0,-2 0 0,1 0 0,0-1 0,0 1 0,1-1 0,-1 1 0,1-1 0,0-1 0,0 1 0,8 1 0,56 8 0,-31-10 27,-27-2-375,0 1 0,-1 1 0,21 3 0,-18 0-6478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9:00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597 1 24575,'-30'2'0,"0"1"0,-1 2 0,1 1 0,-40 13 0,51-11 0,-1 0 0,2 2 0,-30 19 0,28-16 0,7-4 0,1 1 0,-1 0 0,-20 23 0,22-20 0,-1-2 0,1 0 0,-23 16 0,29-24 0,0 1 0,0 0 0,0 0 0,1 0 0,-1 1 0,1 0 0,0 0 0,0 0 0,-2 7 0,-26 56 0,7-12 0,19-41 0,-1 2 0,1 0 0,1-1 0,1 2 0,1-1 0,0 0 0,1 1 0,1 20 0,0-11 0,3 117 0,1-130 0,1 0 0,1-1 0,0 1 0,0-1 0,2 0 0,-1 0 0,10 12 0,-1-5 0,0 0 0,20 19 0,-6-6 0,89 90 0,-98-104 0,44 32 0,-7-6 0,-34-29 0,-18-13 0,0 0 0,0 1 0,-1 0 0,0-1 0,1 1 0,-2 0 0,8 9 0,-11-12 0,0-1 0,0 1 0,0 1 0,0-1 0,0 0 0,0-1 0,0 2 0,-1-1 0,1 0 0,0 0 0,0-1 0,0 1 0,-1 1 0,1-1 0,-1 0 0,1-1 0,-1 1 0,0 0 0,0 0 0,1 0 0,0 0 0,-1-1 0,-2 1 0,-18 16 0,-141 57 0,162-73 0,-1-1 0,1 1 0,-1-1 0,1 1 0,-1-1 0,1 0 0,0 1 0,0-1 0,-1 0 0,1 1 0,-1-1 0,0 0 0,1 0 0,-1 0 0,1 0 0,-1 0 0,1 0 0,0 0 0,-1 0 0,0 0 0,1 0 0,-1 0 0,1 0 0,-1 0 0,0 0 0,1 0 0,0 0 0,0 0 0,-1-1 0,0 1 0,1 0 0,-1 0 0,0-1 0,5-16 0,17-21 0,7 4 0,1 3 0,0-1 0,3 3 0,35-27 0,-55 46 0,-1 0 0,-1-2 0,0 0 0,16-22 0,11-15 0,-37 49 0,1 0 0,-1-1 0,1 0 0,-1 1 0,1-1 0,-1 0 0,1 1 0,0 0 0,-1-1 0,0 1 0,1-1 0,-1 1 0,1-1 0,0 1 0,0 0 0,-1-1 0,1 1 0,-1 0 0,1-1 0,0 1 0,0 0 0,0 0 0,-1 0 0,1 0 0,0 0 0,-1 0 0,1 0 0,0 0 0,0 0 0,-1 0 0,1 1 0,0-1 0,0 0 0,-1 0 0,1 1 0,0-1 0,-1 1 0,0-1 0,1 1 0,0-1 0,0 1 0,-1-1 0,1 0 0,0 1 0,-1-1 0,0 1 0,0 0 0,1 0 0,-1-1 0,1 0 0,-1 1 0,0 0 0,1 0 0,-1-1 0,0 1 0,0 0 0,0-1 0,1 2 0,10 47 0,-11-45 0,6 24 0,1 0 0,14 34 0,-10-30 0,17 72 0,-13-37 0,-7-44 0,-6-17 0,1 2 0,-1-1 0,0 2 0,0-2 0,-1 10 0,-1-16 0,-1-1 0,1 0 0,0 1 0,-1-1 0,0 1 0,1-1 0,-1 1 0,0 0 0,0-1 0,1 0 0,0 1 0,-1-1 0,0 0 0,0 0 0,0 0 0,0 0 0,1 0 0,-1 1 0,0-1 0,0 0 0,1 0 0,-1 0 0,0 0 0,1-1 0,-1 1 0,0 0 0,0 0 0,0 0 0,0 0 0,1 0 0,-2-1 0,-35-8 0,32 7 0,-12-2 0,-4-2 0,0 0 0,-1 2 0,1 1 0,-29-1 0,31 4 37,-1-3 0,-22-4-1,-7-1-1511,33 6-5351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23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709 1097 24575,'-1'2'0,"1"-1"0,0 0 0,0-1 0,-1 1 0,0 0 0,0 0 0,1 0 0,-1-1 0,1 1 0,-1-1 0,0 1 0,0 0 0,0 0 0,1-1 0,-1 0 0,0 0 0,-1 1 0,2-1 0,-3 1 0,-25 9 0,18-6 0,-16 6 0,0-2 0,-1-1 0,1-1 0,-1-1 0,0-2 0,-1 0 0,1-2 0,0-1 0,-32-4 0,44 2 0,-1-1 0,1-1 0,-1 0 0,1-2 0,-1 1 0,2-2 0,0 0 0,0-1 0,-19-13 0,19 9 0,1-1 0,1 0 0,0-1 0,-17-26 0,-26-60 0,49 87 0,1-1 0,1 0 0,-1 0 0,2 0 0,-4-28 0,7 39 0,-13-145 0,8 106 0,2 2 0,3-75 0,2 42 0,-2 64 0,0-1 0,1 0 0,0 1 0,1-1 0,0 1 0,0 0 0,1 0 0,0 0 0,1 0 0,0 0 0,1 1 0,-1 0 0,11-14 0,21-27 0,-32 42 0,1 0 0,-1 0 0,1 1 0,0-1 0,1 2 0,-1-1 0,1 0 0,0 1 0,1 0 0,0 0 0,7-4 0,12-5 0,-18 9 0,0 1 0,0 0 0,0 1 0,14-5 0,129-33 0,-130 33 0,1 3 0,1 0 0,-1 1 0,0 2 0,0-1 0,32 3 0,-7 0 0,-31-1 0,-1 0 0,1 1 0,-1 1 0,1 0 0,-1 2 0,1-1 0,-1 2 0,27 10 0,-13-2 0,-23-10 0,1 0 0,0 2 0,-1-1 0,1 0 0,-2 1 0,2 0 0,-2 0 0,1 1 0,7 7 0,2 5 0,-1 0 0,-1 1 0,0 1 0,-2-1 0,0 2 0,14 36 0,-12-1 0,3 12 0,-11-48 0,-1-1 0,-1 0 0,-1 1 0,-1 0 0,0 0 0,-4 36 0,1 3 0,2-55 0,0 21 0,-4 38 0,2-54 0,0 2 0,-1-1 0,1 0 0,-1 0 0,0 0 0,-1-1 0,-7 10 0,-9 25 0,17-35 0,0 0 0,0 0 0,-1 0 0,-1-1 0,-8 11 0,-20 27 0,-11 12 0,35-47-1365,2-1-5461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24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24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26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24575,'-1'5'0,"1"-1"0,1 1 0,-1-1 0,1 1 0,-1-1 0,1 0 0,0 0 0,1 0 0,-1 1 0,1-1 0,3 7 0,-2-8 0,-2-2 0,2 2 0,-2-1 0,2 0 0,-1-1 0,0 2 0,1-2 0,-1 0 0,1 1 0,0-1 0,-1 0 0,1 1 0,0-1 0,0-1 0,-1 1 0,2 0 0,-1-1 0,5 1 0,38 6 0,-40-5 0,2-1 0,-2 1 0,0-1 0,1-1 0,0 1 0,0-1 0,0 0 0,0 0 0,0-1 0,-1 0 0,0 0 0,2-1 0,-2 1 0,0-2 0,1 1 0,6-4 0,-8 2 8,0 1 0,0 0 0,-1 0 0,0-1 0,0 0 0,0 0 0,0 0 0,0-1 0,0 0 0,-1 0 0,0 1 0,-1-1 0,1 0 0,3-9 0,-3 3-220,0-1 0,-1 0 0,0 1-1,-1-1 1,-1 0 0,0-13 0,0 11-6614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29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794 1331 24575,'-60'8'0,"3"0"0,33-7 0,-138-2 0,149 0 0,1-2 0,-1 1 0,1-1 0,0-1 0,0 0 0,1-1 0,-20-9 0,-113-58 0,132 65 0,0 0 0,0-1 0,0-1 0,1 1 0,0-1 0,0-1 0,1 0 0,1-1 0,-1 1 0,1-2 0,1 0 0,-10-19 0,1 2 0,12 23 0,2 1 0,-1-1 0,0 0 0,1 0 0,0 0 0,1 0 0,-1-1 0,2 1 0,-3-11 0,-11-77 0,8 60 0,1-1 0,0-55 0,5 40 0,0 23 0,1 0 0,2 0 0,8-51 0,-5 55 0,-5 18 0,1-1 0,1 1 0,-1 0 0,0 0 0,2 0 0,-2 0 0,2 0 0,5-8 0,-3 3 0,1 0 0,-2 0 0,1 0 0,3-13 0,-4 10 0,1 1 0,12-21 0,-3 12 0,1 1 0,1 1 0,1 0 0,0 2 0,30-24 0,38-25 0,-18 33 0,-13 11 0,-17 10 0,5-4 0,62-17 0,-85 28 0,1 1 0,0 1 0,0 1 0,0 1 0,34 2 0,-32 2 0,1 0 0,0 2 0,33 12 0,-50-13 0,1-1 0,-1 1 0,0 0 0,-1 0 0,1 0 0,7 10 0,23 15 0,-30-25 0,-1 0 0,1 0 0,-1 0 0,1 1 0,-1 0 0,-1 0 0,1 0 0,6 10 0,-3 0 0,-1-2 0,8 24 0,-9-22 0,12 18 0,-15-27 0,1 1 0,0 0 0,-1-1 0,3 13 0,16 48 0,-16-51 0,0 2 0,-2-2 0,1 2 0,3 33 0,10 65 0,-11-70 0,-3-24 0,1 46 0,-6-38 0,-2 1 0,-6 30 0,6-47 0,1 1 0,-1-1 0,0-1 0,-2 2 0,0-2 0,-1 1 0,0-2 0,0 1 0,-1 0 0,-1 0 0,-17 18 0,20-24 0,0 0 0,0 0 0,1 0 0,-5 10 0,5-9 0,-1 0 0,1 0 0,-11 12 0,-52 64 0,53-65-1365,10-9-5461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30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31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32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1 181 24575,'37'-13'0,"-28"8"0,18-7 0,-3-2 0,45-30 0,-15 16 0,-8 5 0,19-13-1365,-56 31-5461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44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24575,'-15'50'0,"13"-45"0,0 2 0,0-2 0,-1 1 0,0 0 0,0-1 0,0 1 0,0-1 0,-1 0 0,0 0 0,0-1 0,-9 8 0,-12 15 0,6 10-171,15-27-1023,0 0-5632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36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37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24575,'0'-4'0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48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0 181 24575,'3'-1'0,"0"-2"0,0 2 0,-1-2 0,1 1 0,-1-1 0,0 1 0,0 0 0,0-2 0,0 2 0,-1-1 0,3-3 0,5-6 0,54-46 0,-57 52 0,2-1 0,-1 2 0,1-1 0,0 1 0,0 0 0,1 1 0,0-1 0,0 2 0,-1-1 0,2 2 0,11-4 0,5-3 0,-21 7 0,1-1 0,-1 2 0,1-1 0,0 1 0,7-1 0,-11 2 0,2 0 0,-2 0 0,0 1 0,1-1 0,-1 1 0,1-1 0,-1 1 0,0 0 0,1 0 0,-1 0 0,0 0 0,1 0 0,-2 1 0,2-1 0,-2 1 0,4 2 0,26 18 0,-24-18 0,0 1 0,-1 0 0,0-1 0,11 12 0,-12-11-227,0 0-1,-1 0 1,2-1-1,0 0 1,5 3-1,-2-2-6598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129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9188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03896-310D-71C6-8842-B75C8BB55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7C9B4C-869A-1061-308D-64A11F504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1AD4F6-6D7C-B3F2-AC8B-5676573FE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9041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3C0EC-84D4-B0F9-319F-CF5EA7E8D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8819EC-1DBC-9FAC-1151-47E269277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139861-9902-1BC7-4631-47C79E734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타겟 지정 방식</a:t>
            </a:r>
            <a:r>
              <a:rPr lang="en-US" altLang="ko-KR" dirty="0"/>
              <a:t>, </a:t>
            </a:r>
            <a:r>
              <a:rPr lang="ko-KR" altLang="en-US" dirty="0"/>
              <a:t>목적지 탐색 방식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706BE2-3E2B-DF09-04A6-964A75781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F76A66-B71B-41D7-B3D7-EDD47844D175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544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DDBE4-2F21-F285-D374-F142186C4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E4A408-9838-E9D8-BC18-A8C765B7D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92920C-2C86-2E2E-1B68-BDC9333BF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타겟 지정 방식</a:t>
            </a:r>
            <a:r>
              <a:rPr lang="en-US" altLang="ko-KR" dirty="0"/>
              <a:t>, </a:t>
            </a:r>
            <a:r>
              <a:rPr lang="ko-KR" altLang="en-US" dirty="0"/>
              <a:t>목적지 탐색 방식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F263E9-4260-0B33-99D0-1B318C140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F76A66-B71B-41D7-B3D7-EDD47844D175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798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9BC526-1BB4-AF18-552D-05A26F801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7ABB9E-7D6A-F01D-B821-4675FEE6E7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30599B-6D3B-01F9-D9D1-B18269A93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E432-8E99-4CE3-8311-26690B75D3E1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88961D-6902-4076-FEEE-0DA9702E3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47C2C-FB70-8549-FD78-417C5E7EB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DA89-E051-4F8F-AA8B-B9C99C41E5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3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4F719-4F1D-799F-E309-34F071AE0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1CE1ED-DD7C-F0C0-0AC7-676E3E3D0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F19F4E-D161-F17A-B289-BB5A77B87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B890-3289-482F-B58C-1A02232E179A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C7FCF0-014D-FF10-A2F4-9CF62F899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019EB0-4019-716D-F4B1-6B28AC98F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DA89-E051-4F8F-AA8B-B9C99C41E5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278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2B813-3543-4448-A183-43F90AE58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5B65A8-974A-9158-AD7F-6B23D0293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7B180E-7ACC-42DA-DDD7-F1FA22A47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61E92-E577-4BF1-972B-A14EA65BECA8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87D0E1-8644-BA7D-6D65-A6BEC0DF3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F18391-D4B0-D344-16BB-94A6E69E1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DA89-E051-4F8F-AA8B-B9C99C41E5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612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F4AD9-2EA3-6314-9D18-8A0249B05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A8EC1B-53C4-5DF6-2CAA-105E35B047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350E5A-BDDF-3B68-4366-D91F2DDFE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D57C4E-1616-8F8E-2F8C-56C72FFF7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BF04F-8C0A-44E0-9C83-9E0D11C71917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4CA110-B561-A02F-5EE8-8F53C6523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1ABBAB-C5FF-99C2-03E1-36B41A02C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DA89-E051-4F8F-AA8B-B9C99C41E5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529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0333B7-DA2E-1C84-C70A-3C991FBDC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1E96CF-420D-CF6A-5345-4D8915DE4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A344FB-E929-ED71-6306-5E453D1BC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16E0B3-25B2-C3D7-C357-4624483230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652C95-AA59-6812-D9A9-A64F7E97B0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63E50E2-19DD-C03C-5DC1-F6DAF3CAD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14B44-EF62-4B63-98EE-F9CAFF6D6A65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4DE4CB-3FA1-55FE-6D5D-0534C5222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641A4FA-FC3F-CFEC-6589-2DD08742E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DA89-E051-4F8F-AA8B-B9C99C41E5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414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EA5AAE-DC5C-36AF-A232-B04EBCAC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C673E48-62C4-BE6F-A8D2-FC9CF068A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3DF67-0E6D-4739-8C25-398E868B06CB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9E54AE7-C430-033C-71C0-2C251709B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C5CCBCB-F61D-0FB0-C0AE-F08A1C849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DA89-E051-4F8F-AA8B-B9C99C41E5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062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510239C-B1AA-7A46-6857-935EAC06F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F1BAB-015E-4A16-8A29-B238655C50C1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6D5141-C727-D58B-DFDC-94D32DFDB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8356B0-D477-E692-6922-695A39074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DA89-E051-4F8F-AA8B-B9C99C41E5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553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511282-2312-329D-A425-1AD57C38D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6215B1-1D6D-B23D-1A94-5396492CE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108D16-1748-0804-6E04-EACCAC0F8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3ABDA1-A94D-CCBB-DACB-4CB83BE41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2C55-8D14-4C8D-BFB9-08FBB6EBF7B8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D00CBE-9758-946D-D6D7-D39E38B81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62EC8A-061D-993F-AB1F-220CE0A8D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DA89-E051-4F8F-AA8B-B9C99C41E5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869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48B1ED-749F-D5C7-774F-544753C0F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21160CA-66A7-CAE4-1BD7-8E6F91273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9DEB74-B4D3-3285-4865-440993E93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393DF7-B20B-A48D-B08E-16F0CABD2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04880-3625-43F3-88AB-AC338F5988C3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A30400-9668-52CA-286E-B9C388C79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2B5EAA-5C3E-6E7E-06EE-9A4098B96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DA89-E051-4F8F-AA8B-B9C99C41E5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520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80572-8B52-AA66-4308-1DC7A7310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C697A3-14FE-488D-DC9D-F17FF3557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920FB2-DDDE-0ED4-7424-8185C1F00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19E9-FD0D-42EA-ABB7-BCE7AA23C90E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57FD0B-340C-6ABD-665F-FA94252CC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BBD767-252A-CD59-E240-971ABFA3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DA89-E051-4F8F-AA8B-B9C99C41E5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959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8F58C68-7348-C217-2AB8-408053AF2E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263910-8361-223E-79B7-093060BBF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7B7953-2752-D9AE-4191-F3947F0E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809CD-8041-4B3F-9822-F9ED92BD49E0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A7CD3A-2A95-3A54-BA5D-22C61CF86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95C35-3DA1-554C-AAD1-A5CD2E94A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DA89-E051-4F8F-AA8B-B9C99C41E5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36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085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146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4645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237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568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8424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9397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3453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3685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7278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3359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0124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1211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7336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231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0250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8393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1435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8556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0339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626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7040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7303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099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0847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5217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9875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8994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4172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6487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38878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0375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1108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9766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334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81469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60088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893741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0519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5895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16996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2784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29246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27633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51497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031285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40243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07862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108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36390D5-159E-6135-4D45-A9CF22364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1C270A-4CBC-27C9-875A-277F2C9BF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34319"/>
            <a:ext cx="10515600" cy="5042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0FF68A-1C1E-5A34-8747-34C4F70E4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6AC204-CAFE-454F-AB9F-31A2ED147899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FE42C4-FC4F-90E8-6776-5E907958AE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3AB4F6-81A7-E3FE-9146-A6BDFA90F2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C2DA89-E051-4F8F-AA8B-B9C99C41E5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78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youtu.be/kcq4ypY4AKM?si=q8vb5P6XWTZ6hvBX&amp;t=12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f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f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lethal-company.fandom.com/wiki/Bunker_Spider" TargetMode="External"/><Relationship Id="rId1" Type="http://schemas.openxmlformats.org/officeDocument/2006/relationships/slideLayout" Target="../slideLayouts/slideLayout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8.png"/><Relationship Id="rId5" Type="http://schemas.microsoft.com/office/2017/06/relationships/model3d" Target="../media/model3d2.glb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8.png"/><Relationship Id="rId18" Type="http://schemas.openxmlformats.org/officeDocument/2006/relationships/customXml" Target="../ink/ink7.xml"/><Relationship Id="rId3" Type="http://schemas.microsoft.com/office/2017/06/relationships/model3d" Target="../media/model3d3.glb"/><Relationship Id="rId7" Type="http://schemas.openxmlformats.org/officeDocument/2006/relationships/customXml" Target="../ink/ink2.xml"/><Relationship Id="rId12" Type="http://schemas.openxmlformats.org/officeDocument/2006/relationships/image" Target="../media/image27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6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4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image" Target="../media/image29.png"/><Relationship Id="rId10" Type="http://schemas.openxmlformats.org/officeDocument/2006/relationships/image" Target="../media/image26.png"/><Relationship Id="rId19" Type="http://schemas.openxmlformats.org/officeDocument/2006/relationships/image" Target="../media/image31.png"/><Relationship Id="rId4" Type="http://schemas.openxmlformats.org/officeDocument/2006/relationships/image" Target="../media/image23.png"/><Relationship Id="rId9" Type="http://schemas.openxmlformats.org/officeDocument/2006/relationships/customXml" Target="../ink/ink3.xml"/><Relationship Id="rId14" Type="http://schemas.openxmlformats.org/officeDocument/2006/relationships/customXml" Target="../ink/ink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6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3" Type="http://schemas.openxmlformats.org/officeDocument/2006/relationships/image" Target="../media/image39.png"/><Relationship Id="rId18" Type="http://schemas.openxmlformats.org/officeDocument/2006/relationships/customXml" Target="../ink/ink16.xml"/><Relationship Id="rId3" Type="http://schemas.openxmlformats.org/officeDocument/2006/relationships/image" Target="../media/image34.png"/><Relationship Id="rId21" Type="http://schemas.openxmlformats.org/officeDocument/2006/relationships/image" Target="../media/image43.png"/><Relationship Id="rId7" Type="http://schemas.openxmlformats.org/officeDocument/2006/relationships/image" Target="../media/image36.png"/><Relationship Id="rId12" Type="http://schemas.openxmlformats.org/officeDocument/2006/relationships/customXml" Target="../ink/ink13.xml"/><Relationship Id="rId17" Type="http://schemas.openxmlformats.org/officeDocument/2006/relationships/image" Target="../media/image41.png"/><Relationship Id="rId2" Type="http://schemas.openxmlformats.org/officeDocument/2006/relationships/customXml" Target="../ink/ink8.xml"/><Relationship Id="rId16" Type="http://schemas.openxmlformats.org/officeDocument/2006/relationships/customXml" Target="../ink/ink15.xml"/><Relationship Id="rId20" Type="http://schemas.openxmlformats.org/officeDocument/2006/relationships/customXml" Target="../ink/ink17.xml"/><Relationship Id="rId1" Type="http://schemas.openxmlformats.org/officeDocument/2006/relationships/slideLayout" Target="../slideLayouts/slideLayout47.xml"/><Relationship Id="rId6" Type="http://schemas.openxmlformats.org/officeDocument/2006/relationships/customXml" Target="../ink/ink10.xml"/><Relationship Id="rId11" Type="http://schemas.openxmlformats.org/officeDocument/2006/relationships/image" Target="../media/image38.png"/><Relationship Id="rId5" Type="http://schemas.openxmlformats.org/officeDocument/2006/relationships/image" Target="../media/image35.png"/><Relationship Id="rId15" Type="http://schemas.openxmlformats.org/officeDocument/2006/relationships/image" Target="../media/image40.png"/><Relationship Id="rId23" Type="http://schemas.openxmlformats.org/officeDocument/2006/relationships/image" Target="../media/image44.png"/><Relationship Id="rId10" Type="http://schemas.openxmlformats.org/officeDocument/2006/relationships/customXml" Target="../ink/ink12.xml"/><Relationship Id="rId19" Type="http://schemas.openxmlformats.org/officeDocument/2006/relationships/image" Target="../media/image42.png"/><Relationship Id="rId4" Type="http://schemas.openxmlformats.org/officeDocument/2006/relationships/customXml" Target="../ink/ink9.xml"/><Relationship Id="rId9" Type="http://schemas.openxmlformats.org/officeDocument/2006/relationships/image" Target="../media/image37.png"/><Relationship Id="rId14" Type="http://schemas.openxmlformats.org/officeDocument/2006/relationships/customXml" Target="../ink/ink14.xml"/><Relationship Id="rId22" Type="http://schemas.openxmlformats.org/officeDocument/2006/relationships/customXml" Target="../ink/ink1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8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.xml"/><Relationship Id="rId13" Type="http://schemas.openxmlformats.org/officeDocument/2006/relationships/customXml" Target="../ink/ink25.xml"/><Relationship Id="rId18" Type="http://schemas.openxmlformats.org/officeDocument/2006/relationships/customXml" Target="../ink/ink28.xml"/><Relationship Id="rId3" Type="http://schemas.openxmlformats.org/officeDocument/2006/relationships/customXml" Target="../ink/ink19.xml"/><Relationship Id="rId21" Type="http://schemas.openxmlformats.org/officeDocument/2006/relationships/image" Target="../media/image53.png"/><Relationship Id="rId7" Type="http://schemas.openxmlformats.org/officeDocument/2006/relationships/customXml" Target="../ink/ink21.xml"/><Relationship Id="rId12" Type="http://schemas.openxmlformats.org/officeDocument/2006/relationships/customXml" Target="../ink/ink24.xml"/><Relationship Id="rId17" Type="http://schemas.openxmlformats.org/officeDocument/2006/relationships/image" Target="../media/image52.png"/><Relationship Id="rId2" Type="http://schemas.openxmlformats.org/officeDocument/2006/relationships/image" Target="../media/image46.png"/><Relationship Id="rId16" Type="http://schemas.openxmlformats.org/officeDocument/2006/relationships/customXml" Target="../ink/ink27.xml"/><Relationship Id="rId20" Type="http://schemas.openxmlformats.org/officeDocument/2006/relationships/customXml" Target="../ink/ink30.xml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48.png"/><Relationship Id="rId11" Type="http://schemas.openxmlformats.org/officeDocument/2006/relationships/image" Target="../media/image50.png"/><Relationship Id="rId5" Type="http://schemas.openxmlformats.org/officeDocument/2006/relationships/customXml" Target="../ink/ink20.xml"/><Relationship Id="rId15" Type="http://schemas.openxmlformats.org/officeDocument/2006/relationships/image" Target="../media/image51.png"/><Relationship Id="rId10" Type="http://schemas.openxmlformats.org/officeDocument/2006/relationships/customXml" Target="../ink/ink23.xml"/><Relationship Id="rId19" Type="http://schemas.openxmlformats.org/officeDocument/2006/relationships/customXml" Target="../ink/ink29.xml"/><Relationship Id="rId4" Type="http://schemas.openxmlformats.org/officeDocument/2006/relationships/image" Target="../media/image47.png"/><Relationship Id="rId9" Type="http://schemas.openxmlformats.org/officeDocument/2006/relationships/image" Target="../media/image49.png"/><Relationship Id="rId14" Type="http://schemas.openxmlformats.org/officeDocument/2006/relationships/customXml" Target="../ink/ink2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0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5.png"/><Relationship Id="rId5" Type="http://schemas.openxmlformats.org/officeDocument/2006/relationships/image" Target="../media/image61.png"/><Relationship Id="rId4" Type="http://schemas.openxmlformats.org/officeDocument/2006/relationships/image" Target="../media/image64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42BD49-EE3D-5C37-4CEC-6F6D9AE6D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6384" y="1993392"/>
            <a:ext cx="10561320" cy="914400"/>
          </a:xfrm>
        </p:spPr>
        <p:txBody>
          <a:bodyPr wrap="square" lIns="0" tIns="0" rIns="0" bIns="0" anchor="ctr"/>
          <a:lstStyle/>
          <a:p>
            <a:pPr algn="l"/>
            <a:r>
              <a:rPr lang="en-US" altLang="ko-KR" sz="4400" b="1" err="1">
                <a:solidFill>
                  <a:srgbClr val="FFFFFF"/>
                </a:solidFill>
                <a:latin typeface="맑은 고딕"/>
              </a:rPr>
              <a:t>SpaceRobber</a:t>
            </a:r>
            <a:r>
              <a:rPr lang="en-US" altLang="ko-KR" sz="4400" b="1">
                <a:solidFill>
                  <a:srgbClr val="FFFFFF"/>
                </a:solidFill>
                <a:latin typeface="맑은 고딕"/>
              </a:rPr>
              <a:t> </a:t>
            </a:r>
            <a:r>
              <a:rPr lang="ko-KR" altLang="en-US" sz="4400" b="1">
                <a:solidFill>
                  <a:srgbClr val="FFFFFF"/>
                </a:solidFill>
                <a:latin typeface="맑은 고딕"/>
              </a:rPr>
              <a:t>기획서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84A5D5-9209-C541-5621-EDBE37828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127248"/>
            <a:ext cx="7315200" cy="411480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1600" b="0">
                <a:solidFill>
                  <a:srgbClr val="C8CBD1"/>
                </a:solidFill>
                <a:latin typeface="맑은 고딕"/>
              </a:rPr>
              <a:t>윤이하나</a:t>
            </a:r>
          </a:p>
        </p:txBody>
      </p:sp>
      <p:sp>
        <p:nvSpPr>
          <p:cNvPr id="4" name="Unified Cover Kicker"/>
          <p:cNvSpPr txBox="1"/>
          <p:nvPr/>
        </p:nvSpPr>
        <p:spPr>
          <a:xfrm>
            <a:off x="804672" y="14447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00" b="1" dirty="0">
                <a:solidFill>
                  <a:srgbClr val="E33B4E"/>
                </a:solidFill>
                <a:latin typeface="맑은 고딕"/>
              </a:rPr>
              <a:t>GAME DESIGN DOCUMENT</a:t>
            </a:r>
            <a:endParaRPr sz="1100" b="1" dirty="0">
              <a:solidFill>
                <a:srgbClr val="E33B4E"/>
              </a:solidFill>
              <a:latin typeface="맑은 고딕"/>
            </a:endParaRPr>
          </a:p>
        </p:txBody>
      </p:sp>
      <p:sp>
        <p:nvSpPr>
          <p:cNvPr id="5" name="Unified Cover Accent"/>
          <p:cNvSpPr/>
          <p:nvPr/>
        </p:nvSpPr>
        <p:spPr>
          <a:xfrm>
            <a:off x="804672" y="2907792"/>
            <a:ext cx="1143000" cy="50800"/>
          </a:xfrm>
          <a:prstGeom prst="rect">
            <a:avLst/>
          </a:prstGeom>
          <a:solidFill>
            <a:srgbClr val="E33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Unified Cover Footer"/>
          <p:cNvSpPr txBox="1"/>
          <p:nvPr/>
        </p:nvSpPr>
        <p:spPr>
          <a:xfrm>
            <a:off x="804672" y="614476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77C85"/>
                </a:solidFill>
                <a:latin typeface="맑은 고딕"/>
              </a:rPr>
              <a:t>SPACE ROBBER  /  v1.0</a:t>
            </a:r>
          </a:p>
        </p:txBody>
      </p:sp>
    </p:spTree>
    <p:extLst>
      <p:ext uri="{BB962C8B-B14F-4D97-AF65-F5344CB8AC3E}">
        <p14:creationId xmlns:p14="http://schemas.microsoft.com/office/powerpoint/2010/main" val="3967405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7CC167-21B8-54F1-987F-C99E28C8C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en-US" altLang="ko-KR" sz="2400" b="1">
                <a:solidFill>
                  <a:srgbClr val="16181D"/>
                </a:solidFill>
                <a:latin typeface="맑은 고딕"/>
              </a:rPr>
              <a:t>&lt;SPACE ROBBER&gt; </a:t>
            </a:r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정보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5D852-DDD1-13EA-17E3-C94EA1D15C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6676" y="1509363"/>
            <a:ext cx="5181600" cy="4351338"/>
          </a:xfrm>
        </p:spPr>
        <p:txBody>
          <a:bodyPr>
            <a:normAutofit/>
          </a:bodyPr>
          <a:lstStyle/>
          <a:p>
            <a:r>
              <a:rPr lang="ko-KR" altLang="en-US" dirty="0"/>
              <a:t>장르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: </a:t>
            </a:r>
            <a:r>
              <a:rPr lang="ko-KR" altLang="en-US" dirty="0"/>
              <a:t>자원 수집</a:t>
            </a:r>
            <a:r>
              <a:rPr lang="en-US" altLang="ko-KR" dirty="0"/>
              <a:t>, </a:t>
            </a:r>
            <a:r>
              <a:rPr lang="ko-KR" altLang="en-US" dirty="0"/>
              <a:t>생존</a:t>
            </a:r>
            <a:r>
              <a:rPr lang="en-US" altLang="ko-KR" dirty="0"/>
              <a:t>, </a:t>
            </a:r>
            <a:r>
              <a:rPr lang="ko-KR" altLang="en-US" dirty="0"/>
              <a:t>협동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시점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: </a:t>
            </a:r>
            <a:r>
              <a:rPr lang="en-US" altLang="ko-KR" b="1" dirty="0"/>
              <a:t>1</a:t>
            </a:r>
            <a:r>
              <a:rPr lang="ko-KR" altLang="en-US" b="1" dirty="0"/>
              <a:t>인칭</a:t>
            </a:r>
            <a:endParaRPr lang="en-US" altLang="ko-KR" b="1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조작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: </a:t>
            </a:r>
            <a:r>
              <a:rPr lang="ko-KR" altLang="en-US" b="1" dirty="0"/>
              <a:t>키보드</a:t>
            </a:r>
            <a:r>
              <a:rPr lang="en-US" altLang="ko-KR" b="1" dirty="0"/>
              <a:t>, </a:t>
            </a:r>
            <a:r>
              <a:rPr lang="ko-KR" altLang="en-US" b="1" dirty="0"/>
              <a:t>마우스</a:t>
            </a:r>
            <a:r>
              <a:rPr lang="en-US" altLang="ko-KR" b="1" dirty="0"/>
              <a:t>, </a:t>
            </a:r>
            <a:r>
              <a:rPr lang="ko-KR" altLang="en-US" b="1" dirty="0" err="1"/>
              <a:t>웹캠</a:t>
            </a:r>
            <a:endParaRPr lang="en-US" altLang="ko-KR" b="1" dirty="0"/>
          </a:p>
          <a:p>
            <a:endParaRPr lang="en-US" altLang="ko-KR" dirty="0"/>
          </a:p>
          <a:p>
            <a:r>
              <a:rPr lang="ko-KR" altLang="en-US" dirty="0"/>
              <a:t>플레이 타임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: </a:t>
            </a:r>
            <a:r>
              <a:rPr lang="ko-KR" altLang="en-US" dirty="0"/>
              <a:t>한 판당 약 </a:t>
            </a:r>
            <a:r>
              <a:rPr lang="en-US" altLang="ko-KR" dirty="0"/>
              <a:t>10</a:t>
            </a:r>
            <a:r>
              <a:rPr lang="ko-KR" altLang="en-US" dirty="0"/>
              <a:t>분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543CB4-E206-FFC9-05F1-06F0FF8A3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676" y="1509363"/>
            <a:ext cx="5181600" cy="4351338"/>
          </a:xfrm>
        </p:spPr>
        <p:txBody>
          <a:bodyPr>
            <a:normAutofit/>
          </a:bodyPr>
          <a:lstStyle/>
          <a:p>
            <a:r>
              <a:rPr lang="ko-KR" altLang="en-US" dirty="0"/>
              <a:t>개발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: </a:t>
            </a:r>
            <a:r>
              <a:rPr lang="ko-KR" altLang="en-US" dirty="0" err="1"/>
              <a:t>언리얼</a:t>
            </a:r>
            <a:r>
              <a:rPr lang="ko-KR" altLang="en-US" dirty="0"/>
              <a:t> 엔진 </a:t>
            </a:r>
            <a:r>
              <a:rPr lang="en-US" altLang="ko-KR" dirty="0"/>
              <a:t>5</a:t>
            </a:r>
          </a:p>
          <a:p>
            <a:endParaRPr lang="en-US" altLang="ko-KR" dirty="0"/>
          </a:p>
          <a:p>
            <a:r>
              <a:rPr lang="ko-KR" altLang="en-US" dirty="0"/>
              <a:t>플랫폼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: PC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유사 게임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: Lethal Company</a:t>
            </a:r>
          </a:p>
        </p:txBody>
      </p:sp>
      <p:sp>
        <p:nvSpPr>
          <p:cNvPr id="5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SPACE ROBBER</a:t>
            </a:r>
          </a:p>
        </p:txBody>
      </p:sp>
      <p:sp>
        <p:nvSpPr>
          <p:cNvPr id="6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99054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177EC-4EC7-5239-E313-532985D89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컨트롤</a:t>
            </a:r>
            <a:r>
              <a:rPr lang="en-US" altLang="ko-KR" sz="2400" b="1">
                <a:solidFill>
                  <a:srgbClr val="16181D"/>
                </a:solidFill>
                <a:latin typeface="맑은 고딕"/>
              </a:rPr>
              <a:t>_</a:t>
            </a:r>
            <a:r>
              <a:rPr lang="ko-KR" altLang="en-US" sz="2400" b="1" err="1">
                <a:solidFill>
                  <a:srgbClr val="16181D"/>
                </a:solidFill>
                <a:latin typeface="맑은 고딕"/>
              </a:rPr>
              <a:t>인게임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E99D70-62E6-6018-F1E4-69A78D564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" y="991870"/>
            <a:ext cx="9717186" cy="4109901"/>
          </a:xfrm>
        </p:spPr>
        <p:txBody>
          <a:bodyPr/>
          <a:lstStyle/>
          <a:p>
            <a:r>
              <a:rPr lang="ko-KR" altLang="en-US" dirty="0"/>
              <a:t>키보드</a:t>
            </a:r>
            <a:r>
              <a:rPr lang="en-US" altLang="ko-KR" dirty="0"/>
              <a:t>, </a:t>
            </a:r>
            <a:r>
              <a:rPr lang="ko-KR" altLang="en-US" dirty="0"/>
              <a:t>마우스 사용</a:t>
            </a:r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0CC7068-6DE4-39B6-F8FA-DA2A5DA07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401442"/>
              </p:ext>
            </p:extLst>
          </p:nvPr>
        </p:nvGraphicFramePr>
        <p:xfrm>
          <a:off x="3060701" y="991871"/>
          <a:ext cx="8036560" cy="566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2809">
                  <a:extLst>
                    <a:ext uri="{9D8B030D-6E8A-4147-A177-3AD203B41FA5}">
                      <a16:colId xmlns:a16="http://schemas.microsoft.com/office/drawing/2014/main" val="2213432409"/>
                    </a:ext>
                  </a:extLst>
                </a:gridCol>
                <a:gridCol w="5723751">
                  <a:extLst>
                    <a:ext uri="{9D8B030D-6E8A-4147-A177-3AD203B41FA5}">
                      <a16:colId xmlns:a16="http://schemas.microsoft.com/office/drawing/2014/main" val="3629389943"/>
                    </a:ext>
                  </a:extLst>
                </a:gridCol>
              </a:tblGrid>
              <a:tr h="286669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405748"/>
                  </a:ext>
                </a:extLst>
              </a:tr>
              <a:tr h="470084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W, A, S, D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W: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앞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A: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왼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S: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D: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우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걷기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(Walk)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81121"/>
                  </a:ext>
                </a:extLst>
              </a:tr>
              <a:tr h="470084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Shift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W, A, S, D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방향으로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달리기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(Run)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039341"/>
                  </a:ext>
                </a:extLst>
              </a:tr>
              <a:tr h="28205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Space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점프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(Jump)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942450"/>
                  </a:ext>
                </a:extLst>
              </a:tr>
              <a:tr h="282050"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Ctrl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웅크리기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</a:rPr>
                        <a:t>DuckDown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토글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99296"/>
                  </a:ext>
                </a:extLst>
              </a:tr>
              <a:tr h="4700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W, A, S, D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방향으로 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웅크린 채 걷기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</a:rPr>
                        <a:t>DuckDownWalk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149395"/>
                  </a:ext>
                </a:extLst>
              </a:tr>
              <a:tr h="286669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인벤토리 열기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닫기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95337"/>
                  </a:ext>
                </a:extLst>
              </a:tr>
              <a:tr h="286669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FontTx/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인벤토리 열린 상태에서 옆으로 한 칸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637918"/>
                  </a:ext>
                </a:extLst>
              </a:tr>
              <a:tr h="470084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퀵슬롯에서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들고 있는 도구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/</a:t>
                      </a:r>
                    </a:p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인벤토리에서 선택된 자원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버리기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014760"/>
                  </a:ext>
                </a:extLst>
              </a:tr>
              <a:tr h="470084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 latinLnBrk="0">
                        <a:buFontTx/>
                        <a:buChar char="-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아이템 줍기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ctr" latinLnBrk="0">
                        <a:buFontTx/>
                        <a:buChar char="-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상호작용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990798"/>
                  </a:ext>
                </a:extLst>
              </a:tr>
              <a:tr h="286669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마이크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온오프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토글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446778"/>
                  </a:ext>
                </a:extLst>
              </a:tr>
              <a:tr h="286669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 err="1">
                          <a:solidFill>
                            <a:schemeClr val="tx1"/>
                          </a:solidFill>
                        </a:rPr>
                        <a:t>mouseLeft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손에 든 도구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047699"/>
                  </a:ext>
                </a:extLst>
              </a:tr>
              <a:tr h="41137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 err="1">
                          <a:solidFill>
                            <a:schemeClr val="tx1"/>
                          </a:solidFill>
                        </a:rPr>
                        <a:t>mouseRight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(Scan)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반경 내 아이템 유무 확인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반경 내 몬스터 정보 확인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33097"/>
                  </a:ext>
                </a:extLst>
              </a:tr>
              <a:tr h="286669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 err="1">
                          <a:solidFill>
                            <a:schemeClr val="tx1"/>
                          </a:solidFill>
                        </a:rPr>
                        <a:t>mouseWheelUp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퀵슬롯에서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한 칸 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아래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(Up/Down)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의 슬롯이 선택됨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해당 슬롯의 도구 들기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421477"/>
                  </a:ext>
                </a:extLst>
              </a:tr>
              <a:tr h="286669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 err="1">
                          <a:solidFill>
                            <a:schemeClr val="tx1"/>
                          </a:solidFill>
                        </a:rPr>
                        <a:t>mouseWheelDown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166778"/>
                  </a:ext>
                </a:extLst>
              </a:tr>
              <a:tr h="286669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마우스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플레이어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인칭 카메라 각도 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909821"/>
                  </a:ext>
                </a:extLst>
              </a:tr>
            </a:tbl>
          </a:graphicData>
        </a:graphic>
      </p:graphicFrame>
      <p:sp>
        <p:nvSpPr>
          <p:cNvPr id="6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SPACE ROBBER</a:t>
            </a:r>
          </a:p>
        </p:txBody>
      </p:sp>
      <p:sp>
        <p:nvSpPr>
          <p:cNvPr id="7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71302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794D91-99D6-93E2-A242-BE5300833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플레이어 </a:t>
            </a:r>
            <a:r>
              <a:rPr lang="en-US" altLang="ko-KR" sz="2400" b="1">
                <a:solidFill>
                  <a:srgbClr val="16181D"/>
                </a:solidFill>
                <a:latin typeface="맑은 고딕"/>
              </a:rPr>
              <a:t>Stat</a:t>
            </a:r>
            <a:endParaRPr lang="ko-KR" altLang="en-US"/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8329E176-5496-A6BF-C16B-44C464EB90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669557"/>
              </p:ext>
            </p:extLst>
          </p:nvPr>
        </p:nvGraphicFramePr>
        <p:xfrm>
          <a:off x="2454600" y="1115568"/>
          <a:ext cx="7397770" cy="5222240"/>
        </p:xfrm>
        <a:graphic>
          <a:graphicData uri="http://schemas.openxmlformats.org/drawingml/2006/table">
            <a:tbl>
              <a:tblPr firstRow="1" firstCol="1" bandRow="1"/>
              <a:tblGrid>
                <a:gridCol w="2046288">
                  <a:extLst>
                    <a:ext uri="{9D8B030D-6E8A-4147-A177-3AD203B41FA5}">
                      <a16:colId xmlns:a16="http://schemas.microsoft.com/office/drawing/2014/main" val="795930243"/>
                    </a:ext>
                  </a:extLst>
                </a:gridCol>
                <a:gridCol w="779463">
                  <a:extLst>
                    <a:ext uri="{9D8B030D-6E8A-4147-A177-3AD203B41FA5}">
                      <a16:colId xmlns:a16="http://schemas.microsoft.com/office/drawing/2014/main" val="2326992141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821597474"/>
                    </a:ext>
                  </a:extLst>
                </a:gridCol>
                <a:gridCol w="3870344">
                  <a:extLst>
                    <a:ext uri="{9D8B030D-6E8A-4147-A177-3AD203B41FA5}">
                      <a16:colId xmlns:a16="http://schemas.microsoft.com/office/drawing/2014/main" val="34644525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이름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type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값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설명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040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1595" marR="61595"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플레이어</a:t>
                      </a:r>
                      <a:r>
                        <a:rPr lang="en-US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ID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int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06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1595" marR="61595"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닉네임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string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TEST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348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1595" marR="61595" algn="l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HP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100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604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1595" marR="61595"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스태미나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100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457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1595" marR="61595"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초당 스태미나 회복량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Idle, Walk, Crouched state</a:t>
                      </a:r>
                      <a:r>
                        <a:rPr lang="ko-KR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일 때 회복함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615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1595" marR="61595"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걷기 속도</a:t>
                      </a: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(m/s)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876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1595" marR="61595"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숙이기 속도</a:t>
                      </a: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(m/s)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359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1595" marR="61595"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달리기 속도</a:t>
                      </a: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(m/s)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6.5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초당 스태미나</a:t>
                      </a: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5 </a:t>
                      </a: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소모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293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1595" marR="61595"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점프 속도</a:t>
                      </a: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(m/s)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3.5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횟수 당 스태미나</a:t>
                      </a: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3 </a:t>
                      </a: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소모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229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1595" marR="61595"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플레이어 체중</a:t>
                      </a:r>
                      <a:r>
                        <a:rPr lang="en-US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(kg)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70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고정된 값</a:t>
                      </a: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792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1595" marR="61595"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최대 무게</a:t>
                      </a: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(kg)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고정된 값</a:t>
                      </a: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최대무게 이상으로 들 수 있음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798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1595" marR="61595"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현재 무게</a:t>
                      </a: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(kg)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46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1595" marR="61595" algn="l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Fear </a:t>
                      </a: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강도 기준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0.4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고정된 값</a:t>
                      </a: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712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1595" marR="61595" algn="l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Fear </a:t>
                      </a: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유지 시간</a:t>
                      </a: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(s)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Fear</a:t>
                      </a: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가 기준 강도 이상일 때만 측정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966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1595" marR="61595" algn="l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Fear </a:t>
                      </a: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현재 강도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690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1595" marR="61595" algn="l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Surprise </a:t>
                      </a:r>
                      <a:r>
                        <a:rPr lang="ko-KR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강도 기준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0.4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고정된 값</a:t>
                      </a: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207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1595" marR="61595" algn="l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Surprise </a:t>
                      </a: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유지 시간</a:t>
                      </a: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(s)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Surprise</a:t>
                      </a: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가 기준 강도 이상일 때만 측정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583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1595" marR="61595" algn="l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Surprise </a:t>
                      </a: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현재 강도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829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1595" marR="61595" algn="l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Sad </a:t>
                      </a: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강도 기준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0.4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고정된 값</a:t>
                      </a: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588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1595" marR="61595" algn="l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Sad </a:t>
                      </a: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유지 시간</a:t>
                      </a: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(s)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Sad</a:t>
                      </a: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가 기준 강도 이상일 때만 측정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781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1595" marR="61595" algn="l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Sad </a:t>
                      </a: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현재 강도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565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1595" marR="61595"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맵에</a:t>
                      </a:r>
                      <a:r>
                        <a:rPr lang="ko-KR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머문 시간</a:t>
                      </a:r>
                      <a:r>
                        <a:rPr lang="en-US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(s)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61595" algn="ctr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맵에</a:t>
                      </a:r>
                      <a:r>
                        <a:rPr lang="ko-KR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플레이어가 머문 시간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848154"/>
                  </a:ext>
                </a:extLst>
              </a:tr>
            </a:tbl>
          </a:graphicData>
        </a:graphic>
      </p:graphicFrame>
      <p:sp>
        <p:nvSpPr>
          <p:cNvPr id="7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SPACE ROBBER</a:t>
            </a:r>
          </a:p>
        </p:txBody>
      </p:sp>
      <p:sp>
        <p:nvSpPr>
          <p:cNvPr id="8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61436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D3A1D-5B69-8A2F-2D64-FA24E6329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플레이어 </a:t>
            </a:r>
            <a:r>
              <a:rPr lang="en-US" altLang="ko-KR" sz="2400" b="1">
                <a:solidFill>
                  <a:srgbClr val="16181D"/>
                </a:solidFill>
                <a:latin typeface="맑은 고딕"/>
              </a:rPr>
              <a:t>State</a:t>
            </a:r>
            <a:endParaRPr lang="ko-KR" altLang="en-US"/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014DC15F-2B86-EAFB-F364-831D0FE754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887874"/>
              </p:ext>
            </p:extLst>
          </p:nvPr>
        </p:nvGraphicFramePr>
        <p:xfrm>
          <a:off x="3217291" y="1419352"/>
          <a:ext cx="5754370" cy="4531360"/>
        </p:xfrm>
        <a:graphic>
          <a:graphicData uri="http://schemas.openxmlformats.org/drawingml/2006/table">
            <a:tbl>
              <a:tblPr firstRow="1" bandRow="1"/>
              <a:tblGrid>
                <a:gridCol w="1525270">
                  <a:extLst>
                    <a:ext uri="{9D8B030D-6E8A-4147-A177-3AD203B41FA5}">
                      <a16:colId xmlns:a16="http://schemas.microsoft.com/office/drawing/2014/main" val="183399853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3475617956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2040957110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ko-KR" sz="1400" b="1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상태</a:t>
                      </a: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(state)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EA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ko-KR" sz="1400" b="1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상태</a:t>
                      </a: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_</a:t>
                      </a:r>
                      <a:r>
                        <a:rPr lang="ko-KR" sz="1400" b="1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한글명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EA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ko-KR" sz="1400" b="1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설명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E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7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Idle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대기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385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Walk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걷기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664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Run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달리기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초당 스태미나 </a:t>
                      </a: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 </a:t>
                      </a:r>
                      <a:r>
                        <a:rPr lang="ko-KR" sz="14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소모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395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Jump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점프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횟수 당 스태미나 </a:t>
                      </a: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ko-KR" sz="14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소모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93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Crouched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웅크리기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871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CrouchedWalk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웅크린 채 걷기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611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Hit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피격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480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Dead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사망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044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Attack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공격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692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Interaction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상호작용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8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PickUp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아이템 줍기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941204"/>
                  </a:ext>
                </a:extLst>
              </a:tr>
            </a:tbl>
          </a:graphicData>
        </a:graphic>
      </p:graphicFrame>
      <p:sp>
        <p:nvSpPr>
          <p:cNvPr id="7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SPACE ROBBER</a:t>
            </a:r>
          </a:p>
        </p:txBody>
      </p:sp>
      <p:sp>
        <p:nvSpPr>
          <p:cNvPr id="8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65235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494D30-FFBD-1300-4C83-9368100CB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플레이어 스캔</a:t>
            </a:r>
            <a:r>
              <a:rPr lang="en-US" altLang="ko-KR" sz="2400" b="1">
                <a:solidFill>
                  <a:srgbClr val="16181D"/>
                </a:solidFill>
                <a:latin typeface="맑은 고딕"/>
              </a:rPr>
              <a:t>(Scan) - </a:t>
            </a:r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84D1D7-8855-DC5C-56E3-E8F68825A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/>
          <a:lstStyle/>
          <a:p>
            <a:r>
              <a:rPr lang="ko-KR" altLang="en-US" dirty="0"/>
              <a:t>스캔 키</a:t>
            </a:r>
            <a:r>
              <a:rPr lang="en-US" altLang="ko-KR" dirty="0"/>
              <a:t>: </a:t>
            </a:r>
            <a:r>
              <a:rPr lang="ko-KR" altLang="en-US" dirty="0"/>
              <a:t>마우스 </a:t>
            </a:r>
            <a:r>
              <a:rPr lang="ko-KR" altLang="en-US" dirty="0" err="1"/>
              <a:t>우클릭</a:t>
            </a:r>
            <a:endParaRPr lang="en-US" altLang="ko-KR" dirty="0"/>
          </a:p>
          <a:p>
            <a:r>
              <a:rPr lang="ko-KR" altLang="en-US" dirty="0"/>
              <a:t>스캔 범위</a:t>
            </a:r>
            <a:r>
              <a:rPr lang="en-US" altLang="ko-KR" dirty="0"/>
              <a:t>: </a:t>
            </a:r>
            <a:r>
              <a:rPr lang="ko-KR" altLang="en-US" dirty="0"/>
              <a:t>플레이어가 바라보는 방향으로 부채꼴 모양 만큼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Idle, Walk, Run, Jump </a:t>
            </a:r>
            <a:r>
              <a:rPr lang="ko-KR" altLang="en-US" dirty="0"/>
              <a:t>상태일 때만 </a:t>
            </a:r>
            <a:r>
              <a:rPr lang="en-US" altLang="ko-KR" dirty="0"/>
              <a:t>Scan</a:t>
            </a:r>
            <a:r>
              <a:rPr lang="ko-KR" altLang="en-US" dirty="0"/>
              <a:t>이 가능하다</a:t>
            </a:r>
            <a:r>
              <a:rPr lang="en-US" altLang="ko-KR" dirty="0"/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C934C65-370E-869E-3C0E-B12D45736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5" y="1782305"/>
            <a:ext cx="4571361" cy="1545871"/>
          </a:xfrm>
          <a:prstGeom prst="rect">
            <a:avLst/>
          </a:prstGeom>
        </p:spPr>
      </p:pic>
      <p:sp>
        <p:nvSpPr>
          <p:cNvPr id="9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SPACE ROBBER</a:t>
            </a:r>
          </a:p>
        </p:txBody>
      </p:sp>
      <p:sp>
        <p:nvSpPr>
          <p:cNvPr id="10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9221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52C23A-B561-FCB6-01EE-ACDD806E9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8843F6-9F2E-B6DB-2460-92A86B4FD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플레이어 스캔</a:t>
            </a:r>
            <a:r>
              <a:rPr lang="en-US" altLang="ko-KR" sz="2400" b="1">
                <a:solidFill>
                  <a:srgbClr val="16181D"/>
                </a:solidFill>
                <a:latin typeface="맑은 고딕"/>
              </a:rPr>
              <a:t>- </a:t>
            </a:r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D510CE-7EB1-9525-7339-2DD522630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/>
          <a:lstStyle/>
          <a:p>
            <a:r>
              <a:rPr lang="ko-KR" altLang="ko-KR" dirty="0"/>
              <a:t>스캔효과 : 1 . 스캔</a:t>
            </a:r>
            <a:r>
              <a:rPr lang="en-US" altLang="ko-KR" dirty="0"/>
              <a:t> </a:t>
            </a:r>
            <a:r>
              <a:rPr lang="ko-KR" altLang="ko-KR" dirty="0"/>
              <a:t>범위</a:t>
            </a:r>
            <a:r>
              <a:rPr lang="en-US" altLang="ko-KR" dirty="0"/>
              <a:t> </a:t>
            </a:r>
            <a:r>
              <a:rPr lang="ko-KR" altLang="en-US" dirty="0"/>
              <a:t>내 </a:t>
            </a:r>
            <a:r>
              <a:rPr lang="ko-KR" altLang="ko-KR" dirty="0"/>
              <a:t>아이템</a:t>
            </a:r>
            <a:r>
              <a:rPr lang="en-US" altLang="ko-KR" dirty="0"/>
              <a:t> </a:t>
            </a:r>
            <a:r>
              <a:rPr lang="ko-KR" altLang="ko-KR" dirty="0"/>
              <a:t>정보</a:t>
            </a:r>
            <a:r>
              <a:rPr lang="en-US" altLang="ko-KR" dirty="0"/>
              <a:t> </a:t>
            </a:r>
            <a:r>
              <a:rPr lang="ko-KR" altLang="ko-KR" dirty="0"/>
              <a:t>표시</a:t>
            </a:r>
            <a:r>
              <a:rPr lang="en-US" altLang="ko-KR" dirty="0"/>
              <a:t>, </a:t>
            </a:r>
            <a:r>
              <a:rPr lang="ko-KR" altLang="ko-KR" dirty="0"/>
              <a:t>2 . </a:t>
            </a:r>
            <a:r>
              <a:rPr lang="ko-KR" altLang="en-US" dirty="0"/>
              <a:t>스캔</a:t>
            </a:r>
            <a:r>
              <a:rPr lang="en-US" altLang="ko-KR" dirty="0"/>
              <a:t> </a:t>
            </a:r>
            <a:r>
              <a:rPr lang="ko-KR" altLang="ko-KR" dirty="0"/>
              <a:t>범위</a:t>
            </a:r>
            <a:r>
              <a:rPr lang="en-US" altLang="ko-KR" dirty="0"/>
              <a:t> </a:t>
            </a:r>
            <a:r>
              <a:rPr lang="ko-KR" altLang="ko-KR" dirty="0" err="1"/>
              <a:t>밝아짐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스캔 범위 내에 아이템</a:t>
            </a:r>
            <a:r>
              <a:rPr lang="en-US" altLang="ko-KR" dirty="0"/>
              <a:t>(</a:t>
            </a:r>
            <a:r>
              <a:rPr lang="ko-KR" altLang="en-US" dirty="0"/>
              <a:t>도구</a:t>
            </a:r>
            <a:r>
              <a:rPr lang="en-US" altLang="ko-KR" dirty="0"/>
              <a:t>, </a:t>
            </a:r>
            <a:r>
              <a:rPr lang="ko-KR" altLang="en-US" dirty="0"/>
              <a:t>자원</a:t>
            </a:r>
            <a:r>
              <a:rPr lang="en-US" altLang="ko-KR" dirty="0"/>
              <a:t>)</a:t>
            </a:r>
            <a:r>
              <a:rPr lang="ko-KR" altLang="en-US" dirty="0"/>
              <a:t>이 있다면</a:t>
            </a:r>
            <a:r>
              <a:rPr lang="en-US" altLang="ko-KR" dirty="0"/>
              <a:t>, </a:t>
            </a:r>
            <a:r>
              <a:rPr lang="ko-KR" altLang="en-US" dirty="0"/>
              <a:t>해당 아이템의 정보를 출력한다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출력방식</a:t>
            </a:r>
            <a:r>
              <a:rPr lang="en-US" altLang="ko-KR" dirty="0"/>
              <a:t>: </a:t>
            </a:r>
            <a:r>
              <a:rPr lang="ko-KR" altLang="en-US" dirty="0"/>
              <a:t>자원 </a:t>
            </a:r>
            <a:r>
              <a:rPr lang="en-US" altLang="ko-KR" dirty="0"/>
              <a:t>– 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가격 </a:t>
            </a:r>
            <a:r>
              <a:rPr lang="en-US" altLang="ko-KR" dirty="0"/>
              <a:t>/ </a:t>
            </a:r>
            <a:r>
              <a:rPr lang="ko-KR" altLang="en-US" dirty="0"/>
              <a:t>장비 </a:t>
            </a:r>
            <a:r>
              <a:rPr lang="en-US" altLang="ko-KR" dirty="0"/>
              <a:t>– </a:t>
            </a:r>
            <a:r>
              <a:rPr lang="ko-KR" altLang="en-US" dirty="0"/>
              <a:t>이름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</a:t>
            </a:r>
            <a:r>
              <a:rPr lang="ko-KR" altLang="en-US" dirty="0"/>
              <a:t>플레이어와 아이템의 거리와는 무관하게</a:t>
            </a:r>
            <a:r>
              <a:rPr lang="en-US" altLang="ko-KR" dirty="0"/>
              <a:t>, </a:t>
            </a:r>
            <a:r>
              <a:rPr lang="ko-KR" altLang="en-US" dirty="0"/>
              <a:t>아이템이 스캔 범위 안에 있으면 정보가 출력되어야 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*</a:t>
            </a:r>
            <a:r>
              <a:rPr lang="ko-KR" altLang="en-US" dirty="0"/>
              <a:t>해당 아이템이 </a:t>
            </a:r>
            <a:r>
              <a:rPr lang="ko-KR" altLang="en-US" dirty="0" err="1"/>
              <a:t>스캔되고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초가 지나면 출력되었던 정보가 사라진다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스캔 범위가 밝아진다</a:t>
            </a:r>
            <a:r>
              <a:rPr lang="en-US" altLang="ko-KR" dirty="0"/>
              <a:t>. (</a:t>
            </a:r>
            <a:r>
              <a:rPr lang="ko-KR" altLang="en-US" dirty="0">
                <a:hlinkClick r:id="rId2"/>
              </a:rPr>
              <a:t>첨부영상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18B87F1-43E3-53A4-4297-72E7A5BB1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146" y="2455735"/>
            <a:ext cx="2825555" cy="1381727"/>
          </a:xfrm>
          <a:prstGeom prst="rect">
            <a:avLst/>
          </a:prstGeom>
        </p:spPr>
      </p:pic>
      <p:sp>
        <p:nvSpPr>
          <p:cNvPr id="7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SPACE ROBBER</a:t>
            </a:r>
          </a:p>
        </p:txBody>
      </p:sp>
      <p:sp>
        <p:nvSpPr>
          <p:cNvPr id="8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501100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446072-8366-39CF-56B4-C6C5B79A8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ko-KR" altLang="en-US" sz="2000" b="1">
                <a:solidFill>
                  <a:srgbClr val="16181D"/>
                </a:solidFill>
                <a:latin typeface="맑은 고딕"/>
              </a:rPr>
              <a:t>무게 시스템 </a:t>
            </a:r>
            <a:r>
              <a:rPr lang="en-US" altLang="ko-KR" sz="2000" b="1">
                <a:solidFill>
                  <a:srgbClr val="16181D"/>
                </a:solidFill>
                <a:latin typeface="맑은 고딕"/>
              </a:rPr>
              <a:t>– </a:t>
            </a:r>
            <a:r>
              <a:rPr lang="ko-KR" altLang="en-US" sz="2000" b="1">
                <a:solidFill>
                  <a:srgbClr val="16181D"/>
                </a:solidFill>
                <a:latin typeface="맑은 고딕"/>
              </a:rPr>
              <a:t>무게별 이동 속도 공식</a:t>
            </a:r>
            <a:r>
              <a:rPr lang="en-US" altLang="ko-KR" sz="2000" b="1">
                <a:solidFill>
                  <a:srgbClr val="16181D"/>
                </a:solidFill>
                <a:latin typeface="맑은 고딕"/>
              </a:rPr>
              <a:t>/</a:t>
            </a:r>
            <a:r>
              <a:rPr lang="ko-KR" altLang="en-US" sz="2000" b="1">
                <a:solidFill>
                  <a:srgbClr val="16181D"/>
                </a:solidFill>
                <a:latin typeface="맑은 고딕"/>
              </a:rPr>
              <a:t>스태미나 소모 공식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30D284-DE1C-C85C-2E18-6822BA8F3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/>
          <a:lstStyle/>
          <a:p>
            <a:r>
              <a:rPr lang="ko-KR" altLang="ko-KR" dirty="0"/>
              <a:t>플레이어가 들고 있는 무게</a:t>
            </a:r>
            <a:r>
              <a:rPr lang="en-US" altLang="ko-KR" dirty="0"/>
              <a:t>(</a:t>
            </a:r>
            <a:r>
              <a:rPr lang="ko-KR" altLang="ko-KR" dirty="0"/>
              <a:t>인벤토리</a:t>
            </a:r>
            <a:r>
              <a:rPr lang="en-US" altLang="ko-KR" dirty="0"/>
              <a:t>+</a:t>
            </a:r>
            <a:r>
              <a:rPr lang="ko-KR" altLang="ko-KR" dirty="0"/>
              <a:t>툴 바</a:t>
            </a:r>
            <a:r>
              <a:rPr lang="en-US" altLang="ko-KR" dirty="0"/>
              <a:t>)</a:t>
            </a:r>
            <a:r>
              <a:rPr lang="ko-KR" altLang="ko-KR" dirty="0"/>
              <a:t>에 따라 이동 속도와 스태미나 소모량이 변화함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ko-KR" altLang="ko-KR" dirty="0" err="1"/>
              <a:t>기준무게</a:t>
            </a:r>
            <a:r>
              <a:rPr lang="en-US" altLang="ko-KR" dirty="0"/>
              <a:t> = </a:t>
            </a:r>
            <a:r>
              <a:rPr lang="ko-KR" altLang="ko-KR" dirty="0" err="1"/>
              <a:t>최대무게</a:t>
            </a:r>
            <a:r>
              <a:rPr lang="en-US" altLang="ko-KR" dirty="0"/>
              <a:t> / 2</a:t>
            </a:r>
            <a:endParaRPr lang="ko-KR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이동 속도 공식 적용</a:t>
            </a:r>
            <a:r>
              <a:rPr lang="en-US" altLang="ko-KR" dirty="0"/>
              <a:t> </a:t>
            </a:r>
            <a:r>
              <a:rPr lang="ko-KR" altLang="en-US" dirty="0"/>
              <a:t>상태</a:t>
            </a:r>
            <a:r>
              <a:rPr lang="en-US" altLang="ko-KR" dirty="0"/>
              <a:t>: Walk, Run, Crouched, Jump </a:t>
            </a:r>
            <a:r>
              <a:rPr lang="ko-KR" altLang="ko-KR" dirty="0"/>
              <a:t>속도</a:t>
            </a:r>
          </a:p>
          <a:p>
            <a:r>
              <a:rPr lang="ko-KR" altLang="ko-KR" dirty="0"/>
              <a:t>스태미나 소모 공식 적용</a:t>
            </a:r>
            <a:r>
              <a:rPr lang="en-US" altLang="ko-KR" dirty="0"/>
              <a:t> </a:t>
            </a:r>
            <a:r>
              <a:rPr lang="ko-KR" altLang="en-US" dirty="0"/>
              <a:t>상태</a:t>
            </a:r>
            <a:r>
              <a:rPr lang="en-US" altLang="ko-KR" dirty="0"/>
              <a:t>: Run, Jump </a:t>
            </a:r>
            <a:r>
              <a:rPr lang="ko-KR" altLang="ko-KR" dirty="0"/>
              <a:t>스태미나 소모량</a:t>
            </a:r>
          </a:p>
          <a:p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2124750-8F55-F5FA-0500-85ECB1B52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64858"/>
            <a:ext cx="5944565" cy="1916635"/>
          </a:xfrm>
          <a:prstGeom prst="rect">
            <a:avLst/>
          </a:prstGeom>
        </p:spPr>
      </p:pic>
      <p:sp>
        <p:nvSpPr>
          <p:cNvPr id="14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SPACE ROBBER</a:t>
            </a:r>
          </a:p>
        </p:txBody>
      </p:sp>
      <p:sp>
        <p:nvSpPr>
          <p:cNvPr id="15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683688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D96E87-A579-1B2E-ECB1-067510D5B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AEC70-13C9-2436-504C-F9D2F9119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아이템 </a:t>
            </a:r>
            <a:r>
              <a:rPr lang="en-US" altLang="ko-KR" sz="2400" b="1">
                <a:solidFill>
                  <a:srgbClr val="16181D"/>
                </a:solidFill>
                <a:latin typeface="맑은 고딕"/>
              </a:rPr>
              <a:t>– </a:t>
            </a:r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분류</a:t>
            </a:r>
            <a:r>
              <a:rPr lang="en-US" altLang="ko-KR" sz="2400" b="1">
                <a:solidFill>
                  <a:srgbClr val="16181D"/>
                </a:solidFill>
                <a:latin typeface="맑은 고딕"/>
              </a:rPr>
              <a:t>(</a:t>
            </a:r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자원</a:t>
            </a:r>
            <a:r>
              <a:rPr lang="en-US" altLang="ko-KR" sz="2400" b="1">
                <a:solidFill>
                  <a:srgbClr val="16181D"/>
                </a:solidFill>
                <a:latin typeface="맑은 고딕"/>
              </a:rPr>
              <a:t>/</a:t>
            </a:r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도구</a:t>
            </a:r>
            <a:r>
              <a:rPr lang="en-US" altLang="ko-KR" sz="2400" b="1">
                <a:solidFill>
                  <a:srgbClr val="16181D"/>
                </a:solidFill>
                <a:latin typeface="맑은 고딕"/>
              </a:rPr>
              <a:t>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C981AB-FC4C-54F2-682B-EF670A7E3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/>
          <a:lstStyle/>
          <a:p>
            <a:r>
              <a:rPr lang="ko-KR" altLang="en-US" dirty="0"/>
              <a:t>게임 내에서 습득할 수 있는 아이템은 자원과 도구로 나누어진다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자원은 내부에서 습득하여 판매 또는 퀘스트로써 제출할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도구는 내부에서 습득하거나 상점에서 구매할 수 있으며</a:t>
            </a:r>
            <a:r>
              <a:rPr lang="en-US" altLang="ko-KR" dirty="0"/>
              <a:t>, </a:t>
            </a:r>
            <a:r>
              <a:rPr lang="ko-KR" altLang="en-US" dirty="0"/>
              <a:t>자원과 달리 판매할 수 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SPACE ROBBER</a:t>
            </a:r>
          </a:p>
        </p:txBody>
      </p:sp>
      <p:sp>
        <p:nvSpPr>
          <p:cNvPr id="5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905131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1BC4D8-F7CE-A4E3-756C-96A7A800E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AEA10-7E24-E887-9336-B34C7FB86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아이템 </a:t>
            </a:r>
            <a:r>
              <a:rPr lang="en-US" altLang="ko-KR" sz="2400" b="1">
                <a:solidFill>
                  <a:srgbClr val="16181D"/>
                </a:solidFill>
                <a:latin typeface="맑은 고딕"/>
              </a:rPr>
              <a:t>– </a:t>
            </a:r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목록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18F229F-2654-4A44-C2E9-DE044FD27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76" y="1430782"/>
            <a:ext cx="5157787" cy="823912"/>
          </a:xfrm>
        </p:spPr>
        <p:txBody>
          <a:bodyPr anchor="ctr"/>
          <a:lstStyle/>
          <a:p>
            <a:r>
              <a:rPr lang="ko-KR" altLang="en-US" dirty="0"/>
              <a:t>자원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04ED62-27E0-D30D-D553-5393C7B7D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76" y="2254694"/>
            <a:ext cx="5157787" cy="3684588"/>
          </a:xfrm>
        </p:spPr>
        <p:txBody>
          <a:bodyPr>
            <a:normAutofit/>
          </a:bodyPr>
          <a:lstStyle/>
          <a:p>
            <a:r>
              <a:rPr lang="ko-KR" altLang="en-US" dirty="0"/>
              <a:t>짐 상자</a:t>
            </a:r>
            <a:endParaRPr lang="en-US" altLang="ko-KR" dirty="0"/>
          </a:p>
          <a:p>
            <a:r>
              <a:rPr lang="ko-KR" altLang="en-US" dirty="0"/>
              <a:t>금괴</a:t>
            </a:r>
            <a:endParaRPr lang="en-US" altLang="ko-KR" dirty="0"/>
          </a:p>
          <a:p>
            <a:r>
              <a:rPr lang="ko-KR" altLang="en-US" dirty="0"/>
              <a:t>고무오리</a:t>
            </a:r>
            <a:endParaRPr lang="en-US" altLang="ko-KR" dirty="0"/>
          </a:p>
          <a:p>
            <a:r>
              <a:rPr lang="ko-KR" altLang="en-US" dirty="0"/>
              <a:t>플라스틱 적재함</a:t>
            </a:r>
            <a:endParaRPr lang="en-US" altLang="ko-KR" dirty="0"/>
          </a:p>
          <a:p>
            <a:r>
              <a:rPr lang="ko-KR" altLang="en-US" dirty="0"/>
              <a:t>큰 나사</a:t>
            </a:r>
            <a:endParaRPr lang="en-US" altLang="ko-KR" dirty="0"/>
          </a:p>
          <a:p>
            <a:r>
              <a:rPr lang="ko-KR" altLang="en-US" dirty="0"/>
              <a:t>해적 모자</a:t>
            </a:r>
            <a:endParaRPr lang="en-US" altLang="ko-KR" dirty="0"/>
          </a:p>
          <a:p>
            <a:r>
              <a:rPr lang="ko-KR" altLang="en-US" dirty="0"/>
              <a:t>안전모</a:t>
            </a:r>
            <a:endParaRPr lang="en-US" altLang="ko-KR" dirty="0"/>
          </a:p>
          <a:p>
            <a:r>
              <a:rPr lang="ko-KR" altLang="en-US" dirty="0"/>
              <a:t>엔진</a:t>
            </a:r>
            <a:endParaRPr lang="en-US" altLang="ko-KR" dirty="0"/>
          </a:p>
          <a:p>
            <a:r>
              <a:rPr lang="ko-KR" altLang="en-US" dirty="0"/>
              <a:t>고철 조각</a:t>
            </a:r>
            <a:endParaRPr lang="en-US" altLang="ko-KR" dirty="0"/>
          </a:p>
          <a:p>
            <a:r>
              <a:rPr lang="ko-KR" altLang="en-US" dirty="0"/>
              <a:t>빈 통조림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FF260DB-2A80-1895-8C6E-ACEE7AB3EB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88" y="1430782"/>
            <a:ext cx="5183188" cy="823912"/>
          </a:xfrm>
        </p:spPr>
        <p:txBody>
          <a:bodyPr anchor="ctr"/>
          <a:lstStyle/>
          <a:p>
            <a:r>
              <a:rPr lang="ko-KR" altLang="en-US" dirty="0"/>
              <a:t>도구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B85AF64-3493-74C8-0D6D-12E2990A40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88" y="2254694"/>
            <a:ext cx="5183188" cy="3684588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커틀러스</a:t>
            </a:r>
            <a:endParaRPr lang="en-US" altLang="ko-KR" dirty="0"/>
          </a:p>
          <a:p>
            <a:r>
              <a:rPr lang="ko-KR" altLang="en-US" dirty="0"/>
              <a:t>광선총</a:t>
            </a:r>
            <a:endParaRPr lang="en-US" altLang="ko-KR" dirty="0"/>
          </a:p>
          <a:p>
            <a:r>
              <a:rPr lang="ko-KR" altLang="en-US" dirty="0"/>
              <a:t>열쇠</a:t>
            </a:r>
            <a:endParaRPr lang="en-US" altLang="ko-KR" dirty="0"/>
          </a:p>
          <a:p>
            <a:r>
              <a:rPr lang="ko-KR" altLang="en-US" dirty="0"/>
              <a:t>랜턴</a:t>
            </a:r>
          </a:p>
        </p:txBody>
      </p:sp>
      <p:sp>
        <p:nvSpPr>
          <p:cNvPr id="8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SPACE ROBBER</a:t>
            </a:r>
          </a:p>
        </p:txBody>
      </p:sp>
      <p:sp>
        <p:nvSpPr>
          <p:cNvPr id="9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06793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97C8-12D7-ACBE-C5A4-75DBE4566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2240280"/>
            <a:ext cx="10515600" cy="1143000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3800" b="1">
                <a:solidFill>
                  <a:srgbClr val="FFFFFF"/>
                </a:solidFill>
                <a:latin typeface="맑은 고딕"/>
                <a:ea typeface="맑은 고딕"/>
              </a:rPr>
              <a:t>상점</a:t>
            </a:r>
          </a:p>
        </p:txBody>
      </p:sp>
      <p:sp>
        <p:nvSpPr>
          <p:cNvPr id="3" name="Unified Section Number"/>
          <p:cNvSpPr txBox="1"/>
          <p:nvPr/>
        </p:nvSpPr>
        <p:spPr>
          <a:xfrm>
            <a:off x="804672" y="132588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E33B4E"/>
                </a:solidFill>
                <a:latin typeface="맑은 고딕"/>
              </a:rPr>
              <a:t>01</a:t>
            </a:r>
          </a:p>
        </p:txBody>
      </p:sp>
      <p:sp>
        <p:nvSpPr>
          <p:cNvPr id="4" name="Unified Divider Accent"/>
          <p:cNvSpPr/>
          <p:nvPr/>
        </p:nvSpPr>
        <p:spPr>
          <a:xfrm>
            <a:off x="804672" y="3502152"/>
            <a:ext cx="1143000" cy="50800"/>
          </a:xfrm>
          <a:prstGeom prst="rect">
            <a:avLst/>
          </a:prstGeom>
          <a:solidFill>
            <a:srgbClr val="E33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Unified Divider Footer"/>
          <p:cNvSpPr txBox="1"/>
          <p:nvPr/>
        </p:nvSpPr>
        <p:spPr>
          <a:xfrm>
            <a:off x="822960" y="61447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77C85"/>
                </a:solidFill>
                <a:latin typeface="맑은 고딕"/>
              </a:rPr>
              <a:t>SPACE ROBBER  ·  GAME DESIGN DOCUMENT</a:t>
            </a:r>
          </a:p>
        </p:txBody>
      </p:sp>
    </p:spTree>
    <p:extLst>
      <p:ext uri="{BB962C8B-B14F-4D97-AF65-F5344CB8AC3E}">
        <p14:creationId xmlns:p14="http://schemas.microsoft.com/office/powerpoint/2010/main" val="1612193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E3B241A-807F-B9ED-1B87-50AD3B62D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사용</a:t>
            </a:r>
            <a:br>
              <a:rPr lang="en-US" altLang="ko-KR" dirty="0"/>
            </a:br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조건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8DB422-C15F-0C98-7327-85687CC36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808" y="1115568"/>
            <a:ext cx="9917334" cy="4755752"/>
          </a:xfrm>
        </p:spPr>
        <p:txBody>
          <a:bodyPr/>
          <a:lstStyle/>
          <a:p>
            <a:r>
              <a:rPr lang="ko-KR" altLang="ko-KR" dirty="0"/>
              <a:t>오른쪽 컴퓨터 앞에 다가가면 </a:t>
            </a:r>
            <a:r>
              <a:rPr lang="en-US" altLang="ko-KR" dirty="0"/>
              <a:t>‘</a:t>
            </a:r>
            <a:r>
              <a:rPr lang="ko-KR" altLang="ko-KR" dirty="0"/>
              <a:t>상점 이용</a:t>
            </a:r>
            <a:r>
              <a:rPr lang="en-US" altLang="ko-KR" dirty="0"/>
              <a:t>: [E]’, E</a:t>
            </a:r>
            <a:r>
              <a:rPr lang="ko-KR" altLang="ko-KR" dirty="0"/>
              <a:t>키 입력하면 </a:t>
            </a:r>
            <a:r>
              <a:rPr lang="ko-KR" altLang="ko-KR" dirty="0" err="1"/>
              <a:t>상점창</a:t>
            </a:r>
            <a:r>
              <a:rPr lang="ko-KR" altLang="ko-KR" dirty="0"/>
              <a:t> 나옴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ko-KR" dirty="0"/>
              <a:t>상점창에서</a:t>
            </a:r>
            <a:r>
              <a:rPr lang="en-US" altLang="ko-KR" dirty="0"/>
              <a:t> E</a:t>
            </a:r>
            <a:r>
              <a:rPr lang="ko-KR" altLang="ko-KR" dirty="0"/>
              <a:t>키나</a:t>
            </a:r>
            <a:r>
              <a:rPr lang="en-US" altLang="ko-KR" dirty="0"/>
              <a:t> ESC</a:t>
            </a:r>
            <a:r>
              <a:rPr lang="ko-KR" altLang="ko-KR" dirty="0"/>
              <a:t>키 누르면 </a:t>
            </a:r>
            <a:r>
              <a:rPr lang="ko-KR" altLang="ko-KR" dirty="0" err="1"/>
              <a:t>나가짐</a:t>
            </a:r>
            <a:endParaRPr lang="ko-KR" altLang="ko-KR" dirty="0"/>
          </a:p>
          <a:p>
            <a:r>
              <a:rPr lang="ko-KR" altLang="ko-KR" dirty="0"/>
              <a:t>상점은 한 번에 한 사람 밖에 이용 못함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ko-KR" dirty="0"/>
              <a:t>누군가가 상점 이용 중일 때는 </a:t>
            </a:r>
            <a:r>
              <a:rPr lang="en-US" altLang="ko-KR" dirty="0"/>
              <a:t>‘</a:t>
            </a:r>
            <a:r>
              <a:rPr lang="ko-KR" altLang="ko-KR" dirty="0"/>
              <a:t>상점 이용</a:t>
            </a:r>
            <a:r>
              <a:rPr lang="en-US" altLang="ko-KR" dirty="0"/>
              <a:t>: [E]’ </a:t>
            </a:r>
            <a:r>
              <a:rPr lang="ko-KR" altLang="ko-KR" dirty="0"/>
              <a:t>출력 안됨</a:t>
            </a:r>
            <a:r>
              <a:rPr lang="en-US" altLang="ko-KR" dirty="0"/>
              <a:t>.</a:t>
            </a:r>
            <a:endParaRPr lang="ko-KR" altLang="ko-KR" dirty="0"/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4A34652-97A9-625B-5CAE-562B96D3D0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3" t="10316" r="2755" b="7139"/>
          <a:stretch>
            <a:fillRect/>
          </a:stretch>
        </p:blipFill>
        <p:spPr bwMode="auto">
          <a:xfrm>
            <a:off x="2441650" y="2843316"/>
            <a:ext cx="5567504" cy="34111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 Box 11">
            <a:extLst>
              <a:ext uri="{FF2B5EF4-FFF2-40B4-BE49-F238E27FC236}">
                <a16:creationId xmlns:a16="http://schemas.microsoft.com/office/drawing/2014/main" id="{830012E8-AC28-09DE-971E-9C0EA29E8115}"/>
              </a:ext>
            </a:extLst>
          </p:cNvPr>
          <p:cNvSpPr txBox="1"/>
          <p:nvPr/>
        </p:nvSpPr>
        <p:spPr>
          <a:xfrm>
            <a:off x="4926992" y="3477557"/>
            <a:ext cx="1653994" cy="577291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800"/>
              </a:spcAft>
              <a:buNone/>
            </a:pPr>
            <a:r>
              <a:rPr lang="ko-KR" sz="1414" b="1" kern="100">
                <a:solidFill>
                  <a:srgbClr val="FFFF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상점 이용</a:t>
            </a:r>
            <a:r>
              <a:rPr lang="en-US" sz="1414" b="1" kern="100">
                <a:solidFill>
                  <a:srgbClr val="FFFF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[E]</a:t>
            </a:r>
            <a:endParaRPr lang="ko-KR" sz="15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F8B05BB-FC79-00EB-A5E8-77571D7D897A}"/>
              </a:ext>
            </a:extLst>
          </p:cNvPr>
          <p:cNvSpPr/>
          <p:nvPr/>
        </p:nvSpPr>
        <p:spPr>
          <a:xfrm>
            <a:off x="4791189" y="2843316"/>
            <a:ext cx="1925602" cy="1845775"/>
          </a:xfrm>
          <a:prstGeom prst="ellipse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sp>
        <p:nvSpPr>
          <p:cNvPr id="9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상점</a:t>
            </a:r>
          </a:p>
        </p:txBody>
      </p:sp>
      <p:sp>
        <p:nvSpPr>
          <p:cNvPr id="10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01005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4411C9B-D9EF-10DF-5910-EDF48E707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기능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C03ADF-995E-2946-48D9-117E6A51C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/>
          <a:lstStyle/>
          <a:p>
            <a:r>
              <a:rPr lang="ko-KR" altLang="ko-KR" b="1" dirty="0"/>
              <a:t>도구</a:t>
            </a:r>
            <a:r>
              <a:rPr lang="ko-KR" altLang="ko-KR" dirty="0"/>
              <a:t> 구매 </a:t>
            </a:r>
            <a:r>
              <a:rPr lang="en-US" altLang="ko-KR" dirty="0"/>
              <a:t>(</a:t>
            </a:r>
            <a:r>
              <a:rPr lang="ko-KR" altLang="ko-KR" dirty="0" err="1"/>
              <a:t>커틀러스</a:t>
            </a:r>
            <a:r>
              <a:rPr lang="en-US" altLang="ko-KR" dirty="0"/>
              <a:t>, </a:t>
            </a:r>
            <a:r>
              <a:rPr lang="ko-KR" altLang="ko-KR" dirty="0"/>
              <a:t>광선총</a:t>
            </a:r>
            <a:r>
              <a:rPr lang="en-US" altLang="ko-KR" dirty="0"/>
              <a:t>, </a:t>
            </a:r>
            <a:r>
              <a:rPr lang="ko-KR" altLang="ko-KR" dirty="0"/>
              <a:t>랜턴</a:t>
            </a:r>
            <a:r>
              <a:rPr lang="en-US" altLang="ko-KR" dirty="0"/>
              <a:t>)</a:t>
            </a:r>
            <a:endParaRPr lang="ko-KR" altLang="ko-KR" dirty="0"/>
          </a:p>
          <a:p>
            <a:r>
              <a:rPr lang="ko-KR" altLang="ko-KR" dirty="0"/>
              <a:t>구매 후엔 보유 크레딧 감소</a:t>
            </a:r>
            <a:r>
              <a:rPr lang="en-US" altLang="ko-KR" dirty="0"/>
              <a:t>(</a:t>
            </a:r>
            <a:r>
              <a:rPr lang="ko-KR" altLang="ko-KR" dirty="0" err="1"/>
              <a:t>크레딧은</a:t>
            </a:r>
            <a:r>
              <a:rPr lang="ko-KR" altLang="ko-KR" dirty="0"/>
              <a:t> 팀 공용</a:t>
            </a:r>
            <a:r>
              <a:rPr lang="en-US" altLang="ko-KR" dirty="0"/>
              <a:t>)</a:t>
            </a:r>
          </a:p>
          <a:p>
            <a:r>
              <a:rPr lang="ko-KR" altLang="ko-KR" dirty="0"/>
              <a:t>구매 완료한 도구는 기지 가운데에 전부 </a:t>
            </a:r>
            <a:r>
              <a:rPr lang="ko-KR" altLang="ko-KR" dirty="0" err="1"/>
              <a:t>스폰됨</a:t>
            </a:r>
            <a:endParaRPr lang="en-US" altLang="ko-KR" dirty="0"/>
          </a:p>
          <a:p>
            <a:r>
              <a:rPr lang="ko-KR" altLang="ko-KR" dirty="0"/>
              <a:t>한 도구 당 구매 최대 개수</a:t>
            </a:r>
            <a:r>
              <a:rPr lang="en-US" altLang="ko-KR" dirty="0"/>
              <a:t> 99</a:t>
            </a:r>
            <a:r>
              <a:rPr lang="ko-KR" altLang="ko-KR" dirty="0"/>
              <a:t>개</a:t>
            </a:r>
            <a:endParaRPr lang="en-US" altLang="ko-KR" dirty="0"/>
          </a:p>
          <a:p>
            <a:r>
              <a:rPr lang="ko-KR" altLang="ko-KR" dirty="0"/>
              <a:t>도구는 한 번에 한 종류씩만 구매할 수 있음</a:t>
            </a:r>
          </a:p>
          <a:p>
            <a:endParaRPr lang="ko-KR" altLang="en-US" dirty="0"/>
          </a:p>
        </p:txBody>
      </p:sp>
      <p:sp>
        <p:nvSpPr>
          <p:cNvPr id="5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상점</a:t>
            </a:r>
          </a:p>
        </p:txBody>
      </p:sp>
      <p:sp>
        <p:nvSpPr>
          <p:cNvPr id="6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600183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5798181-E7A1-2E02-415C-4FA857E58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en-US" altLang="ko-KR" sz="2400" b="1">
                <a:solidFill>
                  <a:srgbClr val="16181D"/>
                </a:solidFill>
                <a:latin typeface="맑은 고딕"/>
              </a:rPr>
              <a:t>UI</a:t>
            </a:r>
            <a:br>
              <a:rPr lang="en-US" altLang="ko-KR" dirty="0"/>
            </a:br>
            <a:r>
              <a:rPr lang="en-US" altLang="ko-KR" sz="2400" b="1">
                <a:solidFill>
                  <a:srgbClr val="16181D"/>
                </a:solidFill>
                <a:latin typeface="맑은 고딕"/>
              </a:rPr>
              <a:t>(</a:t>
            </a:r>
            <a:r>
              <a:rPr lang="ko-KR" altLang="en-US" sz="2400" b="1" err="1">
                <a:solidFill>
                  <a:srgbClr val="16181D"/>
                </a:solidFill>
                <a:latin typeface="맑은 고딕"/>
              </a:rPr>
              <a:t>상점창</a:t>
            </a:r>
            <a:r>
              <a:rPr lang="en-US" altLang="ko-KR" sz="2400" b="1">
                <a:solidFill>
                  <a:srgbClr val="16181D"/>
                </a:solidFill>
                <a:latin typeface="맑은 고딕"/>
              </a:rPr>
              <a:t>)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791852-9109-A6F3-71AE-16E91F15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151459"/>
            <a:ext cx="9481504" cy="4110685"/>
          </a:xfrm>
        </p:spPr>
        <p:txBody>
          <a:bodyPr/>
          <a:lstStyle/>
          <a:p>
            <a:r>
              <a:rPr lang="en-US" altLang="ko-KR" dirty="0"/>
              <a:t>      </a:t>
            </a:r>
            <a:r>
              <a:rPr lang="ko-KR" altLang="en-US" dirty="0"/>
              <a:t>마우스 클릭</a:t>
            </a:r>
            <a:br>
              <a:rPr lang="en-US" altLang="ko-KR" dirty="0"/>
            </a:br>
            <a:r>
              <a:rPr lang="en-US" altLang="ko-KR" dirty="0"/>
              <a:t>(‘- +’ </a:t>
            </a:r>
            <a:r>
              <a:rPr lang="ko-KR" altLang="en-US" dirty="0"/>
              <a:t>버튼으로 개수 선택하게끔 </a:t>
            </a:r>
            <a:r>
              <a:rPr lang="ko-KR" altLang="en-US" dirty="0" err="1"/>
              <a:t>해놨는데</a:t>
            </a:r>
            <a:r>
              <a:rPr lang="en-US" altLang="ko-KR" dirty="0"/>
              <a:t>, </a:t>
            </a:r>
            <a:r>
              <a:rPr lang="ko-KR" altLang="en-US" dirty="0"/>
              <a:t>개수 </a:t>
            </a:r>
            <a:r>
              <a:rPr lang="ko-KR" altLang="en-US" dirty="0" err="1"/>
              <a:t>적혀있는</a:t>
            </a:r>
            <a:r>
              <a:rPr lang="ko-KR" altLang="en-US" dirty="0"/>
              <a:t> 박스 선택해서 직접 입력하게 해도 상관없음</a:t>
            </a:r>
            <a:r>
              <a:rPr lang="en-US" altLang="ko-KR" dirty="0"/>
              <a:t>) (</a:t>
            </a:r>
            <a:r>
              <a:rPr lang="ko-KR" altLang="en-US" dirty="0"/>
              <a:t>음수 불가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한 도구의 구매 개수가 변경되면 다른 도구들은 회색으로 변하고 선택 불가하게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개수가 변경된 뒤</a:t>
            </a:r>
            <a:r>
              <a:rPr lang="en-US" altLang="ko-KR" dirty="0"/>
              <a:t>, </a:t>
            </a:r>
            <a:r>
              <a:rPr lang="ko-KR" altLang="en-US" dirty="0"/>
              <a:t>개수 초기화 버튼으로 구매 개수 </a:t>
            </a:r>
            <a:r>
              <a:rPr lang="en-US" altLang="ko-KR" dirty="0"/>
              <a:t>0</a:t>
            </a:r>
            <a:r>
              <a:rPr lang="ko-KR" altLang="en-US" dirty="0"/>
              <a:t>으로 초기화하면 다시 세 개 다 선택 가능 선택이 됨</a:t>
            </a:r>
          </a:p>
          <a:p>
            <a:r>
              <a:rPr lang="ko-KR" altLang="en-US" dirty="0"/>
              <a:t>현재 보유 </a:t>
            </a:r>
            <a:r>
              <a:rPr lang="ko-KR" altLang="en-US" dirty="0" err="1"/>
              <a:t>크레딧보다</a:t>
            </a:r>
            <a:r>
              <a:rPr lang="ko-KR" altLang="en-US" dirty="0"/>
              <a:t> 구매하려는 금액이 더 크면 구매 불가 버튼</a:t>
            </a:r>
            <a:r>
              <a:rPr lang="en-US" altLang="ko-KR" dirty="0"/>
              <a:t>, </a:t>
            </a:r>
            <a:r>
              <a:rPr lang="ko-KR" altLang="en-US" dirty="0"/>
              <a:t>아니라면 구매 버튼</a:t>
            </a:r>
          </a:p>
          <a:p>
            <a:r>
              <a:rPr lang="ko-KR" altLang="en-US" dirty="0"/>
              <a:t>선택된 개수가 </a:t>
            </a:r>
            <a:r>
              <a:rPr lang="en-US" altLang="ko-KR" dirty="0"/>
              <a:t>0</a:t>
            </a:r>
            <a:r>
              <a:rPr lang="ko-KR" altLang="en-US" dirty="0"/>
              <a:t>일 때는 우선 ‘구매 </a:t>
            </a:r>
            <a:r>
              <a:rPr lang="ko-KR" altLang="en-US" dirty="0" err="1"/>
              <a:t>버튼’이</a:t>
            </a:r>
            <a:r>
              <a:rPr lang="ko-KR" altLang="en-US" dirty="0"/>
              <a:t> 나오지만 눌러도 아무 일 일어나지 않음</a:t>
            </a:r>
          </a:p>
          <a:p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053F130-9B42-597C-0A5D-47F8EBC79FE9}"/>
              </a:ext>
            </a:extLst>
          </p:cNvPr>
          <p:cNvSpPr/>
          <p:nvPr/>
        </p:nvSpPr>
        <p:spPr>
          <a:xfrm>
            <a:off x="1801465" y="1179068"/>
            <a:ext cx="312961" cy="300155"/>
          </a:xfrm>
          <a:prstGeom prst="ellipse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002CED7-41C3-DD5E-A192-451A62F41B42}"/>
              </a:ext>
            </a:extLst>
          </p:cNvPr>
          <p:cNvGrpSpPr/>
          <p:nvPr/>
        </p:nvGrpSpPr>
        <p:grpSpPr>
          <a:xfrm>
            <a:off x="1991920" y="3858891"/>
            <a:ext cx="8240863" cy="2806506"/>
            <a:chOff x="1790521" y="3447989"/>
            <a:chExt cx="8240863" cy="2806506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8B0F426-92F9-08D3-B45A-20F5FE4C4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0521" y="3452386"/>
              <a:ext cx="4047961" cy="2192732"/>
            </a:xfrm>
            <a:prstGeom prst="rect">
              <a:avLst/>
            </a:prstGeom>
          </p:spPr>
        </p:pic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D11D9543-7189-6FFF-34E4-A0D8417F781E}"/>
                </a:ext>
              </a:extLst>
            </p:cNvPr>
            <p:cNvGrpSpPr/>
            <p:nvPr/>
          </p:nvGrpSpPr>
          <p:grpSpPr>
            <a:xfrm>
              <a:off x="2344654" y="4544355"/>
              <a:ext cx="2450061" cy="160468"/>
              <a:chOff x="-3359327" y="-2828874"/>
              <a:chExt cx="4069990" cy="266528"/>
            </a:xfrm>
          </p:grpSpPr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F4B0F990-33F6-4D9E-E65E-3859AA85AFA0}"/>
                  </a:ext>
                </a:extLst>
              </p:cNvPr>
              <p:cNvSpPr/>
              <p:nvPr/>
            </p:nvSpPr>
            <p:spPr>
              <a:xfrm>
                <a:off x="-3359327" y="-2800852"/>
                <a:ext cx="248858" cy="238506"/>
              </a:xfrm>
              <a:prstGeom prst="ellipse">
                <a:avLst/>
              </a:prstGeom>
              <a:noFill/>
              <a:ln w="190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C3392298-BF96-ACA7-8CE7-37A3A2C0A97C}"/>
                  </a:ext>
                </a:extLst>
              </p:cNvPr>
              <p:cNvSpPr/>
              <p:nvPr/>
            </p:nvSpPr>
            <p:spPr>
              <a:xfrm>
                <a:off x="-3043676" y="-2800852"/>
                <a:ext cx="248859" cy="238506"/>
              </a:xfrm>
              <a:prstGeom prst="ellipse">
                <a:avLst/>
              </a:prstGeom>
              <a:noFill/>
              <a:ln w="190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A516E56A-A26A-4393-B291-03B327C30DB7}"/>
                  </a:ext>
                </a:extLst>
              </p:cNvPr>
              <p:cNvSpPr/>
              <p:nvPr/>
            </p:nvSpPr>
            <p:spPr>
              <a:xfrm>
                <a:off x="-1594220" y="-2828874"/>
                <a:ext cx="248858" cy="238506"/>
              </a:xfrm>
              <a:prstGeom prst="ellipse">
                <a:avLst/>
              </a:prstGeom>
              <a:noFill/>
              <a:ln w="190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1FB57169-1513-0D7B-4387-6B80DB8E7ED7}"/>
                  </a:ext>
                </a:extLst>
              </p:cNvPr>
              <p:cNvSpPr/>
              <p:nvPr/>
            </p:nvSpPr>
            <p:spPr>
              <a:xfrm>
                <a:off x="-1278571" y="-2828874"/>
                <a:ext cx="248285" cy="238127"/>
              </a:xfrm>
              <a:prstGeom prst="ellipse">
                <a:avLst/>
              </a:prstGeom>
              <a:noFill/>
              <a:ln w="190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05CCB9CD-31E8-94C8-10A2-024C9A0144A1}"/>
                  </a:ext>
                </a:extLst>
              </p:cNvPr>
              <p:cNvSpPr/>
              <p:nvPr/>
            </p:nvSpPr>
            <p:spPr>
              <a:xfrm>
                <a:off x="146728" y="-2811479"/>
                <a:ext cx="248285" cy="238125"/>
              </a:xfrm>
              <a:prstGeom prst="ellipse">
                <a:avLst/>
              </a:prstGeom>
              <a:noFill/>
              <a:ln w="190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276F8220-BF20-CD8D-2466-081C913350CB}"/>
                  </a:ext>
                </a:extLst>
              </p:cNvPr>
              <p:cNvSpPr/>
              <p:nvPr/>
            </p:nvSpPr>
            <p:spPr>
              <a:xfrm>
                <a:off x="462378" y="-2811479"/>
                <a:ext cx="248285" cy="238125"/>
              </a:xfrm>
              <a:prstGeom prst="ellipse">
                <a:avLst/>
              </a:prstGeom>
              <a:noFill/>
              <a:ln w="190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</p:grp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5538B6AF-9044-9F8C-940E-1440CEC4B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3423" y="3447989"/>
              <a:ext cx="4047961" cy="2192732"/>
            </a:xfrm>
            <a:prstGeom prst="rect">
              <a:avLst/>
            </a:prstGeom>
          </p:spPr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60DAB2A0-0BD4-0A2A-4C4F-12DCA34A56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586" t="74320" r="40071" b="10560"/>
            <a:stretch>
              <a:fillRect/>
            </a:stretch>
          </p:blipFill>
          <p:spPr bwMode="auto">
            <a:xfrm>
              <a:off x="8427673" y="5161900"/>
              <a:ext cx="996461" cy="382019"/>
            </a:xfrm>
            <a:prstGeom prst="rect">
              <a:avLst/>
            </a:prstGeom>
            <a:ln>
              <a:solidFill>
                <a:schemeClr val="bg1"/>
              </a:solidFill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8AB791F7-4274-8A2B-4136-201C72292F1F}"/>
                </a:ext>
              </a:extLst>
            </p:cNvPr>
            <p:cNvGrpSpPr/>
            <p:nvPr/>
          </p:nvGrpSpPr>
          <p:grpSpPr>
            <a:xfrm>
              <a:off x="7608499" y="4970170"/>
              <a:ext cx="1672195" cy="501380"/>
              <a:chOff x="5739822" y="4787844"/>
              <a:chExt cx="2051310" cy="615053"/>
            </a:xfrm>
          </p:grpSpPr>
          <p:sp>
            <p:nvSpPr>
              <p:cNvPr id="37" name="타원 36">
                <a:extLst>
                  <a:ext uri="{FF2B5EF4-FFF2-40B4-BE49-F238E27FC236}">
                    <a16:creationId xmlns:a16="http://schemas.microsoft.com/office/drawing/2014/main" id="{6760A58B-93DF-E7FF-4217-B1F2B2584B77}"/>
                  </a:ext>
                </a:extLst>
              </p:cNvPr>
              <p:cNvSpPr/>
              <p:nvPr/>
            </p:nvSpPr>
            <p:spPr>
              <a:xfrm>
                <a:off x="6920671" y="5111800"/>
                <a:ext cx="870461" cy="291097"/>
              </a:xfrm>
              <a:prstGeom prst="ellipse">
                <a:avLst/>
              </a:prstGeom>
              <a:noFill/>
              <a:ln w="190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64CAF7C4-5BC8-B595-F5E2-E03AC4E4E96C}"/>
                  </a:ext>
                </a:extLst>
              </p:cNvPr>
              <p:cNvSpPr/>
              <p:nvPr/>
            </p:nvSpPr>
            <p:spPr>
              <a:xfrm>
                <a:off x="5739822" y="4787844"/>
                <a:ext cx="870320" cy="396742"/>
              </a:xfrm>
              <a:prstGeom prst="ellipse">
                <a:avLst/>
              </a:prstGeom>
              <a:noFill/>
              <a:ln w="190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42" name="Text Box 11">
              <a:extLst>
                <a:ext uri="{FF2B5EF4-FFF2-40B4-BE49-F238E27FC236}">
                  <a16:creationId xmlns:a16="http://schemas.microsoft.com/office/drawing/2014/main" id="{81069D73-785E-ED51-4657-C6EC2C8A66FD}"/>
                </a:ext>
              </a:extLst>
            </p:cNvPr>
            <p:cNvSpPr txBox="1"/>
            <p:nvPr/>
          </p:nvSpPr>
          <p:spPr>
            <a:xfrm>
              <a:off x="8195809" y="5149692"/>
              <a:ext cx="301267" cy="306961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800"/>
                </a:spcAft>
                <a:buNone/>
              </a:pPr>
              <a:r>
                <a:rPr lang="en-US" sz="1141" b="1" kern="100">
                  <a:solidFill>
                    <a:srgbClr val="0F9ED5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or</a:t>
              </a:r>
              <a:endParaRPr lang="ko-KR" sz="11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43" name="Text Box 13">
              <a:extLst>
                <a:ext uri="{FF2B5EF4-FFF2-40B4-BE49-F238E27FC236}">
                  <a16:creationId xmlns:a16="http://schemas.microsoft.com/office/drawing/2014/main" id="{A411274E-F582-79B9-E058-4A0E9269290A}"/>
                </a:ext>
              </a:extLst>
            </p:cNvPr>
            <p:cNvSpPr txBox="1"/>
            <p:nvPr/>
          </p:nvSpPr>
          <p:spPr>
            <a:xfrm>
              <a:off x="1790521" y="5646723"/>
              <a:ext cx="885168" cy="333879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800"/>
                </a:spcAft>
                <a:buNone/>
              </a:pPr>
              <a:r>
                <a:rPr lang="en-US" sz="1059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: </a:t>
              </a:r>
              <a:r>
                <a:rPr lang="ko-KR" sz="1059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기본 상태</a:t>
              </a:r>
            </a:p>
          </p:txBody>
        </p:sp>
        <p:sp>
          <p:nvSpPr>
            <p:cNvPr id="44" name="Text Box 13">
              <a:extLst>
                <a:ext uri="{FF2B5EF4-FFF2-40B4-BE49-F238E27FC236}">
                  <a16:creationId xmlns:a16="http://schemas.microsoft.com/office/drawing/2014/main" id="{D039BE79-7745-BD93-91D4-777C0E326063}"/>
                </a:ext>
              </a:extLst>
            </p:cNvPr>
            <p:cNvSpPr txBox="1"/>
            <p:nvPr/>
          </p:nvSpPr>
          <p:spPr>
            <a:xfrm>
              <a:off x="5983423" y="5634618"/>
              <a:ext cx="3504179" cy="619877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800"/>
                </a:spcAft>
                <a:buNone/>
              </a:pPr>
              <a:r>
                <a:rPr lang="en-US" sz="1059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: </a:t>
              </a:r>
              <a:r>
                <a:rPr lang="ko-KR" sz="1059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구매할 도구 선택됨</a:t>
              </a:r>
            </a:p>
            <a:p>
              <a:pPr>
                <a:spcAft>
                  <a:spcPts val="800"/>
                </a:spcAft>
                <a:buNone/>
              </a:pPr>
              <a:r>
                <a:rPr lang="en-US" sz="1059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: </a:t>
              </a:r>
              <a:r>
                <a:rPr lang="ko-KR" sz="1059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개수 초기화 버튼 누르면 다시 기본 상태로 </a:t>
              </a:r>
              <a:r>
                <a:rPr lang="ko-KR" sz="1059" kern="100" err="1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돌아감</a:t>
              </a:r>
              <a:endParaRPr lang="ko-KR" sz="13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45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상점</a:t>
            </a:r>
          </a:p>
        </p:txBody>
      </p:sp>
      <p:sp>
        <p:nvSpPr>
          <p:cNvPr id="46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05368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97C8-12D7-ACBE-C5A4-75DBE4566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2240280"/>
            <a:ext cx="10515600" cy="1143000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3800" b="1">
                <a:solidFill>
                  <a:srgbClr val="FFFFFF"/>
                </a:solidFill>
                <a:latin typeface="맑은 고딕"/>
                <a:ea typeface="맑은 고딕"/>
              </a:rPr>
              <a:t>게임진행</a:t>
            </a:r>
          </a:p>
        </p:txBody>
      </p:sp>
      <p:sp>
        <p:nvSpPr>
          <p:cNvPr id="3" name="Unified Section Number"/>
          <p:cNvSpPr txBox="1"/>
          <p:nvPr/>
        </p:nvSpPr>
        <p:spPr>
          <a:xfrm>
            <a:off x="804672" y="132588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E33B4E"/>
                </a:solidFill>
                <a:latin typeface="맑은 고딕"/>
              </a:rPr>
              <a:t>02</a:t>
            </a:r>
          </a:p>
        </p:txBody>
      </p:sp>
      <p:sp>
        <p:nvSpPr>
          <p:cNvPr id="4" name="Unified Divider Accent"/>
          <p:cNvSpPr/>
          <p:nvPr/>
        </p:nvSpPr>
        <p:spPr>
          <a:xfrm>
            <a:off x="804672" y="3502152"/>
            <a:ext cx="1143000" cy="50800"/>
          </a:xfrm>
          <a:prstGeom prst="rect">
            <a:avLst/>
          </a:prstGeom>
          <a:solidFill>
            <a:srgbClr val="E33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Unified Divider Footer"/>
          <p:cNvSpPr txBox="1"/>
          <p:nvPr/>
        </p:nvSpPr>
        <p:spPr>
          <a:xfrm>
            <a:off x="822960" y="61447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77C85"/>
                </a:solidFill>
                <a:latin typeface="맑은 고딕"/>
              </a:rPr>
              <a:t>SPACE ROBBER  ·  GAME DESIGN DOCUMENT</a:t>
            </a:r>
          </a:p>
        </p:txBody>
      </p:sp>
    </p:spTree>
    <p:extLst>
      <p:ext uri="{BB962C8B-B14F-4D97-AF65-F5344CB8AC3E}">
        <p14:creationId xmlns:p14="http://schemas.microsoft.com/office/powerpoint/2010/main" val="654142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ED84F4F-4BD8-3DC7-4EC6-6A2BC1B37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판매기</a:t>
            </a:r>
            <a:br>
              <a:rPr lang="en-US" altLang="ko-KR" dirty="0"/>
            </a:br>
            <a:r>
              <a:rPr lang="en-US" altLang="ko-KR" sz="2400" b="1">
                <a:solidFill>
                  <a:srgbClr val="16181D"/>
                </a:solidFill>
                <a:latin typeface="맑은 고딕"/>
              </a:rPr>
              <a:t>(</a:t>
            </a:r>
            <a:r>
              <a:rPr lang="en-US" altLang="ko-KR" sz="2400" b="1" err="1">
                <a:solidFill>
                  <a:srgbClr val="16181D"/>
                </a:solidFill>
                <a:latin typeface="맑은 고딕"/>
              </a:rPr>
              <a:t>SellingMachine</a:t>
            </a:r>
            <a:r>
              <a:rPr lang="en-US" altLang="ko-KR" sz="2400" b="1">
                <a:solidFill>
                  <a:srgbClr val="16181D"/>
                </a:solidFill>
                <a:latin typeface="맑은 고딕"/>
              </a:rPr>
              <a:t>)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2ECF72-891E-22B0-CE82-F049E89F0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2607" y="1115568"/>
            <a:ext cx="5814553" cy="5138928"/>
          </a:xfrm>
        </p:spPr>
        <p:txBody>
          <a:bodyPr>
            <a:normAutofit/>
          </a:bodyPr>
          <a:lstStyle/>
          <a:p>
            <a:pPr marL="0" indent="0" latinLnBrk="0">
              <a:buNone/>
            </a:pPr>
            <a:r>
              <a:rPr lang="en-US" altLang="ko-KR" dirty="0"/>
              <a:t>&lt;</a:t>
            </a:r>
            <a:r>
              <a:rPr lang="ko-KR" altLang="ko-KR" dirty="0"/>
              <a:t>기능</a:t>
            </a:r>
            <a:r>
              <a:rPr lang="en-US" altLang="ko-KR" dirty="0"/>
              <a:t>&gt;</a:t>
            </a:r>
            <a:endParaRPr lang="ko-KR" altLang="ko-KR" dirty="0"/>
          </a:p>
          <a:p>
            <a:pPr latinLnBrk="0"/>
            <a:r>
              <a:rPr lang="ko-KR" altLang="ko-KR" dirty="0"/>
              <a:t>지정된 위치들 중 </a:t>
            </a:r>
            <a:r>
              <a:rPr lang="ko-KR" altLang="ko-KR" dirty="0" err="1"/>
              <a:t>랜덤한</a:t>
            </a:r>
            <a:r>
              <a:rPr lang="ko-KR" altLang="ko-KR" dirty="0"/>
              <a:t> 위치에 난이도별 개수만큼 설치된다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ko-KR" dirty="0"/>
              <a:t>단</a:t>
            </a:r>
            <a:r>
              <a:rPr lang="en-US" altLang="ko-KR" dirty="0"/>
              <a:t>, </a:t>
            </a:r>
            <a:r>
              <a:rPr lang="ko-KR" altLang="ko-KR" dirty="0"/>
              <a:t>한 큐브에 한 개의 자판기만 생성될 수 있다</a:t>
            </a:r>
            <a:r>
              <a:rPr lang="en-US" altLang="ko-KR" dirty="0"/>
              <a:t>.</a:t>
            </a:r>
            <a:endParaRPr lang="ko-KR" altLang="ko-KR" dirty="0"/>
          </a:p>
          <a:p>
            <a:pPr latinLnBrk="0"/>
            <a:r>
              <a:rPr lang="ko-KR" altLang="ko-KR" dirty="0"/>
              <a:t>열린 상태의 판매기에만 판매할 수 있다</a:t>
            </a:r>
            <a:r>
              <a:rPr lang="en-US" altLang="ko-KR" dirty="0"/>
              <a:t>. </a:t>
            </a:r>
            <a:r>
              <a:rPr lang="ko-KR" altLang="ko-KR" dirty="0"/>
              <a:t>특수 </a:t>
            </a:r>
            <a:r>
              <a:rPr lang="ko-KR" altLang="ko-KR" dirty="0" err="1"/>
              <a:t>기믹</a:t>
            </a:r>
            <a:r>
              <a:rPr lang="ko-KR" altLang="ko-KR" dirty="0"/>
              <a:t> 판매기가 아니라면 열린 상태로 시작한다</a:t>
            </a:r>
            <a:r>
              <a:rPr lang="en-US" altLang="ko-KR" dirty="0"/>
              <a:t>.</a:t>
            </a:r>
            <a:endParaRPr lang="ko-KR" altLang="ko-KR" dirty="0"/>
          </a:p>
          <a:p>
            <a:pPr latinLnBrk="0"/>
            <a:r>
              <a:rPr lang="ko-KR" altLang="ko-KR" dirty="0"/>
              <a:t>스크랩만 판매할 수 있다</a:t>
            </a:r>
            <a:r>
              <a:rPr lang="en-US" altLang="ko-KR" dirty="0"/>
              <a:t>.</a:t>
            </a:r>
            <a:endParaRPr lang="ko-KR" altLang="ko-KR" dirty="0"/>
          </a:p>
          <a:p>
            <a:pPr latinLnBrk="0"/>
            <a:r>
              <a:rPr lang="ko-KR" altLang="ko-KR" dirty="0"/>
              <a:t>한 번 판매기에 놓은 스크랩은 다시 수거할 수 없다</a:t>
            </a:r>
            <a:r>
              <a:rPr lang="en-US" altLang="ko-KR" dirty="0"/>
              <a:t>.</a:t>
            </a:r>
            <a:endParaRPr lang="ko-KR" altLang="ko-KR" dirty="0"/>
          </a:p>
          <a:p>
            <a:pPr latinLnBrk="0"/>
            <a:r>
              <a:rPr lang="ko-KR" altLang="ko-KR" dirty="0"/>
              <a:t>판매기에 스크랩을 내려놓고 판매하기</a:t>
            </a:r>
            <a:r>
              <a:rPr lang="en-US" altLang="ko-KR" dirty="0"/>
              <a:t>(E)</a:t>
            </a:r>
            <a:r>
              <a:rPr lang="ko-KR" altLang="ko-KR" dirty="0"/>
              <a:t>를 누르면</a:t>
            </a:r>
            <a:r>
              <a:rPr lang="en-US" altLang="ko-KR" dirty="0"/>
              <a:t>, </a:t>
            </a:r>
            <a:r>
              <a:rPr lang="en-US" altLang="ko-KR" dirty="0" err="1"/>
              <a:t>SellingMachine_bar</a:t>
            </a:r>
            <a:r>
              <a:rPr lang="ko-KR" altLang="ko-KR" dirty="0"/>
              <a:t>가 올라가는 애니메이션이 나오고</a:t>
            </a:r>
            <a:r>
              <a:rPr lang="en-US" altLang="ko-KR" dirty="0"/>
              <a:t>, </a:t>
            </a:r>
            <a:r>
              <a:rPr lang="ko-KR" altLang="ko-KR" dirty="0" err="1"/>
              <a:t>크레딧이</a:t>
            </a:r>
            <a:r>
              <a:rPr lang="ko-KR" altLang="ko-KR" dirty="0"/>
              <a:t> 획득된다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ko-KR" dirty="0"/>
              <a:t>이후 </a:t>
            </a:r>
            <a:r>
              <a:rPr lang="en-US" altLang="ko-KR" dirty="0" err="1"/>
              <a:t>SellingMachine_bar</a:t>
            </a:r>
            <a:r>
              <a:rPr lang="ko-KR" altLang="ko-KR" dirty="0"/>
              <a:t>가 내려가는 애니메이션이 나온 뒤</a:t>
            </a:r>
            <a:r>
              <a:rPr lang="en-US" altLang="ko-KR" dirty="0"/>
              <a:t>, </a:t>
            </a:r>
            <a:r>
              <a:rPr lang="ko-KR" altLang="ko-KR" dirty="0"/>
              <a:t>다시 스크랩을 내려놓을 수 있게 된다</a:t>
            </a:r>
            <a:r>
              <a:rPr lang="en-US" altLang="ko-KR" dirty="0"/>
              <a:t>.</a:t>
            </a:r>
            <a:endParaRPr lang="ko-KR" altLang="ko-KR" dirty="0"/>
          </a:p>
          <a:p>
            <a:pPr latinLnBrk="0"/>
            <a:r>
              <a:rPr lang="ko-KR" altLang="ko-KR" dirty="0"/>
              <a:t>매 판 한 판매기에서 획득할 수 있는 최대 금액이 정해지는데</a:t>
            </a:r>
            <a:r>
              <a:rPr lang="en-US" altLang="ko-KR" dirty="0"/>
              <a:t>, </a:t>
            </a:r>
            <a:r>
              <a:rPr lang="ko-KR" altLang="ko-KR" dirty="0"/>
              <a:t>이는 해당 판의 모든 판매기가 동일하다</a:t>
            </a:r>
            <a:r>
              <a:rPr lang="en-US" altLang="ko-KR" dirty="0"/>
              <a:t>. </a:t>
            </a:r>
            <a:r>
              <a:rPr lang="ko-KR" altLang="ko-KR" dirty="0"/>
              <a:t>금액은 </a:t>
            </a:r>
            <a:r>
              <a:rPr lang="en-US" altLang="ko-KR" dirty="0"/>
              <a:t>‘</a:t>
            </a:r>
            <a:r>
              <a:rPr lang="ko-KR" altLang="ko-KR" dirty="0"/>
              <a:t>금액 제한 범위</a:t>
            </a:r>
            <a:r>
              <a:rPr lang="en-US" altLang="ko-KR" dirty="0"/>
              <a:t>’ </a:t>
            </a:r>
            <a:r>
              <a:rPr lang="ko-KR" altLang="ko-KR" dirty="0"/>
              <a:t>내에서 랜덤하게 정해진다</a:t>
            </a:r>
            <a:r>
              <a:rPr lang="en-US" altLang="ko-KR" dirty="0"/>
              <a:t>.</a:t>
            </a:r>
            <a:endParaRPr lang="ko-KR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07801D2-263A-D863-F949-2108A6C3AD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6"/>
          <a:stretch>
            <a:fillRect/>
          </a:stretch>
        </p:blipFill>
        <p:spPr>
          <a:xfrm>
            <a:off x="1721949" y="1115568"/>
            <a:ext cx="3970088" cy="5040503"/>
          </a:xfrm>
          <a:prstGeom prst="rect">
            <a:avLst/>
          </a:prstGeom>
        </p:spPr>
      </p:pic>
      <p:sp>
        <p:nvSpPr>
          <p:cNvPr id="8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게임진행</a:t>
            </a:r>
          </a:p>
        </p:txBody>
      </p:sp>
      <p:sp>
        <p:nvSpPr>
          <p:cNvPr id="9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418026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5A49F7A-305D-C8DA-AB0A-893A5F01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판매기</a:t>
            </a:r>
            <a:br>
              <a:rPr lang="en-US" altLang="ko-KR" dirty="0"/>
            </a:br>
            <a:r>
              <a:rPr lang="en-US" altLang="ko-KR" sz="2400" b="1">
                <a:solidFill>
                  <a:srgbClr val="16181D"/>
                </a:solidFill>
                <a:latin typeface="맑은 고딕"/>
              </a:rPr>
              <a:t>(</a:t>
            </a:r>
            <a:r>
              <a:rPr lang="en-US" altLang="ko-KR" sz="2400" b="1" err="1">
                <a:solidFill>
                  <a:srgbClr val="16181D"/>
                </a:solidFill>
                <a:latin typeface="맑은 고딕"/>
              </a:rPr>
              <a:t>SellingMachine</a:t>
            </a:r>
            <a:r>
              <a:rPr lang="en-US" altLang="ko-KR" sz="2400" b="1">
                <a:solidFill>
                  <a:srgbClr val="16181D"/>
                </a:solidFill>
                <a:latin typeface="맑은 고딕"/>
              </a:rPr>
              <a:t>)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D0D7C2-F14A-53DE-3866-A7EC29CEC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/>
          <a:lstStyle/>
          <a:p>
            <a:r>
              <a:rPr lang="en-US" altLang="ko-KR" dirty="0"/>
              <a:t>‘</a:t>
            </a:r>
            <a:r>
              <a:rPr lang="ko-KR" altLang="ko-KR" dirty="0"/>
              <a:t>판매기 개수</a:t>
            </a:r>
            <a:r>
              <a:rPr lang="en-US" altLang="ko-KR" dirty="0"/>
              <a:t>’ </a:t>
            </a:r>
            <a:r>
              <a:rPr lang="ko-KR" altLang="ko-KR" dirty="0"/>
              <a:t>안에 </a:t>
            </a:r>
            <a:r>
              <a:rPr lang="en-US" altLang="ko-KR" dirty="0"/>
              <a:t>‘</a:t>
            </a:r>
            <a:r>
              <a:rPr lang="ko-KR" altLang="ko-KR" dirty="0"/>
              <a:t>특수 </a:t>
            </a:r>
            <a:r>
              <a:rPr lang="ko-KR" altLang="ko-KR" dirty="0" err="1"/>
              <a:t>기믹</a:t>
            </a:r>
            <a:r>
              <a:rPr lang="ko-KR" altLang="ko-KR" dirty="0"/>
              <a:t> 판매기 개수</a:t>
            </a:r>
            <a:r>
              <a:rPr lang="en-US" altLang="ko-KR" dirty="0"/>
              <a:t>’</a:t>
            </a:r>
            <a:r>
              <a:rPr lang="ko-KR" altLang="ko-KR" dirty="0"/>
              <a:t>가 포함된다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금액 제한 추가 설명</a:t>
            </a:r>
            <a:r>
              <a:rPr lang="en-US" altLang="ko-KR" dirty="0"/>
              <a:t>: </a:t>
            </a:r>
            <a:r>
              <a:rPr lang="ko-KR" altLang="ko-KR" dirty="0"/>
              <a:t>어떤 판의 판매기들의 금액 제한이</a:t>
            </a:r>
            <a:r>
              <a:rPr lang="en-US" altLang="ko-KR" dirty="0"/>
              <a:t> 160 CR</a:t>
            </a:r>
            <a:r>
              <a:rPr lang="ko-KR" altLang="ko-KR" dirty="0"/>
              <a:t>이라면</a:t>
            </a:r>
            <a:r>
              <a:rPr lang="en-US" altLang="ko-KR" dirty="0"/>
              <a:t>, </a:t>
            </a:r>
            <a:r>
              <a:rPr lang="ko-KR" altLang="ko-KR" dirty="0"/>
              <a:t>판매기에 내려놓아진 스크랩들의 금액이</a:t>
            </a:r>
            <a:r>
              <a:rPr lang="en-US" altLang="ko-KR" dirty="0"/>
              <a:t> 160CR </a:t>
            </a:r>
            <a:r>
              <a:rPr lang="ko-KR" altLang="ko-KR" dirty="0"/>
              <a:t>이상이 된 이후로 닫힌 상태가 된다</a:t>
            </a:r>
            <a:r>
              <a:rPr lang="en-US" altLang="ko-KR" dirty="0"/>
              <a:t>. </a:t>
            </a:r>
            <a:r>
              <a:rPr lang="ko-KR" altLang="ko-KR" dirty="0"/>
              <a:t>단</a:t>
            </a:r>
            <a:r>
              <a:rPr lang="en-US" altLang="ko-KR" dirty="0"/>
              <a:t>, </a:t>
            </a:r>
            <a:r>
              <a:rPr lang="ko-KR" altLang="ko-KR" dirty="0"/>
              <a:t>스크랩 하나가 제한 금액 이상인 경우에는 해당 스크랩만 올려놓을 수 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(ex. 200CR</a:t>
            </a:r>
            <a:r>
              <a:rPr lang="ko-KR" altLang="ko-KR" dirty="0"/>
              <a:t>의 금괴만 팔기</a:t>
            </a:r>
            <a:r>
              <a:rPr lang="en-US" altLang="ko-KR" dirty="0"/>
              <a:t>: </a:t>
            </a:r>
            <a:r>
              <a:rPr lang="ko-KR" altLang="ko-KR" dirty="0"/>
              <a:t>가능</a:t>
            </a:r>
            <a:r>
              <a:rPr lang="en-US" altLang="ko-KR" dirty="0"/>
              <a:t>, </a:t>
            </a:r>
            <a:r>
              <a:rPr lang="ko-KR" altLang="ko-KR" dirty="0"/>
              <a:t>금괴하고</a:t>
            </a:r>
            <a:r>
              <a:rPr lang="en-US" altLang="ko-KR" dirty="0"/>
              <a:t> 10CR</a:t>
            </a:r>
            <a:r>
              <a:rPr lang="ko-KR" altLang="ko-KR" dirty="0" err="1"/>
              <a:t>짜리</a:t>
            </a:r>
            <a:r>
              <a:rPr lang="ko-KR" altLang="ko-KR" dirty="0"/>
              <a:t> 통조림 캔 팔기</a:t>
            </a:r>
            <a:r>
              <a:rPr lang="en-US" altLang="ko-KR" dirty="0"/>
              <a:t>: </a:t>
            </a:r>
            <a:r>
              <a:rPr lang="ko-KR" altLang="ko-KR" dirty="0"/>
              <a:t>불가능</a:t>
            </a:r>
            <a:r>
              <a:rPr lang="en-US" altLang="ko-KR" dirty="0"/>
              <a:t>, 70CR</a:t>
            </a:r>
            <a:r>
              <a:rPr lang="ko-KR" altLang="ko-KR" dirty="0" err="1"/>
              <a:t>짜리</a:t>
            </a:r>
            <a:r>
              <a:rPr lang="en-US" altLang="ko-KR" dirty="0"/>
              <a:t> 3</a:t>
            </a:r>
            <a:r>
              <a:rPr lang="ko-KR" altLang="ko-KR" dirty="0"/>
              <a:t>개 팔기</a:t>
            </a:r>
            <a:r>
              <a:rPr lang="en-US" altLang="ko-KR" dirty="0"/>
              <a:t>: </a:t>
            </a:r>
            <a:r>
              <a:rPr lang="ko-KR" altLang="ko-KR" dirty="0"/>
              <a:t>불가능</a:t>
            </a:r>
            <a:r>
              <a:rPr lang="en-US" altLang="ko-KR" dirty="0"/>
              <a:t>)</a:t>
            </a:r>
            <a:endParaRPr lang="ko-KR" altLang="ko-KR" dirty="0"/>
          </a:p>
          <a:p>
            <a:endParaRPr lang="ko-KR" altLang="ko-KR" dirty="0"/>
          </a:p>
          <a:p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8819BB2-CF69-E3E2-33C3-15E1B1C16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136078"/>
              </p:ext>
            </p:extLst>
          </p:nvPr>
        </p:nvGraphicFramePr>
        <p:xfrm>
          <a:off x="1128776" y="1601770"/>
          <a:ext cx="5725160" cy="1721418"/>
        </p:xfrm>
        <a:graphic>
          <a:graphicData uri="http://schemas.openxmlformats.org/drawingml/2006/table">
            <a:tbl>
              <a:tblPr firstRow="1" firstCol="1" bandRow="1"/>
              <a:tblGrid>
                <a:gridCol w="1431290">
                  <a:extLst>
                    <a:ext uri="{9D8B030D-6E8A-4147-A177-3AD203B41FA5}">
                      <a16:colId xmlns:a16="http://schemas.microsoft.com/office/drawing/2014/main" val="3468980142"/>
                    </a:ext>
                  </a:extLst>
                </a:gridCol>
                <a:gridCol w="1431290">
                  <a:extLst>
                    <a:ext uri="{9D8B030D-6E8A-4147-A177-3AD203B41FA5}">
                      <a16:colId xmlns:a16="http://schemas.microsoft.com/office/drawing/2014/main" val="1785942941"/>
                    </a:ext>
                  </a:extLst>
                </a:gridCol>
                <a:gridCol w="1431290">
                  <a:extLst>
                    <a:ext uri="{9D8B030D-6E8A-4147-A177-3AD203B41FA5}">
                      <a16:colId xmlns:a16="http://schemas.microsoft.com/office/drawing/2014/main" val="191620710"/>
                    </a:ext>
                  </a:extLst>
                </a:gridCol>
                <a:gridCol w="1431290">
                  <a:extLst>
                    <a:ext uri="{9D8B030D-6E8A-4147-A177-3AD203B41FA5}">
                      <a16:colId xmlns:a16="http://schemas.microsoft.com/office/drawing/2014/main" val="3251933955"/>
                    </a:ext>
                  </a:extLst>
                </a:gridCol>
              </a:tblGrid>
              <a:tr h="286903"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쉬움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보통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어려움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483647"/>
                  </a:ext>
                </a:extLst>
              </a:tr>
              <a:tr h="573806"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ko-KR" sz="1100" b="1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판매기 금액</a:t>
                      </a:r>
                      <a:r>
                        <a:rPr lang="en-US" sz="1100" b="1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(CR) </a:t>
                      </a:r>
                      <a:r>
                        <a:rPr lang="ko-KR" sz="1100" b="1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제한 범위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110~160</a:t>
                      </a: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140~200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150~230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431085"/>
                  </a:ext>
                </a:extLst>
              </a:tr>
              <a:tr h="286903"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ko-KR" sz="1100" b="1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판매기 개수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157978"/>
                  </a:ext>
                </a:extLst>
              </a:tr>
              <a:tr h="573806"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ko-KR" sz="1100" b="1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특수 기믹 판매기 개수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</a:t>
                      </a: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017183"/>
                  </a:ext>
                </a:extLst>
              </a:tr>
            </a:tbl>
          </a:graphicData>
        </a:graphic>
      </p:graphicFrame>
      <p:sp>
        <p:nvSpPr>
          <p:cNvPr id="8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게임진행</a:t>
            </a:r>
          </a:p>
        </p:txBody>
      </p:sp>
      <p:sp>
        <p:nvSpPr>
          <p:cNvPr id="9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190383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31F252-5CEB-7C46-1878-D37CCAA6F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B0E6360-C5B9-7D0D-0D58-979E609AC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 dirty="0">
                <a:solidFill>
                  <a:srgbClr val="16181D"/>
                </a:solidFill>
                <a:latin typeface="맑은 고딕"/>
              </a:rPr>
              <a:t>판매기</a:t>
            </a:r>
            <a:br>
              <a:rPr lang="en-US" altLang="ko-KR" dirty="0"/>
            </a:br>
            <a:r>
              <a:rPr lang="en-US" altLang="ko-KR" sz="2400" b="1" dirty="0">
                <a:solidFill>
                  <a:srgbClr val="16181D"/>
                </a:solidFill>
                <a:latin typeface="맑은 고딕"/>
              </a:rPr>
              <a:t>(</a:t>
            </a:r>
            <a:r>
              <a:rPr lang="en-US" altLang="ko-KR" sz="2400" b="1" dirty="0" err="1">
                <a:solidFill>
                  <a:srgbClr val="16181D"/>
                </a:solidFill>
                <a:latin typeface="맑은 고딕"/>
              </a:rPr>
              <a:t>SellingMachine</a:t>
            </a:r>
            <a:r>
              <a:rPr lang="en-US" altLang="ko-KR" sz="2400" b="1" dirty="0">
                <a:solidFill>
                  <a:srgbClr val="16181D"/>
                </a:solidFill>
                <a:latin typeface="맑은 고딕"/>
              </a:rPr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F8F940-A753-55DB-A161-DCCF03B1F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6418" y="1056386"/>
            <a:ext cx="9276115" cy="4448262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특수 </a:t>
            </a:r>
            <a:r>
              <a:rPr lang="ko-KR" altLang="en-US" dirty="0" err="1"/>
              <a:t>기믹</a:t>
            </a:r>
            <a:r>
              <a:rPr lang="en-US" altLang="ko-KR" dirty="0"/>
              <a:t>]</a:t>
            </a:r>
          </a:p>
          <a:p>
            <a:r>
              <a:rPr lang="ko-KR" altLang="ko-KR" dirty="0"/>
              <a:t>판매기가 게임 시작하고 일정 시간</a:t>
            </a:r>
            <a:r>
              <a:rPr lang="en-US" altLang="ko-KR" dirty="0"/>
              <a:t>(200s))</a:t>
            </a:r>
            <a:r>
              <a:rPr lang="ko-KR" altLang="ko-KR" dirty="0"/>
              <a:t>이 지나야 열린 상태가 됨</a:t>
            </a:r>
          </a:p>
          <a:p>
            <a:r>
              <a:rPr lang="ko-KR" altLang="ko-KR" b="1" dirty="0"/>
              <a:t>특수 </a:t>
            </a:r>
            <a:r>
              <a:rPr lang="ko-KR" altLang="ko-KR" b="1" dirty="0" err="1"/>
              <a:t>기믹</a:t>
            </a:r>
            <a:r>
              <a:rPr lang="ko-KR" altLang="ko-KR" b="1" dirty="0"/>
              <a:t> 판매기에 판매 시 </a:t>
            </a:r>
            <a:r>
              <a:rPr lang="ko-KR" altLang="ko-KR" b="1" dirty="0" err="1"/>
              <a:t>크레딧을</a:t>
            </a:r>
            <a:r>
              <a:rPr lang="ko-KR" altLang="ko-KR" b="1" dirty="0"/>
              <a:t> </a:t>
            </a:r>
            <a:r>
              <a:rPr lang="en-US" altLang="ko-KR" b="1" dirty="0"/>
              <a:t>5% </a:t>
            </a:r>
            <a:r>
              <a:rPr lang="ko-KR" altLang="ko-KR" b="1" dirty="0"/>
              <a:t>추가로 제공한다</a:t>
            </a:r>
            <a:r>
              <a:rPr lang="en-US" altLang="ko-KR" b="1" dirty="0"/>
              <a:t>.</a:t>
            </a:r>
            <a:endParaRPr lang="ko-KR" altLang="ko-KR" dirty="0"/>
          </a:p>
        </p:txBody>
      </p:sp>
      <p:sp>
        <p:nvSpPr>
          <p:cNvPr id="5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게임진행</a:t>
            </a:r>
          </a:p>
        </p:txBody>
      </p:sp>
      <p:sp>
        <p:nvSpPr>
          <p:cNvPr id="6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529678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16D8C0E-9698-07E7-D841-8FFDCCAFA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기지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F0B6D5-3465-511B-5514-24523B11B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ko-KR" dirty="0" err="1"/>
              <a:t>리썰</a:t>
            </a:r>
            <a:r>
              <a:rPr lang="ko-KR" altLang="ko-KR" dirty="0"/>
              <a:t> 함선처럼 기지 문을 시간차 두고 열리고 닫히게 함</a:t>
            </a:r>
            <a:r>
              <a:rPr lang="en-US" altLang="ko-KR" dirty="0"/>
              <a:t>(</a:t>
            </a:r>
            <a:r>
              <a:rPr lang="ko-KR" altLang="ko-KR" dirty="0"/>
              <a:t>기지와 내부 </a:t>
            </a:r>
            <a:r>
              <a:rPr lang="ko-KR" altLang="ko-KR" dirty="0" err="1"/>
              <a:t>맵이</a:t>
            </a:r>
            <a:r>
              <a:rPr lang="ko-KR" altLang="ko-KR" dirty="0"/>
              <a:t> 연결된 문은 한 개임</a:t>
            </a:r>
            <a:r>
              <a:rPr lang="en-US" altLang="ko-KR" dirty="0"/>
              <a:t>)</a:t>
            </a:r>
            <a:endParaRPr lang="ko-KR" altLang="ko-KR" dirty="0"/>
          </a:p>
          <a:p>
            <a:r>
              <a:rPr lang="en-US" altLang="ko-KR" dirty="0"/>
              <a:t>2. </a:t>
            </a:r>
            <a:r>
              <a:rPr lang="ko-KR" altLang="ko-KR" dirty="0"/>
              <a:t>기지 내부에서는 표정 인식이 되지 않음</a:t>
            </a:r>
          </a:p>
          <a:p>
            <a:r>
              <a:rPr lang="en-US" altLang="ko-KR" dirty="0"/>
              <a:t>3. </a:t>
            </a:r>
            <a:r>
              <a:rPr lang="ko-KR" altLang="ko-KR" dirty="0"/>
              <a:t>맵</a:t>
            </a:r>
            <a:r>
              <a:rPr lang="en-US" altLang="ko-KR" dirty="0"/>
              <a:t> 3</a:t>
            </a:r>
            <a:r>
              <a:rPr lang="ko-KR" altLang="ko-KR" dirty="0"/>
              <a:t>개 플레이하고 할당량 총 정산하는 현재 방식은 유지한다</a:t>
            </a:r>
            <a:r>
              <a:rPr lang="en-US" altLang="ko-KR" dirty="0"/>
              <a:t>. </a:t>
            </a:r>
            <a:r>
              <a:rPr lang="ko-KR" altLang="ko-KR" dirty="0"/>
              <a:t>단</a:t>
            </a:r>
            <a:r>
              <a:rPr lang="en-US" altLang="ko-KR" dirty="0"/>
              <a:t>, </a:t>
            </a:r>
            <a:r>
              <a:rPr lang="ko-KR" altLang="ko-KR" dirty="0"/>
              <a:t>기지에 둔 채 다음 </a:t>
            </a:r>
            <a:r>
              <a:rPr lang="ko-KR" altLang="ko-KR" dirty="0" err="1"/>
              <a:t>맵으로</a:t>
            </a:r>
            <a:r>
              <a:rPr lang="ko-KR" altLang="ko-KR" dirty="0"/>
              <a:t> 갈 때마다 각 스크랩 금액이 </a:t>
            </a:r>
            <a:r>
              <a:rPr lang="en-US" altLang="ko-KR" dirty="0"/>
              <a:t>3% </a:t>
            </a:r>
            <a:r>
              <a:rPr lang="ko-KR" altLang="ko-KR" dirty="0"/>
              <a:t>씩 하락함</a:t>
            </a:r>
            <a:r>
              <a:rPr lang="en-US" altLang="ko-KR" dirty="0"/>
              <a:t>.</a:t>
            </a:r>
            <a:endParaRPr lang="ko-KR" altLang="ko-KR" dirty="0"/>
          </a:p>
          <a:p>
            <a:endParaRPr lang="ko-KR" altLang="en-US" dirty="0"/>
          </a:p>
        </p:txBody>
      </p:sp>
      <p:sp>
        <p:nvSpPr>
          <p:cNvPr id="5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게임진행</a:t>
            </a:r>
          </a:p>
        </p:txBody>
      </p:sp>
      <p:sp>
        <p:nvSpPr>
          <p:cNvPr id="6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83191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75CE80B-B68B-4F06-834D-02224F1F1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368725"/>
            <a:ext cx="9372600" cy="332399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 dirty="0">
                <a:solidFill>
                  <a:srgbClr val="16181D"/>
                </a:solidFill>
                <a:latin typeface="맑은 고딕"/>
              </a:rPr>
              <a:t>스테이지 종료 조건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0C7F6A-29E2-B73D-81D5-9CBBFC2FB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/>
          <a:lstStyle/>
          <a:p>
            <a:r>
              <a:rPr lang="en-US" altLang="ko-KR" b="1" dirty="0"/>
              <a:t>Lever </a:t>
            </a:r>
            <a:r>
              <a:rPr lang="ko-KR" altLang="ko-KR" b="1" dirty="0"/>
              <a:t>당김</a:t>
            </a:r>
            <a:r>
              <a:rPr lang="en-US" altLang="ko-KR" b="1" dirty="0"/>
              <a:t>, </a:t>
            </a:r>
            <a:r>
              <a:rPr lang="ko-KR" altLang="ko-KR" b="1" dirty="0"/>
              <a:t>한 판 시간 종료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ko-KR" dirty="0"/>
              <a:t>해당 스테이지</a:t>
            </a:r>
            <a:r>
              <a:rPr lang="en-US" altLang="ko-KR" dirty="0"/>
              <a:t>(</a:t>
            </a:r>
            <a:r>
              <a:rPr lang="ko-KR" altLang="ko-KR" dirty="0"/>
              <a:t>한 판</a:t>
            </a:r>
            <a:r>
              <a:rPr lang="en-US" altLang="ko-KR" dirty="0"/>
              <a:t>) </a:t>
            </a:r>
            <a:r>
              <a:rPr lang="ko-KR" altLang="ko-KR" dirty="0"/>
              <a:t>종료 조건</a:t>
            </a:r>
            <a:r>
              <a:rPr lang="en-US" altLang="ko-KR" dirty="0"/>
              <a:t>: </a:t>
            </a:r>
            <a:endParaRPr lang="ko-KR" altLang="ko-KR" dirty="0"/>
          </a:p>
          <a:p>
            <a:r>
              <a:rPr lang="en-US" altLang="ko-KR" dirty="0"/>
              <a:t>1. </a:t>
            </a:r>
            <a:r>
              <a:rPr lang="ko-KR" altLang="ko-KR" dirty="0"/>
              <a:t>기지의</a:t>
            </a:r>
            <a:r>
              <a:rPr lang="en-US" altLang="ko-KR" dirty="0"/>
              <a:t> Lever</a:t>
            </a:r>
            <a:r>
              <a:rPr lang="ko-KR" altLang="ko-KR" dirty="0"/>
              <a:t>를 당김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ko-KR" dirty="0"/>
              <a:t>한 판 시간이 경과됨</a:t>
            </a:r>
          </a:p>
          <a:p>
            <a:r>
              <a:rPr lang="en-US" altLang="ko-KR" b="1" dirty="0"/>
              <a:t>* </a:t>
            </a:r>
            <a:r>
              <a:rPr lang="ko-KR" altLang="ko-KR" b="1" dirty="0"/>
              <a:t>한 판</a:t>
            </a:r>
            <a:r>
              <a:rPr lang="en-US" altLang="ko-KR" b="1" dirty="0"/>
              <a:t> = 10</a:t>
            </a:r>
            <a:r>
              <a:rPr lang="ko-KR" altLang="ko-KR" b="1" dirty="0"/>
              <a:t>분</a:t>
            </a:r>
          </a:p>
        </p:txBody>
      </p:sp>
      <p:sp>
        <p:nvSpPr>
          <p:cNvPr id="5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게임진행</a:t>
            </a:r>
          </a:p>
        </p:txBody>
      </p:sp>
      <p:sp>
        <p:nvSpPr>
          <p:cNvPr id="6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347824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2121157-E94B-ED0B-2B38-00EFAF926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368724"/>
            <a:ext cx="9372600" cy="332399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 dirty="0">
                <a:solidFill>
                  <a:srgbClr val="16181D"/>
                </a:solidFill>
                <a:latin typeface="맑은 고딕"/>
              </a:rPr>
              <a:t>할당량 공식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3F0BAE-0757-EFC8-A2BB-7DCBEFFAB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8553" y="1115568"/>
            <a:ext cx="9051844" cy="434071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ko-KR" dirty="0"/>
              <a:t>할당량은 맵</a:t>
            </a:r>
            <a:r>
              <a:rPr lang="en-US" altLang="ko-KR" dirty="0"/>
              <a:t> 3</a:t>
            </a:r>
            <a:r>
              <a:rPr lang="ko-KR" altLang="ko-KR" dirty="0"/>
              <a:t>개 안에 충족해야 한다</a:t>
            </a:r>
            <a:r>
              <a:rPr lang="en-US" altLang="ko-KR" dirty="0"/>
              <a:t>.</a:t>
            </a:r>
          </a:p>
          <a:p>
            <a:endParaRPr lang="ko-KR" altLang="ko-KR" dirty="0"/>
          </a:p>
          <a:p>
            <a:endParaRPr lang="ko-KR" altLang="en-US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FB1A24C-2B59-FB07-F836-DA0DF7B14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834645"/>
              </p:ext>
            </p:extLst>
          </p:nvPr>
        </p:nvGraphicFramePr>
        <p:xfrm>
          <a:off x="1754401" y="2153048"/>
          <a:ext cx="7978101" cy="1706880"/>
        </p:xfrm>
        <a:graphic>
          <a:graphicData uri="http://schemas.openxmlformats.org/drawingml/2006/table">
            <a:tbl>
              <a:tblPr firstRow="1" firstCol="1" bandRow="1"/>
              <a:tblGrid>
                <a:gridCol w="573722">
                  <a:extLst>
                    <a:ext uri="{9D8B030D-6E8A-4147-A177-3AD203B41FA5}">
                      <a16:colId xmlns:a16="http://schemas.microsoft.com/office/drawing/2014/main" val="2586275557"/>
                    </a:ext>
                  </a:extLst>
                </a:gridCol>
                <a:gridCol w="1506030">
                  <a:extLst>
                    <a:ext uri="{9D8B030D-6E8A-4147-A177-3AD203B41FA5}">
                      <a16:colId xmlns:a16="http://schemas.microsoft.com/office/drawing/2014/main" val="3021260783"/>
                    </a:ext>
                  </a:extLst>
                </a:gridCol>
                <a:gridCol w="1296035">
                  <a:extLst>
                    <a:ext uri="{9D8B030D-6E8A-4147-A177-3AD203B41FA5}">
                      <a16:colId xmlns:a16="http://schemas.microsoft.com/office/drawing/2014/main" val="3757748757"/>
                    </a:ext>
                  </a:extLst>
                </a:gridCol>
                <a:gridCol w="434022">
                  <a:extLst>
                    <a:ext uri="{9D8B030D-6E8A-4147-A177-3AD203B41FA5}">
                      <a16:colId xmlns:a16="http://schemas.microsoft.com/office/drawing/2014/main" val="4242701037"/>
                    </a:ext>
                  </a:extLst>
                </a:gridCol>
                <a:gridCol w="4168292">
                  <a:extLst>
                    <a:ext uri="{9D8B030D-6E8A-4147-A177-3AD203B41FA5}">
                      <a16:colId xmlns:a16="http://schemas.microsoft.com/office/drawing/2014/main" val="23354192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json </a:t>
                      </a:r>
                      <a:r>
                        <a:rPr lang="ko-KR" sz="16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변수명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767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1600" kern="100" baseline="-250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새로운 할당량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342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1600" kern="100" baseline="-250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n-1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이전 할당량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453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increaseCredit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기획자 조정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50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기본 </a:t>
                      </a:r>
                      <a:r>
                        <a:rPr lang="ko-KR" sz="16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증가값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049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현재까지의 활당량 완수 횟수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36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k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relaxivityValue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기획자 조정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16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할당량 상승 곡선 </a:t>
                      </a:r>
                      <a:r>
                        <a:rPr lang="ko-KR" sz="16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완화값</a:t>
                      </a:r>
                      <a:r>
                        <a:rPr lang="en-US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클수록 완만해짐</a:t>
                      </a:r>
                      <a:r>
                        <a:rPr lang="en-US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926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감정 횟수 기반 난이도 배율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26501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560127-5D25-431F-9BFD-D9FD959C41B7}"/>
                  </a:ext>
                </a:extLst>
              </p:cNvPr>
              <p:cNvSpPr txBox="1"/>
              <p:nvPr/>
            </p:nvSpPr>
            <p:spPr>
              <a:xfrm>
                <a:off x="1754400" y="3930619"/>
                <a:ext cx="7105916" cy="5949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i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ko-KR" altLang="en-US" i="0">
                          <a:latin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lang="ko-KR" altLang="en-US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i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sepChr m:val=","/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𝑏𝑎𝑠𝑒</m:t>
                                  </m:r>
                                </m:sub>
                              </m:sSub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𝑓𝑒𝑎𝑟</m:t>
                                      </m:r>
                                    </m:sub>
                                  </m:sSub>
                                  <m:r>
                                    <a:rPr lang="ko-KR" altLang="en-US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𝑠𝑢𝑟𝑝𝑟𝑖𝑠𝑒</m:t>
                                      </m:r>
                                    </m:sub>
                                  </m:sSub>
                                  <m:r>
                                    <a:rPr lang="ko-KR" altLang="en-US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𝑠𝑎𝑑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ko-KR" altLang="en-US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560127-5D25-431F-9BFD-D9FD959C4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400" y="3930619"/>
                <a:ext cx="7105916" cy="5949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AF2B25-7938-DE39-6932-520D020E1E26}"/>
                  </a:ext>
                </a:extLst>
              </p:cNvPr>
              <p:cNvSpPr txBox="1"/>
              <p:nvPr/>
            </p:nvSpPr>
            <p:spPr>
              <a:xfrm>
                <a:off x="2650839" y="1473628"/>
                <a:ext cx="5313038" cy="6200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ko-KR" alt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ko-KR" altLang="en-US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ko-KR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ko-KR" altLang="en-US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AF2B25-7938-DE39-6932-520D020E1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839" y="1473628"/>
                <a:ext cx="5313038" cy="620056"/>
              </a:xfrm>
              <a:prstGeom prst="rect">
                <a:avLst/>
              </a:prstGeom>
              <a:blipFill>
                <a:blip r:embed="rId3"/>
                <a:stretch>
                  <a:fillRect b="-89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4092815C-3628-F6C3-DCDA-D31E09379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691720"/>
              </p:ext>
            </p:extLst>
          </p:nvPr>
        </p:nvGraphicFramePr>
        <p:xfrm>
          <a:off x="1754400" y="4575313"/>
          <a:ext cx="9264241" cy="1950720"/>
        </p:xfrm>
        <a:graphic>
          <a:graphicData uri="http://schemas.openxmlformats.org/drawingml/2006/table">
            <a:tbl>
              <a:tblPr firstRow="1" firstCol="1" bandRow="1"/>
              <a:tblGrid>
                <a:gridCol w="883121">
                  <a:extLst>
                    <a:ext uri="{9D8B030D-6E8A-4147-A177-3AD203B41FA5}">
                      <a16:colId xmlns:a16="http://schemas.microsoft.com/office/drawing/2014/main" val="587958957"/>
                    </a:ext>
                  </a:extLst>
                </a:gridCol>
                <a:gridCol w="1964690">
                  <a:extLst>
                    <a:ext uri="{9D8B030D-6E8A-4147-A177-3AD203B41FA5}">
                      <a16:colId xmlns:a16="http://schemas.microsoft.com/office/drawing/2014/main" val="896592517"/>
                    </a:ext>
                  </a:extLst>
                </a:gridCol>
                <a:gridCol w="1296035">
                  <a:extLst>
                    <a:ext uri="{9D8B030D-6E8A-4147-A177-3AD203B41FA5}">
                      <a16:colId xmlns:a16="http://schemas.microsoft.com/office/drawing/2014/main" val="1370740994"/>
                    </a:ext>
                  </a:extLst>
                </a:gridCol>
                <a:gridCol w="478472">
                  <a:extLst>
                    <a:ext uri="{9D8B030D-6E8A-4147-A177-3AD203B41FA5}">
                      <a16:colId xmlns:a16="http://schemas.microsoft.com/office/drawing/2014/main" val="1619957495"/>
                    </a:ext>
                  </a:extLst>
                </a:gridCol>
                <a:gridCol w="4641923">
                  <a:extLst>
                    <a:ext uri="{9D8B030D-6E8A-4147-A177-3AD203B41FA5}">
                      <a16:colId xmlns:a16="http://schemas.microsoft.com/office/drawing/2014/main" val="16720428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json </a:t>
                      </a:r>
                      <a:r>
                        <a:rPr lang="ko-KR" sz="1600" kern="1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변수명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124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1600" kern="100" baseline="-250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min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minEmotion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기획자 조정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0.5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감정 배율 최소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514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1600" kern="100" baseline="-250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max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maxEmotion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기획자 조정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1.5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감정 배율 최대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507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1600" kern="100" baseline="-250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base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baseEmotion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기획자 조정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1.2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감정 배율 기준치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929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600" kern="100" baseline="-250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fear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할당량 갱신 후 완수할 때까지</a:t>
                      </a:r>
                      <a:r>
                        <a:rPr lang="en-US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Fear </a:t>
                      </a:r>
                      <a:r>
                        <a:rPr 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총 누적 횟수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715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600" kern="100" baseline="-250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surprise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할당량 갱신 후 완수할 때까지</a:t>
                      </a:r>
                      <a:r>
                        <a:rPr lang="en-US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Surprise </a:t>
                      </a:r>
                      <a:r>
                        <a:rPr 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누적 횟수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395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600" kern="100" baseline="-250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sad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할당량 갱신 후 완수할 때까지</a:t>
                      </a: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Sad </a:t>
                      </a:r>
                      <a:r>
                        <a:rPr lang="ko-KR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누적 횟수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342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K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avgBadEmotionCnt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기획자 조정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평균 부정적 감정 횟수 기준치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486906"/>
                  </a:ext>
                </a:extLst>
              </a:tr>
            </a:tbl>
          </a:graphicData>
        </a:graphic>
      </p:graphicFrame>
      <p:sp>
        <p:nvSpPr>
          <p:cNvPr id="16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게임진행</a:t>
            </a:r>
          </a:p>
        </p:txBody>
      </p:sp>
      <p:sp>
        <p:nvSpPr>
          <p:cNvPr id="17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470717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5DB281-57C2-1113-5BF1-A8C5CFEC3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EB89882-6346-174A-C42B-AB628945F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할당량</a:t>
            </a:r>
            <a:br>
              <a:rPr lang="en-US" altLang="ko-KR" dirty="0"/>
            </a:br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공식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B27F857-6218-62E4-87F4-B194600B2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/>
          <a:lstStyle/>
          <a:p>
            <a:r>
              <a:rPr lang="ko-KR" altLang="ko-KR" dirty="0"/>
              <a:t>최초 할당량</a:t>
            </a:r>
            <a:r>
              <a:rPr lang="en-US" altLang="ko-KR" dirty="0"/>
              <a:t>( </a:t>
            </a:r>
            <a:r>
              <a:rPr lang="en-US" altLang="ko-KR" dirty="0" err="1"/>
              <a:t>json</a:t>
            </a:r>
            <a:r>
              <a:rPr lang="en-US" altLang="ko-KR" dirty="0"/>
              <a:t> </a:t>
            </a:r>
            <a:r>
              <a:rPr lang="ko-KR" altLang="ko-KR" dirty="0" err="1"/>
              <a:t>변수명</a:t>
            </a:r>
            <a:r>
              <a:rPr lang="en-US" altLang="ko-KR" dirty="0"/>
              <a:t>: </a:t>
            </a:r>
            <a:r>
              <a:rPr lang="en-US" altLang="ko-KR" dirty="0" err="1"/>
              <a:t>initialQuota</a:t>
            </a:r>
            <a:r>
              <a:rPr lang="en-US" altLang="ko-KR" dirty="0"/>
              <a:t> ): 200 (</a:t>
            </a:r>
            <a:r>
              <a:rPr lang="ko-KR" altLang="ko-KR" dirty="0"/>
              <a:t>기획자 조정</a:t>
            </a:r>
            <a:r>
              <a:rPr lang="en-US" altLang="ko-KR" dirty="0"/>
              <a:t>)</a:t>
            </a:r>
            <a:endParaRPr lang="ko-KR" altLang="ko-KR" dirty="0"/>
          </a:p>
          <a:p>
            <a:endParaRPr lang="ko-KR" altLang="ko-KR" dirty="0"/>
          </a:p>
          <a:p>
            <a:r>
              <a:rPr lang="ko-KR" altLang="ko-KR" dirty="0"/>
              <a:t>최종 할당량은</a:t>
            </a:r>
            <a:r>
              <a:rPr lang="en-US" altLang="ko-KR" dirty="0"/>
              <a:t> 10 </a:t>
            </a:r>
            <a:r>
              <a:rPr lang="ko-KR" altLang="ko-KR" dirty="0"/>
              <a:t>단위로 반올림한다</a:t>
            </a:r>
            <a:r>
              <a:rPr lang="en-US" altLang="ko-KR" dirty="0"/>
              <a:t>. (ex. 301-&gt;300, 305-&gt;310)</a:t>
            </a:r>
            <a:endParaRPr lang="ko-KR" altLang="ko-KR" dirty="0"/>
          </a:p>
          <a:p>
            <a:r>
              <a:rPr lang="en-US" altLang="ko-KR" dirty="0"/>
              <a:t>E</a:t>
            </a:r>
            <a:r>
              <a:rPr lang="ko-KR" altLang="ko-KR" dirty="0"/>
              <a:t>는</a:t>
            </a:r>
            <a:r>
              <a:rPr lang="en-US" altLang="ko-KR" dirty="0"/>
              <a:t> E</a:t>
            </a:r>
            <a:r>
              <a:rPr lang="en-US" altLang="ko-KR" baseline="-25000" dirty="0"/>
              <a:t>min</a:t>
            </a:r>
            <a:r>
              <a:rPr lang="en-US" altLang="ko-KR" dirty="0"/>
              <a:t>, E</a:t>
            </a:r>
            <a:r>
              <a:rPr lang="en-US" altLang="ko-KR" baseline="-25000" dirty="0"/>
              <a:t>max</a:t>
            </a:r>
            <a:r>
              <a:rPr lang="en-US" altLang="ko-KR" dirty="0"/>
              <a:t> </a:t>
            </a:r>
            <a:r>
              <a:rPr lang="ko-KR" altLang="ko-KR" dirty="0"/>
              <a:t>사이의 값이다</a:t>
            </a:r>
            <a:r>
              <a:rPr lang="en-US" altLang="ko-KR" dirty="0"/>
              <a:t>. </a:t>
            </a:r>
            <a:r>
              <a:rPr lang="ko-KR" altLang="ko-KR" dirty="0"/>
              <a:t>계산 결과가</a:t>
            </a:r>
            <a:r>
              <a:rPr lang="en-US" altLang="ko-KR" dirty="0"/>
              <a:t> E</a:t>
            </a:r>
            <a:r>
              <a:rPr lang="en-US" altLang="ko-KR" baseline="-25000" dirty="0"/>
              <a:t>min</a:t>
            </a:r>
            <a:r>
              <a:rPr lang="ko-KR" altLang="ko-KR" dirty="0"/>
              <a:t>보다 작으면</a:t>
            </a:r>
            <a:r>
              <a:rPr lang="en-US" altLang="ko-KR" dirty="0"/>
              <a:t> E</a:t>
            </a:r>
            <a:r>
              <a:rPr lang="en-US" altLang="ko-KR" baseline="-25000" dirty="0"/>
              <a:t>min</a:t>
            </a:r>
            <a:r>
              <a:rPr lang="ko-KR" altLang="ko-KR" dirty="0"/>
              <a:t>을 반환하고</a:t>
            </a:r>
            <a:r>
              <a:rPr lang="en-US" altLang="ko-KR" dirty="0"/>
              <a:t>, E</a:t>
            </a:r>
            <a:r>
              <a:rPr lang="en-US" altLang="ko-KR" baseline="-25000" dirty="0"/>
              <a:t>max</a:t>
            </a:r>
            <a:r>
              <a:rPr lang="ko-KR" altLang="ko-KR" dirty="0"/>
              <a:t>보다 크면</a:t>
            </a:r>
            <a:r>
              <a:rPr lang="en-US" altLang="ko-KR" dirty="0"/>
              <a:t> E</a:t>
            </a:r>
            <a:r>
              <a:rPr lang="en-US" altLang="ko-KR" baseline="-25000" dirty="0"/>
              <a:t>max</a:t>
            </a:r>
            <a:r>
              <a:rPr lang="ko-KR" altLang="ko-KR" dirty="0"/>
              <a:t>를 반환한다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ko-KR" altLang="ko-KR" dirty="0"/>
              <a:t>감정 누적 횟수는 할당량이 갱신될 때마다</a:t>
            </a:r>
            <a:r>
              <a:rPr lang="en-US" altLang="ko-KR" dirty="0"/>
              <a:t> 0 </a:t>
            </a:r>
            <a:r>
              <a:rPr lang="ko-KR" altLang="ko-KR" dirty="0"/>
              <a:t>초기화된다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ko-KR" altLang="ko-KR" dirty="0"/>
              <a:t>할당량을 채우지 못하면</a:t>
            </a:r>
            <a:r>
              <a:rPr lang="en-US" altLang="ko-KR" dirty="0"/>
              <a:t>, n(</a:t>
            </a:r>
            <a:r>
              <a:rPr lang="ko-KR" altLang="ko-KR" dirty="0"/>
              <a:t>완수 횟수</a:t>
            </a:r>
            <a:r>
              <a:rPr lang="en-US" altLang="ko-KR" dirty="0"/>
              <a:t>)</a:t>
            </a:r>
            <a:r>
              <a:rPr lang="ko-KR" altLang="ko-KR" dirty="0"/>
              <a:t>이</a:t>
            </a:r>
            <a:r>
              <a:rPr lang="en-US" altLang="ko-KR" dirty="0"/>
              <a:t> 0</a:t>
            </a:r>
            <a:r>
              <a:rPr lang="ko-KR" altLang="ko-KR" dirty="0"/>
              <a:t>으로 초기화되고</a:t>
            </a:r>
            <a:r>
              <a:rPr lang="en-US" altLang="ko-KR" dirty="0"/>
              <a:t>, </a:t>
            </a:r>
            <a:r>
              <a:rPr lang="ko-KR" altLang="ko-KR" dirty="0"/>
              <a:t>최초의 할당량부터 다시 시작한다</a:t>
            </a:r>
            <a:r>
              <a:rPr lang="en-US" altLang="ko-KR" dirty="0"/>
              <a:t>.</a:t>
            </a:r>
            <a:endParaRPr lang="ko-KR" altLang="ko-KR" dirty="0"/>
          </a:p>
          <a:p>
            <a:endParaRPr lang="ko-KR" altLang="ko-KR" dirty="0"/>
          </a:p>
        </p:txBody>
      </p:sp>
      <p:sp>
        <p:nvSpPr>
          <p:cNvPr id="5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게임진행</a:t>
            </a:r>
          </a:p>
        </p:txBody>
      </p:sp>
      <p:sp>
        <p:nvSpPr>
          <p:cNvPr id="6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6170640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9BFC23-251D-AB9E-1838-9059D464F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난이도 </a:t>
            </a:r>
            <a:r>
              <a:rPr lang="ko-KR" altLang="en-US" sz="2400" b="1" err="1">
                <a:solidFill>
                  <a:srgbClr val="16181D"/>
                </a:solidFill>
                <a:latin typeface="맑은 고딕"/>
              </a:rPr>
              <a:t>판정식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A24149-C7D8-F7C8-2AEE-E9D9456CD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281" y="1115568"/>
            <a:ext cx="9550389" cy="4579787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ko-KR" dirty="0"/>
              <a:t>다음 판 난이도 </a:t>
            </a:r>
            <a:r>
              <a:rPr lang="ko-KR" altLang="ko-KR" dirty="0" err="1"/>
              <a:t>판정식</a:t>
            </a:r>
            <a:r>
              <a:rPr lang="en-US" altLang="ko-KR" dirty="0"/>
              <a:t>]: </a:t>
            </a:r>
            <a:r>
              <a:rPr lang="ko-KR" altLang="ko-KR" dirty="0"/>
              <a:t>전 판 감정 데이터</a:t>
            </a:r>
            <a:r>
              <a:rPr lang="en-US" altLang="ko-KR" dirty="0"/>
              <a:t>(Fear, Surprise, Sad </a:t>
            </a:r>
            <a:r>
              <a:rPr lang="ko-KR" altLang="ko-KR" dirty="0"/>
              <a:t>횟수</a:t>
            </a:r>
            <a:r>
              <a:rPr lang="en-US" altLang="ko-KR" dirty="0"/>
              <a:t>) </a:t>
            </a:r>
            <a:r>
              <a:rPr lang="ko-KR" altLang="ko-KR" dirty="0"/>
              <a:t>이용</a:t>
            </a:r>
          </a:p>
          <a:p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E8D709-D798-7A48-72E8-70F6E64792EE}"/>
                  </a:ext>
                </a:extLst>
              </p:cNvPr>
              <p:cNvSpPr txBox="1"/>
              <p:nvPr/>
            </p:nvSpPr>
            <p:spPr>
              <a:xfrm>
                <a:off x="1319280" y="1398361"/>
                <a:ext cx="8884038" cy="6793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sub>
                      </m:sSub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𝑓𝑒𝑎𝑟</m:t>
                                  </m:r>
                                </m:sub>
                              </m:sSub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𝑓𝑒𝑎𝑟</m:t>
                                  </m:r>
                                </m:sub>
                              </m:sSub>
                            </m:e>
                          </m:d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𝑠𝑢𝑟𝑝𝑟𝑖𝑠𝑒</m:t>
                                  </m:r>
                                </m:sub>
                              </m:sSub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𝑠𝑢𝑟𝑝𝑟𝑖𝑠𝑒</m:t>
                                  </m:r>
                                </m:sub>
                              </m:sSub>
                            </m:e>
                          </m:d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𝑠𝑎𝑑</m:t>
                                  </m:r>
                                </m:sub>
                              </m:sSub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𝑠𝑎𝑑</m:t>
                                  </m:r>
                                </m:sub>
                              </m:sSub>
                            </m:e>
                          </m:d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+(</m:t>
                          </m:r>
                          <m:sSub>
                            <m:sSub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𝑑𝑒𝑎𝑡ℎ</m:t>
                              </m:r>
                            </m:sub>
                          </m:sSub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𝑑𝑒𝑎𝑡ℎ</m:t>
                              </m:r>
                            </m:sub>
                          </m:sSub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𝑝𝑙𝑎𝑦𝑒𝑟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E8D709-D798-7A48-72E8-70F6E6479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280" y="1398361"/>
                <a:ext cx="8884038" cy="679364"/>
              </a:xfrm>
              <a:prstGeom prst="rect">
                <a:avLst/>
              </a:prstGeom>
              <a:blipFill>
                <a:blip r:embed="rId2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879DDB1-F0F8-C031-E1C9-3F43C9FF9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802690"/>
              </p:ext>
            </p:extLst>
          </p:nvPr>
        </p:nvGraphicFramePr>
        <p:xfrm>
          <a:off x="1680881" y="2111380"/>
          <a:ext cx="8355930" cy="4561840"/>
        </p:xfrm>
        <a:graphic>
          <a:graphicData uri="http://schemas.openxmlformats.org/drawingml/2006/table">
            <a:tbl>
              <a:tblPr firstRow="1" firstCol="1" bandRow="1"/>
              <a:tblGrid>
                <a:gridCol w="996813">
                  <a:extLst>
                    <a:ext uri="{9D8B030D-6E8A-4147-A177-3AD203B41FA5}">
                      <a16:colId xmlns:a16="http://schemas.microsoft.com/office/drawing/2014/main" val="4113333964"/>
                    </a:ext>
                  </a:extLst>
                </a:gridCol>
                <a:gridCol w="2424747">
                  <a:extLst>
                    <a:ext uri="{9D8B030D-6E8A-4147-A177-3AD203B41FA5}">
                      <a16:colId xmlns:a16="http://schemas.microsoft.com/office/drawing/2014/main" val="892435985"/>
                    </a:ext>
                  </a:extLst>
                </a:gridCol>
                <a:gridCol w="744955">
                  <a:extLst>
                    <a:ext uri="{9D8B030D-6E8A-4147-A177-3AD203B41FA5}">
                      <a16:colId xmlns:a16="http://schemas.microsoft.com/office/drawing/2014/main" val="297176617"/>
                    </a:ext>
                  </a:extLst>
                </a:gridCol>
                <a:gridCol w="582713">
                  <a:extLst>
                    <a:ext uri="{9D8B030D-6E8A-4147-A177-3AD203B41FA5}">
                      <a16:colId xmlns:a16="http://schemas.microsoft.com/office/drawing/2014/main" val="2026110562"/>
                    </a:ext>
                  </a:extLst>
                </a:gridCol>
                <a:gridCol w="3606702">
                  <a:extLst>
                    <a:ext uri="{9D8B030D-6E8A-4147-A177-3AD203B41FA5}">
                      <a16:colId xmlns:a16="http://schemas.microsoft.com/office/drawing/2014/main" val="41351683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json</a:t>
                      </a: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400" kern="1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변수명</a:t>
                      </a: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ko-KR" sz="1400" kern="1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기획자 조정만</a:t>
                      </a: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032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1400" kern="100" baseline="-250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score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다음 판 난이도를 결정하는 점수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372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400" kern="100" baseline="-250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fear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플레이어들의 이번 판 누적 공포 횟수</a:t>
                      </a:r>
                    </a:p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매판 초기화</a:t>
                      </a:r>
                      <a:r>
                        <a:rPr lang="en-US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0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158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400" kern="100" baseline="-250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surprise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플레이어들의 이번 판 누적 놀람 횟수</a:t>
                      </a:r>
                    </a:p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매판 초기화</a:t>
                      </a: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0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618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400" kern="100" baseline="-250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sad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플레이어들의 이번 판 누적 슬픔 횟수</a:t>
                      </a:r>
                    </a:p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매판 초기화</a:t>
                      </a:r>
                      <a:r>
                        <a:rPr lang="en-US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0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79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400" kern="100" baseline="-250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death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이번 판 사망 플레이어의 수</a:t>
                      </a:r>
                    </a:p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매판 초기화</a:t>
                      </a: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0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237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400" kern="100" baseline="-250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fear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weightFear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1.5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공포 가중치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881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400" kern="100" baseline="-250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surprise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weightSurprise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1.5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놀람 가중치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325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400" kern="100" baseline="-250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sad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weightSad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2.5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슬픔 가중치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72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400" kern="100" baseline="-250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death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weightDeath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2.0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사망 가중치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872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K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avgBadEmotionCnt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int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한 판당 예상 부정적 감정 횟수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722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400" kern="100" baseline="-250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player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이번 판 시작 시 플레이어 수</a:t>
                      </a:r>
                    </a:p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최솟값</a:t>
                      </a:r>
                      <a:r>
                        <a:rPr lang="en-US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1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110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400" kern="100" baseline="-250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easy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thresholdEasy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3.0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쉬움 </a:t>
                      </a:r>
                      <a:r>
                        <a:rPr lang="ko-KR" sz="14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임계값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222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400" kern="100" baseline="-250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hard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thresholdHard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float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0.8</a:t>
                      </a:r>
                      <a:endParaRPr lang="ko-KR" sz="14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800"/>
                        </a:spcAft>
                        <a:buNone/>
                      </a:pPr>
                      <a:r>
                        <a:rPr lang="ko-KR" sz="14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어려움 </a:t>
                      </a:r>
                      <a:r>
                        <a:rPr lang="ko-KR" sz="14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임계값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393014"/>
                  </a:ext>
                </a:extLst>
              </a:tr>
            </a:tbl>
          </a:graphicData>
        </a:graphic>
      </p:graphicFrame>
      <p:sp>
        <p:nvSpPr>
          <p:cNvPr id="10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게임진행</a:t>
            </a:r>
          </a:p>
        </p:txBody>
      </p:sp>
      <p:sp>
        <p:nvSpPr>
          <p:cNvPr id="11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37660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DE177C-67AB-885F-969E-8D884D2F5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0D6E7-E0D7-9C79-4A64-E76AE4F38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난이도 </a:t>
            </a:r>
            <a:r>
              <a:rPr lang="ko-KR" altLang="en-US" sz="2400" b="1" err="1">
                <a:solidFill>
                  <a:srgbClr val="16181D"/>
                </a:solidFill>
                <a:latin typeface="맑은 고딕"/>
              </a:rPr>
              <a:t>판정식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3FD059-7497-50F9-AFAD-901B2C9A3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/>
          <a:lstStyle/>
          <a:p>
            <a:r>
              <a:rPr lang="ko-KR" altLang="ko-KR" dirty="0"/>
              <a:t>첫 판은 무조건 </a:t>
            </a:r>
            <a:r>
              <a:rPr lang="en-US" altLang="ko-KR" dirty="0"/>
              <a:t>‘</a:t>
            </a:r>
            <a:r>
              <a:rPr lang="ko-KR" altLang="ko-KR" dirty="0"/>
              <a:t>보통</a:t>
            </a:r>
            <a:r>
              <a:rPr lang="en-US" altLang="ko-KR" dirty="0"/>
              <a:t>’ </a:t>
            </a:r>
            <a:r>
              <a:rPr lang="ko-KR" altLang="ko-KR" dirty="0"/>
              <a:t>난이도로 시작한다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en-US" altLang="ko-KR" b="1" dirty="0" err="1"/>
              <a:t>D</a:t>
            </a:r>
            <a:r>
              <a:rPr lang="en-US" altLang="ko-KR" b="1" baseline="-25000" dirty="0" err="1"/>
              <a:t>score</a:t>
            </a:r>
            <a:r>
              <a:rPr lang="ko-KR" altLang="ko-KR" b="1" dirty="0"/>
              <a:t>의 값에 따라 다음 판의 난이도가 결정된다</a:t>
            </a:r>
            <a:r>
              <a:rPr lang="en-US" altLang="ko-KR" b="1" dirty="0"/>
              <a:t>.</a:t>
            </a:r>
            <a:endParaRPr lang="ko-KR" altLang="ko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F10EA1D1-D247-BCEC-06FA-AAACE5AD9A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2882476"/>
                  </p:ext>
                </p:extLst>
              </p:nvPr>
            </p:nvGraphicFramePr>
            <p:xfrm>
              <a:off x="836676" y="2003097"/>
              <a:ext cx="2548552" cy="145529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941388">
                      <a:extLst>
                        <a:ext uri="{9D8B030D-6E8A-4147-A177-3AD203B41FA5}">
                          <a16:colId xmlns:a16="http://schemas.microsoft.com/office/drawing/2014/main" val="25200053"/>
                        </a:ext>
                      </a:extLst>
                    </a:gridCol>
                    <a:gridCol w="1607164">
                      <a:extLst>
                        <a:ext uri="{9D8B030D-6E8A-4147-A177-3AD203B41FA5}">
                          <a16:colId xmlns:a16="http://schemas.microsoft.com/office/drawing/2014/main" val="375199254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61595" marR="61595" algn="ctr"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ko-KR" sz="1600" kern="1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난이도</a:t>
                          </a:r>
                          <a:endParaRPr lang="ko-KR" sz="1600" kern="100"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1D1D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61595" marR="61595" algn="ctr"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ko-KR" sz="1600" kern="1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조건</a:t>
                          </a:r>
                          <a:endParaRPr lang="ko-KR" sz="1600" kern="100"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1D1D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7455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61595" marR="61595" algn="ctr"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ko-KR" sz="1600" kern="100"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쉬움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61595" marR="61595" algn="ctr"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ko-KR" alt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ko-KR" alt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𝑠𝑐𝑜𝑟𝑒</m:t>
                                    </m:r>
                                  </m:sub>
                                </m:sSub>
                                <m:r>
                                  <a:rPr lang="ko-KR" altLang="en-US" sz="16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ko-KR" alt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ko-KR" alt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𝑒𝑎𝑠𝑦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sz="1600" kern="100"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5048194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61595" marR="61595" algn="ctr"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ko-KR" sz="1600" kern="100"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보통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61595" marR="61595" algn="ctr"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ko-KR" alt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ko-KR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ℎ</m:t>
                                    </m:r>
                                    <m:r>
                                      <a:rPr lang="ko-KR" alt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𝑎𝑟𝑑</m:t>
                                    </m:r>
                                  </m:sub>
                                </m:sSub>
                                <m:r>
                                  <a:rPr lang="ko-KR" altLang="en-US" sz="16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ko-KR" alt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ko-KR" alt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𝑠𝑐𝑜𝑟𝑒</m:t>
                                    </m:r>
                                  </m:sub>
                                </m:sSub>
                                <m:r>
                                  <a:rPr lang="en-US" altLang="ko-KR" sz="16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ko-KR" alt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ko-KR" alt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𝑒𝑎𝑠𝑦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sz="1600" kern="100"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72800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61595" marR="61595" algn="ctr"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ko-KR" sz="1600" kern="100"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어려움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61595" marR="61595" algn="ctr"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ko-KR" alt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ko-KR" alt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𝑠𝑐𝑜𝑟𝑒</m:t>
                                    </m:r>
                                  </m:sub>
                                </m:sSub>
                                <m:r>
                                  <a:rPr lang="en-US" altLang="ko-KR" sz="16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ko-KR" alt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ko-KR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ℎ</m:t>
                                    </m:r>
                                    <m:r>
                                      <a:rPr lang="ko-KR" alt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𝑎𝑟𝑑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sz="1600" kern="100" dirty="0"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116553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F10EA1D1-D247-BCEC-06FA-AAACE5AD9A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2882476"/>
                  </p:ext>
                </p:extLst>
              </p:nvPr>
            </p:nvGraphicFramePr>
            <p:xfrm>
              <a:off x="836676" y="2003097"/>
              <a:ext cx="2548552" cy="145529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941388">
                      <a:extLst>
                        <a:ext uri="{9D8B030D-6E8A-4147-A177-3AD203B41FA5}">
                          <a16:colId xmlns:a16="http://schemas.microsoft.com/office/drawing/2014/main" val="25200053"/>
                        </a:ext>
                      </a:extLst>
                    </a:gridCol>
                    <a:gridCol w="1607164">
                      <a:extLst>
                        <a:ext uri="{9D8B030D-6E8A-4147-A177-3AD203B41FA5}">
                          <a16:colId xmlns:a16="http://schemas.microsoft.com/office/drawing/2014/main" val="3751992546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marL="61595" marR="61595" algn="ctr"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ko-KR" sz="1600" kern="1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난이도</a:t>
                          </a:r>
                          <a:endParaRPr lang="ko-KR" sz="1600" kern="100"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1D1D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61595" marR="61595" algn="ctr"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ko-KR" sz="1600" kern="1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조건</a:t>
                          </a:r>
                          <a:endParaRPr lang="ko-KR" sz="1600" kern="100"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1D1D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745580"/>
                      </a:ext>
                    </a:extLst>
                  </a:tr>
                  <a:tr h="364681">
                    <a:tc>
                      <a:txBody>
                        <a:bodyPr/>
                        <a:lstStyle/>
                        <a:p>
                          <a:pPr marL="61595" marR="61595" algn="ctr"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ko-KR" sz="1600" kern="100"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쉬움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091" t="-83333" r="-758" b="-25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0481940"/>
                      </a:ext>
                    </a:extLst>
                  </a:tr>
                  <a:tr h="501333">
                    <a:tc>
                      <a:txBody>
                        <a:bodyPr/>
                        <a:lstStyle/>
                        <a:p>
                          <a:pPr marL="61595" marR="61595" algn="ctr"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ko-KR" sz="1600" kern="100"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보통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091" t="-132530" r="-758" b="-819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7280038"/>
                      </a:ext>
                    </a:extLst>
                  </a:tr>
                  <a:tr h="345440">
                    <a:tc>
                      <a:txBody>
                        <a:bodyPr/>
                        <a:lstStyle/>
                        <a:p>
                          <a:pPr marL="61595" marR="61595" algn="ctr"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ko-KR" sz="1600" kern="100"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어려움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091" t="-338596" r="-758" b="-192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116553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게임진행</a:t>
            </a:r>
          </a:p>
        </p:txBody>
      </p:sp>
      <p:sp>
        <p:nvSpPr>
          <p:cNvPr id="12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08411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808A43-7920-3A78-DC6F-A319450C8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절차적 맵 생성</a:t>
            </a:r>
          </a:p>
        </p:txBody>
      </p:sp>
      <p:pic>
        <p:nvPicPr>
          <p:cNvPr id="5" name="내용 개체 틀 5">
            <a:extLst>
              <a:ext uri="{FF2B5EF4-FFF2-40B4-BE49-F238E27FC236}">
                <a16:creationId xmlns:a16="http://schemas.microsoft.com/office/drawing/2014/main" id="{DAABB237-A814-6429-DA6B-43F868E42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626" y="2980182"/>
            <a:ext cx="1409700" cy="1409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D70FE1-8D5F-FC98-C76B-60E7CFEA7DAD}"/>
              </a:ext>
            </a:extLst>
          </p:cNvPr>
          <p:cNvSpPr txBox="1"/>
          <p:nvPr/>
        </p:nvSpPr>
        <p:spPr>
          <a:xfrm>
            <a:off x="3751326" y="3396491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500" dirty="0"/>
              <a:t>난이도별 맵 생성 규칙</a:t>
            </a:r>
            <a:r>
              <a:rPr lang="en-US" altLang="ko-KR" sz="2500" dirty="0"/>
              <a:t>.docx</a:t>
            </a:r>
            <a:endParaRPr lang="ko-KR" altLang="en-US" sz="2500" dirty="0"/>
          </a:p>
        </p:txBody>
      </p:sp>
      <p:sp>
        <p:nvSpPr>
          <p:cNvPr id="7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게임진행</a:t>
            </a:r>
          </a:p>
        </p:txBody>
      </p:sp>
      <p:sp>
        <p:nvSpPr>
          <p:cNvPr id="8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00065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0375C1-8B7C-CBEC-555B-797F8DBC8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큐브 설명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F149426F-E293-892C-0328-62E110C8A7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626" y="1606995"/>
            <a:ext cx="1409700" cy="1409700"/>
          </a:xfrm>
          <a:prstGeom prst="rect">
            <a:avLst/>
          </a:prstGeom>
        </p:spPr>
      </p:pic>
      <p:pic>
        <p:nvPicPr>
          <p:cNvPr id="7" name="내용 개체 틀 5">
            <a:extLst>
              <a:ext uri="{FF2B5EF4-FFF2-40B4-BE49-F238E27FC236}">
                <a16:creationId xmlns:a16="http://schemas.microsoft.com/office/drawing/2014/main" id="{3F75FBD0-14D3-8AA8-B358-A9169A370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626" y="4353369"/>
            <a:ext cx="1409700" cy="1409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F7F45A-FC34-45A4-5038-9060C2858A30}"/>
              </a:ext>
            </a:extLst>
          </p:cNvPr>
          <p:cNvSpPr txBox="1"/>
          <p:nvPr/>
        </p:nvSpPr>
        <p:spPr>
          <a:xfrm>
            <a:off x="3751326" y="2023304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500" dirty="0"/>
              <a:t>큐브</a:t>
            </a:r>
            <a:r>
              <a:rPr lang="en-US" altLang="ko-KR" sz="2500" dirty="0"/>
              <a:t>_Base-</a:t>
            </a:r>
            <a:r>
              <a:rPr lang="ko-KR" altLang="en-US" sz="2500" dirty="0"/>
              <a:t>구조</a:t>
            </a:r>
            <a:r>
              <a:rPr lang="en-US" altLang="ko-KR" sz="2500" dirty="0"/>
              <a:t>,</a:t>
            </a:r>
            <a:r>
              <a:rPr lang="ko-KR" altLang="en-US" sz="2500" dirty="0"/>
              <a:t>설명</a:t>
            </a:r>
            <a:r>
              <a:rPr lang="en-US" altLang="ko-KR" sz="2500" dirty="0"/>
              <a:t>.docx</a:t>
            </a:r>
            <a:endParaRPr lang="ko-KR" altLang="en-US" sz="2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C12BF4-F5D7-39D5-0A9A-5F5A6C48F139}"/>
              </a:ext>
            </a:extLst>
          </p:cNvPr>
          <p:cNvSpPr txBox="1"/>
          <p:nvPr/>
        </p:nvSpPr>
        <p:spPr>
          <a:xfrm>
            <a:off x="3751326" y="4873553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500" dirty="0" err="1"/>
              <a:t>큐브_구조,설명</a:t>
            </a:r>
            <a:r>
              <a:rPr lang="ko-KR" altLang="en-US" sz="2500" dirty="0"/>
              <a:t>(</a:t>
            </a:r>
            <a:r>
              <a:rPr lang="ko-KR" altLang="en-US" sz="2500" dirty="0" err="1"/>
              <a:t>Base제외</a:t>
            </a:r>
            <a:r>
              <a:rPr lang="ko-KR" altLang="en-US" sz="2500" dirty="0"/>
              <a:t>)</a:t>
            </a:r>
            <a:r>
              <a:rPr lang="en-US" altLang="ko-KR" sz="2500" dirty="0"/>
              <a:t>.docx</a:t>
            </a:r>
            <a:endParaRPr lang="ko-KR" altLang="en-US" sz="2500" dirty="0"/>
          </a:p>
        </p:txBody>
      </p:sp>
      <p:sp>
        <p:nvSpPr>
          <p:cNvPr id="12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게임진행</a:t>
            </a:r>
          </a:p>
        </p:txBody>
      </p:sp>
      <p:sp>
        <p:nvSpPr>
          <p:cNvPr id="13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334905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A89F31-AEBA-0C48-4755-9CD7551B4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8D404-BD33-C215-793C-C1834D4D7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큐브 </a:t>
            </a:r>
            <a:r>
              <a:rPr lang="en-US" altLang="ko-KR" sz="2400" b="1">
                <a:solidFill>
                  <a:srgbClr val="16181D"/>
                </a:solidFill>
                <a:latin typeface="맑은 고딕"/>
              </a:rPr>
              <a:t>– </a:t>
            </a:r>
            <a:r>
              <a:rPr lang="ko-KR" altLang="en-US" sz="2400" b="1" err="1">
                <a:solidFill>
                  <a:srgbClr val="16181D"/>
                </a:solidFill>
                <a:latin typeface="맑은 고딕"/>
              </a:rPr>
              <a:t>낙사</a:t>
            </a:r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 가능 큐브 기재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74873C-37EE-5336-8CBC-867165FC0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 </a:t>
            </a:r>
            <a:r>
              <a:rPr lang="en-US" altLang="ko-KR" dirty="0" err="1"/>
              <a:t>BridgeRoom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 </a:t>
            </a:r>
            <a:r>
              <a:rPr lang="en-US" altLang="ko-KR" dirty="0" err="1"/>
              <a:t>CabinetRoom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9 </a:t>
            </a:r>
            <a:r>
              <a:rPr lang="en-US" altLang="ko-KR" dirty="0" err="1"/>
              <a:t>FactoryRoom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10 </a:t>
            </a:r>
            <a:r>
              <a:rPr lang="en-US" altLang="ko-KR" dirty="0" err="1"/>
              <a:t>RailCatwalk</a:t>
            </a:r>
            <a:endParaRPr lang="ko-KR" altLang="en-US" dirty="0"/>
          </a:p>
        </p:txBody>
      </p:sp>
      <p:sp>
        <p:nvSpPr>
          <p:cNvPr id="4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게임진행</a:t>
            </a:r>
          </a:p>
        </p:txBody>
      </p:sp>
      <p:sp>
        <p:nvSpPr>
          <p:cNvPr id="5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8838850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1A45B9-E554-CF89-A475-95FEC9E2A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2240280"/>
            <a:ext cx="10515600" cy="1143000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3800" b="1">
                <a:solidFill>
                  <a:srgbClr val="FFFFFF"/>
                </a:solidFill>
                <a:latin typeface="맑은 고딕"/>
              </a:rPr>
              <a:t>몬스터</a:t>
            </a:r>
          </a:p>
        </p:txBody>
      </p:sp>
      <p:sp>
        <p:nvSpPr>
          <p:cNvPr id="3" name="Unified Section Number"/>
          <p:cNvSpPr txBox="1"/>
          <p:nvPr/>
        </p:nvSpPr>
        <p:spPr>
          <a:xfrm>
            <a:off x="804672" y="132588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E33B4E"/>
                </a:solidFill>
                <a:latin typeface="맑은 고딕"/>
              </a:rPr>
              <a:t>03</a:t>
            </a:r>
          </a:p>
        </p:txBody>
      </p:sp>
      <p:sp>
        <p:nvSpPr>
          <p:cNvPr id="4" name="Unified Divider Accent"/>
          <p:cNvSpPr/>
          <p:nvPr/>
        </p:nvSpPr>
        <p:spPr>
          <a:xfrm>
            <a:off x="804672" y="3502152"/>
            <a:ext cx="1143000" cy="50800"/>
          </a:xfrm>
          <a:prstGeom prst="rect">
            <a:avLst/>
          </a:prstGeom>
          <a:solidFill>
            <a:srgbClr val="E33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Unified Divider Footer"/>
          <p:cNvSpPr txBox="1"/>
          <p:nvPr/>
        </p:nvSpPr>
        <p:spPr>
          <a:xfrm>
            <a:off x="822960" y="61447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77C85"/>
                </a:solidFill>
                <a:latin typeface="맑은 고딕"/>
              </a:rPr>
              <a:t>SPACE ROBBER  ·  GAME DESIGN DOCUMENT</a:t>
            </a:r>
          </a:p>
        </p:txBody>
      </p:sp>
    </p:spTree>
    <p:extLst>
      <p:ext uri="{BB962C8B-B14F-4D97-AF65-F5344CB8AC3E}">
        <p14:creationId xmlns:p14="http://schemas.microsoft.com/office/powerpoint/2010/main" val="3462805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0F187CA-2B5D-B8B0-F4BE-B55478D51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몬스터 </a:t>
            </a:r>
            <a:r>
              <a:rPr lang="ko-KR" altLang="en-US" sz="2400" b="1" err="1">
                <a:solidFill>
                  <a:srgbClr val="16181D"/>
                </a:solidFill>
                <a:latin typeface="맑은 고딕"/>
              </a:rPr>
              <a:t>스폰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4B5620-69F2-FD8C-1B58-3D75743DF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175" y="1163710"/>
            <a:ext cx="10134601" cy="504264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몬스터 </a:t>
            </a:r>
            <a:r>
              <a:rPr lang="ko-KR" altLang="en-US" dirty="0" err="1"/>
              <a:t>스폰</a:t>
            </a:r>
            <a:r>
              <a:rPr lang="ko-KR" altLang="en-US" dirty="0"/>
              <a:t> 조건</a:t>
            </a:r>
            <a:r>
              <a:rPr lang="en-US" altLang="ko-KR" dirty="0"/>
              <a:t>]</a:t>
            </a:r>
          </a:p>
          <a:p>
            <a:r>
              <a:rPr lang="ko-KR" altLang="ko-KR" dirty="0"/>
              <a:t>한 큐브에 최대</a:t>
            </a:r>
            <a:r>
              <a:rPr lang="en-US" altLang="ko-KR" dirty="0"/>
              <a:t> 1</a:t>
            </a:r>
            <a:r>
              <a:rPr lang="ko-KR" altLang="ko-KR" dirty="0"/>
              <a:t>마리 몬스터만 </a:t>
            </a:r>
            <a:r>
              <a:rPr lang="ko-KR" altLang="ko-KR" dirty="0" err="1"/>
              <a:t>스폰될</a:t>
            </a:r>
            <a:r>
              <a:rPr lang="ko-KR" altLang="ko-KR" dirty="0"/>
              <a:t> 수 있다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en-US" altLang="ko-KR" dirty="0" err="1"/>
              <a:t>MainEnterance</a:t>
            </a:r>
            <a:r>
              <a:rPr lang="ko-KR" altLang="ko-KR" dirty="0"/>
              <a:t>에는 몬스터가 </a:t>
            </a:r>
            <a:r>
              <a:rPr lang="ko-KR" altLang="ko-KR" dirty="0" err="1"/>
              <a:t>스폰될</a:t>
            </a:r>
            <a:r>
              <a:rPr lang="ko-KR" altLang="ko-KR" dirty="0"/>
              <a:t> 수 없다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ko-KR" altLang="ko-KR" dirty="0"/>
              <a:t>몬스터는 자신의</a:t>
            </a:r>
            <a:r>
              <a:rPr lang="en-US" altLang="ko-KR" dirty="0"/>
              <a:t> '</a:t>
            </a:r>
            <a:r>
              <a:rPr lang="ko-KR" altLang="ko-KR" dirty="0"/>
              <a:t>최대 </a:t>
            </a:r>
            <a:r>
              <a:rPr lang="ko-KR" altLang="ko-KR" dirty="0" err="1"/>
              <a:t>스폰</a:t>
            </a:r>
            <a:r>
              <a:rPr lang="ko-KR" altLang="ko-KR" dirty="0"/>
              <a:t> 수</a:t>
            </a:r>
            <a:r>
              <a:rPr lang="en-US" altLang="ko-KR" dirty="0"/>
              <a:t>' </a:t>
            </a:r>
            <a:r>
              <a:rPr lang="ko-KR" altLang="ko-KR" dirty="0"/>
              <a:t>이상으로 </a:t>
            </a:r>
            <a:r>
              <a:rPr lang="ko-KR" altLang="ko-KR" dirty="0" err="1"/>
              <a:t>스폰될</a:t>
            </a:r>
            <a:r>
              <a:rPr lang="ko-KR" altLang="ko-KR" dirty="0"/>
              <a:t> 수 없다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몬스터 </a:t>
            </a:r>
            <a:r>
              <a:rPr lang="ko-KR" altLang="en-US" dirty="0" err="1"/>
              <a:t>스폰</a:t>
            </a:r>
            <a:r>
              <a:rPr lang="ko-KR" altLang="en-US" dirty="0"/>
              <a:t> 주기</a:t>
            </a:r>
            <a:r>
              <a:rPr lang="en-US" altLang="ko-KR" dirty="0"/>
              <a:t>]</a:t>
            </a:r>
          </a:p>
          <a:p>
            <a:r>
              <a:rPr lang="ko-KR" altLang="ko-KR" dirty="0"/>
              <a:t>몬스터는 </a:t>
            </a:r>
            <a:r>
              <a:rPr lang="ko-KR" altLang="ko-KR" dirty="0" err="1"/>
              <a:t>맵이</a:t>
            </a:r>
            <a:r>
              <a:rPr lang="ko-KR" altLang="ko-KR" dirty="0"/>
              <a:t> 생성될 때 처음 </a:t>
            </a:r>
            <a:r>
              <a:rPr lang="ko-KR" altLang="ko-KR" dirty="0" err="1"/>
              <a:t>스폰된다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ko-KR" altLang="ko-KR" dirty="0"/>
              <a:t>게임이 시작되면 몬스터는 일정 주기마다 </a:t>
            </a:r>
            <a:r>
              <a:rPr lang="ko-KR" altLang="ko-KR" dirty="0" err="1"/>
              <a:t>스폰된다</a:t>
            </a:r>
            <a:r>
              <a:rPr lang="en-US" altLang="ko-KR" dirty="0"/>
              <a:t>. (</a:t>
            </a:r>
            <a:r>
              <a:rPr lang="ko-KR" altLang="ko-KR" dirty="0"/>
              <a:t>일정 주기</a:t>
            </a:r>
            <a:r>
              <a:rPr lang="en-US" altLang="ko-KR" dirty="0"/>
              <a:t> = 180</a:t>
            </a:r>
            <a:r>
              <a:rPr lang="ko-KR" altLang="ko-KR" dirty="0"/>
              <a:t>초</a:t>
            </a:r>
            <a:r>
              <a:rPr lang="en-US" altLang="ko-KR" dirty="0"/>
              <a:t>)</a:t>
            </a:r>
            <a:endParaRPr lang="ko-KR" altLang="ko-KR" dirty="0"/>
          </a:p>
          <a:p>
            <a:r>
              <a:rPr lang="ko-KR" altLang="ko-KR" dirty="0"/>
              <a:t>일정 주기마다</a:t>
            </a:r>
            <a:r>
              <a:rPr lang="en-US" altLang="ko-KR" dirty="0"/>
              <a:t>, </a:t>
            </a:r>
            <a:r>
              <a:rPr lang="ko-KR" altLang="ko-KR" dirty="0"/>
              <a:t>현재 난이도의</a:t>
            </a:r>
            <a:r>
              <a:rPr lang="en-US" altLang="ko-KR" dirty="0"/>
              <a:t> '</a:t>
            </a:r>
            <a:r>
              <a:rPr lang="ko-KR" altLang="ko-KR" dirty="0"/>
              <a:t>총 파워레벨</a:t>
            </a:r>
            <a:r>
              <a:rPr lang="en-US" altLang="ko-KR" dirty="0"/>
              <a:t>'</a:t>
            </a:r>
            <a:r>
              <a:rPr lang="ko-KR" altLang="ko-KR" dirty="0"/>
              <a:t>과</a:t>
            </a:r>
            <a:r>
              <a:rPr lang="en-US" altLang="ko-KR" dirty="0"/>
              <a:t> '</a:t>
            </a:r>
            <a:r>
              <a:rPr lang="ko-KR" altLang="ko-KR" dirty="0"/>
              <a:t>현재 </a:t>
            </a:r>
            <a:r>
              <a:rPr lang="ko-KR" altLang="ko-KR" dirty="0" err="1"/>
              <a:t>맵에</a:t>
            </a:r>
            <a:r>
              <a:rPr lang="ko-KR" altLang="ko-KR" dirty="0"/>
              <a:t> 살아있는 </a:t>
            </a:r>
            <a:r>
              <a:rPr lang="ko-KR" altLang="ko-KR" dirty="0" err="1"/>
              <a:t>몬스터들의</a:t>
            </a:r>
            <a:r>
              <a:rPr lang="ko-KR" altLang="ko-KR" dirty="0"/>
              <a:t> 파워레벨 합</a:t>
            </a:r>
            <a:r>
              <a:rPr lang="en-US" altLang="ko-KR" dirty="0"/>
              <a:t>'</a:t>
            </a:r>
            <a:r>
              <a:rPr lang="ko-KR" altLang="ko-KR" dirty="0"/>
              <a:t>을 비교한다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ko-KR" altLang="ko-KR" dirty="0"/>
              <a:t>만약 파워레벨 합이 총 파워레벨보다 모자라다면</a:t>
            </a:r>
            <a:r>
              <a:rPr lang="en-US" altLang="ko-KR" dirty="0"/>
              <a:t>, </a:t>
            </a:r>
            <a:r>
              <a:rPr lang="ko-KR" altLang="ko-KR" dirty="0"/>
              <a:t>모자란 파워레벨을 채우도록 몬스터가 </a:t>
            </a:r>
            <a:r>
              <a:rPr lang="ko-KR" altLang="ko-KR" dirty="0" err="1"/>
              <a:t>스폰된다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ko-KR" altLang="ko-KR" dirty="0"/>
              <a:t>일정 주기에 </a:t>
            </a:r>
            <a:r>
              <a:rPr lang="ko-KR" altLang="ko-KR" dirty="0" err="1"/>
              <a:t>스폰될</a:t>
            </a:r>
            <a:r>
              <a:rPr lang="ko-KR" altLang="ko-KR" dirty="0"/>
              <a:t> 시에도 몬스터는</a:t>
            </a:r>
            <a:r>
              <a:rPr lang="en-US" altLang="ko-KR" dirty="0"/>
              <a:t> '</a:t>
            </a:r>
            <a:r>
              <a:rPr lang="ko-KR" altLang="ko-KR" dirty="0"/>
              <a:t>최대 </a:t>
            </a:r>
            <a:r>
              <a:rPr lang="ko-KR" altLang="ko-KR" dirty="0" err="1"/>
              <a:t>스폰</a:t>
            </a:r>
            <a:r>
              <a:rPr lang="ko-KR" altLang="ko-KR" dirty="0"/>
              <a:t> 수</a:t>
            </a:r>
            <a:r>
              <a:rPr lang="en-US" altLang="ko-KR" dirty="0"/>
              <a:t>'</a:t>
            </a:r>
            <a:r>
              <a:rPr lang="ko-KR" altLang="ko-KR" dirty="0"/>
              <a:t>를 초과하여 생성될 수 없다</a:t>
            </a:r>
            <a:r>
              <a:rPr lang="en-US" altLang="ko-KR" dirty="0"/>
              <a:t>.</a:t>
            </a:r>
            <a:endParaRPr lang="ko-KR" altLang="ko-KR" dirty="0"/>
          </a:p>
          <a:p>
            <a:endParaRPr lang="ko-KR" altLang="ko-KR" dirty="0"/>
          </a:p>
          <a:p>
            <a:endParaRPr lang="ko-KR" altLang="en-US" dirty="0"/>
          </a:p>
        </p:txBody>
      </p:sp>
      <p:sp>
        <p:nvSpPr>
          <p:cNvPr id="5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</a:t>
            </a:r>
          </a:p>
        </p:txBody>
      </p:sp>
      <p:sp>
        <p:nvSpPr>
          <p:cNvPr id="6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206859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25F497-3C0B-DD8D-FC8F-71E6EC94D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D9DE85-1271-D09B-691A-2861A6FA0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2240280"/>
            <a:ext cx="10515600" cy="1143000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3800" b="1">
                <a:solidFill>
                  <a:srgbClr val="FFFFFF"/>
                </a:solidFill>
                <a:latin typeface="맑은 고딕"/>
              </a:rPr>
              <a:t>몬스터 파워레벨 시스템</a:t>
            </a:r>
          </a:p>
        </p:txBody>
      </p:sp>
      <p:sp>
        <p:nvSpPr>
          <p:cNvPr id="3" name="Unified Section Number"/>
          <p:cNvSpPr txBox="1"/>
          <p:nvPr/>
        </p:nvSpPr>
        <p:spPr>
          <a:xfrm>
            <a:off x="804672" y="132588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E33B4E"/>
                </a:solidFill>
                <a:latin typeface="맑은 고딕"/>
              </a:rPr>
              <a:t>04</a:t>
            </a:r>
          </a:p>
        </p:txBody>
      </p:sp>
      <p:sp>
        <p:nvSpPr>
          <p:cNvPr id="4" name="Unified Divider Accent"/>
          <p:cNvSpPr/>
          <p:nvPr/>
        </p:nvSpPr>
        <p:spPr>
          <a:xfrm>
            <a:off x="804672" y="3502152"/>
            <a:ext cx="1143000" cy="50800"/>
          </a:xfrm>
          <a:prstGeom prst="rect">
            <a:avLst/>
          </a:prstGeom>
          <a:solidFill>
            <a:srgbClr val="E33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Unified Divider Footer"/>
          <p:cNvSpPr txBox="1"/>
          <p:nvPr/>
        </p:nvSpPr>
        <p:spPr>
          <a:xfrm>
            <a:off x="822960" y="61447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77C85"/>
                </a:solidFill>
                <a:latin typeface="맑은 고딕"/>
              </a:rPr>
              <a:t>SPACE ROBBER  ·  GAME DESIGN DOCUMENT</a:t>
            </a:r>
          </a:p>
        </p:txBody>
      </p:sp>
    </p:spTree>
    <p:extLst>
      <p:ext uri="{BB962C8B-B14F-4D97-AF65-F5344CB8AC3E}">
        <p14:creationId xmlns:p14="http://schemas.microsoft.com/office/powerpoint/2010/main" val="5549312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088805-81A7-DC68-F291-FFD3FFB78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0474742-EE96-5DF5-429D-E1FDF208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파워레벨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580722-F7DC-BAA5-20CF-8092D6D19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/>
          <a:lstStyle/>
          <a:p>
            <a:r>
              <a:rPr lang="ko-KR" altLang="ko-KR" dirty="0"/>
              <a:t>각 난이도별로</a:t>
            </a:r>
            <a:r>
              <a:rPr lang="en-US" altLang="ko-KR" dirty="0"/>
              <a:t> '</a:t>
            </a:r>
            <a:r>
              <a:rPr lang="ko-KR" altLang="ko-KR" dirty="0"/>
              <a:t>총 파워레벨</a:t>
            </a:r>
            <a:r>
              <a:rPr lang="en-US" altLang="ko-KR" dirty="0"/>
              <a:t>'</a:t>
            </a:r>
            <a:r>
              <a:rPr lang="ko-KR" altLang="ko-KR" dirty="0"/>
              <a:t>을 가짐</a:t>
            </a:r>
            <a:r>
              <a:rPr lang="en-US" altLang="ko-KR" dirty="0"/>
              <a:t>(</a:t>
            </a:r>
            <a:r>
              <a:rPr lang="ko-KR" altLang="ko-KR" dirty="0"/>
              <a:t>절차적 맵 생성 규칙</a:t>
            </a:r>
            <a:r>
              <a:rPr lang="en-US" altLang="ko-KR" dirty="0"/>
              <a:t>.docx</a:t>
            </a:r>
            <a:r>
              <a:rPr lang="ko-KR" altLang="ko-KR" dirty="0"/>
              <a:t>에서 확인 가능</a:t>
            </a:r>
            <a:r>
              <a:rPr lang="en-US" altLang="ko-KR" dirty="0"/>
              <a:t>)</a:t>
            </a:r>
            <a:endParaRPr lang="ko-KR" altLang="ko-KR" dirty="0"/>
          </a:p>
          <a:p>
            <a:r>
              <a:rPr lang="ko-KR" altLang="ko-KR" dirty="0" err="1"/>
              <a:t>몬스터별로</a:t>
            </a:r>
            <a:r>
              <a:rPr lang="en-US" altLang="ko-KR" dirty="0"/>
              <a:t> '</a:t>
            </a:r>
            <a:r>
              <a:rPr lang="ko-KR" altLang="ko-KR" dirty="0"/>
              <a:t>개별 파워레벨</a:t>
            </a:r>
            <a:r>
              <a:rPr lang="en-US" altLang="ko-KR" dirty="0"/>
              <a:t>'</a:t>
            </a:r>
            <a:r>
              <a:rPr lang="ko-KR" altLang="ko-KR" dirty="0"/>
              <a:t>과</a:t>
            </a:r>
            <a:r>
              <a:rPr lang="en-US" altLang="ko-KR" dirty="0"/>
              <a:t> '</a:t>
            </a:r>
            <a:r>
              <a:rPr lang="ko-KR" altLang="ko-KR" dirty="0"/>
              <a:t>최대 </a:t>
            </a:r>
            <a:r>
              <a:rPr lang="ko-KR" altLang="ko-KR" dirty="0" err="1"/>
              <a:t>스폰</a:t>
            </a:r>
            <a:r>
              <a:rPr lang="ko-KR" altLang="ko-KR" dirty="0"/>
              <a:t> 수</a:t>
            </a:r>
            <a:r>
              <a:rPr lang="en-US" altLang="ko-KR" dirty="0"/>
              <a:t>'</a:t>
            </a:r>
            <a:r>
              <a:rPr lang="ko-KR" altLang="ko-KR" dirty="0"/>
              <a:t>를 가짐</a:t>
            </a:r>
            <a:r>
              <a:rPr lang="en-US" altLang="ko-KR" dirty="0"/>
              <a:t>(</a:t>
            </a:r>
            <a:r>
              <a:rPr lang="ko-KR" altLang="ko-KR" dirty="0"/>
              <a:t>몬스터 기획서에서 확인 가능</a:t>
            </a:r>
            <a:r>
              <a:rPr lang="en-US" altLang="ko-KR" dirty="0"/>
              <a:t>)</a:t>
            </a:r>
            <a:endParaRPr lang="ko-KR" altLang="ko-KR" dirty="0"/>
          </a:p>
          <a:p>
            <a:r>
              <a:rPr lang="ko-KR" altLang="ko-KR" dirty="0" err="1"/>
              <a:t>스폰될</a:t>
            </a:r>
            <a:r>
              <a:rPr lang="ko-KR" altLang="ko-KR" dirty="0"/>
              <a:t> </a:t>
            </a:r>
            <a:r>
              <a:rPr lang="ko-KR" altLang="ko-KR" dirty="0" err="1"/>
              <a:t>랜덤한</a:t>
            </a:r>
            <a:r>
              <a:rPr lang="ko-KR" altLang="ko-KR" dirty="0"/>
              <a:t> </a:t>
            </a:r>
            <a:r>
              <a:rPr lang="ko-KR" altLang="ko-KR" dirty="0" err="1"/>
              <a:t>몬스터들의</a:t>
            </a:r>
            <a:r>
              <a:rPr lang="en-US" altLang="ko-KR" dirty="0"/>
              <a:t> '</a:t>
            </a:r>
            <a:r>
              <a:rPr lang="ko-KR" altLang="ko-KR" dirty="0"/>
              <a:t>개별 파워 레벨</a:t>
            </a:r>
            <a:r>
              <a:rPr lang="en-US" altLang="ko-KR" dirty="0"/>
              <a:t>'</a:t>
            </a:r>
            <a:r>
              <a:rPr lang="ko-KR" altLang="ko-KR" dirty="0"/>
              <a:t>의 합이 선택된 난이도의</a:t>
            </a:r>
            <a:r>
              <a:rPr lang="en-US" altLang="ko-KR" dirty="0"/>
              <a:t> '</a:t>
            </a:r>
            <a:r>
              <a:rPr lang="ko-KR" altLang="ko-KR" dirty="0"/>
              <a:t>총 파워 레벨</a:t>
            </a:r>
            <a:r>
              <a:rPr lang="en-US" altLang="ko-KR" dirty="0"/>
              <a:t>'</a:t>
            </a:r>
            <a:r>
              <a:rPr lang="ko-KR" altLang="ko-KR" dirty="0"/>
              <a:t>과 같아야 한다</a:t>
            </a:r>
            <a:r>
              <a:rPr lang="en-US" altLang="ko-KR" dirty="0"/>
              <a:t>.</a:t>
            </a:r>
            <a:endParaRPr lang="ko-KR" altLang="ko-KR" dirty="0"/>
          </a:p>
          <a:p>
            <a:endParaRPr lang="ko-KR" altLang="en-US" dirty="0"/>
          </a:p>
        </p:txBody>
      </p:sp>
      <p:sp>
        <p:nvSpPr>
          <p:cNvPr id="5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파워레벨 시스템</a:t>
            </a:r>
          </a:p>
        </p:txBody>
      </p:sp>
      <p:sp>
        <p:nvSpPr>
          <p:cNvPr id="6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9288038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97C8-12D7-ACBE-C5A4-75DBE4566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2240280"/>
            <a:ext cx="10515600" cy="1143000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3000" b="1">
                <a:solidFill>
                  <a:srgbClr val="FFFFFF"/>
                </a:solidFill>
                <a:latin typeface="맑은 고딕"/>
                <a:ea typeface="맑은 고딕"/>
              </a:rPr>
              <a:t>실내 몬스터 기획</a:t>
            </a:r>
            <a:br>
              <a:rPr lang="ko-KR" altLang="en-US" dirty="0">
                <a:ea typeface="맑은 고딕"/>
              </a:rPr>
            </a:br>
            <a:r>
              <a:rPr lang="ko-KR" altLang="en-US" sz="3000" b="1" err="1">
                <a:solidFill>
                  <a:srgbClr val="FFFFFF"/>
                </a:solidFill>
                <a:latin typeface="맑은 고딕"/>
                <a:ea typeface="맑은 고딕"/>
              </a:rPr>
              <a:t>Spider</a:t>
            </a:r>
            <a:r>
              <a:rPr lang="ko-KR" altLang="en-US" sz="3000" b="1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lang="en-US" altLang="ko-KR" sz="3000" b="1">
                <a:solidFill>
                  <a:srgbClr val="FFFFFF"/>
                </a:solidFill>
                <a:latin typeface="맑은 고딕"/>
                <a:ea typeface="맑은 고딕"/>
              </a:rPr>
              <a:t>(</a:t>
            </a:r>
            <a:r>
              <a:rPr lang="ko-KR" altLang="en-US" sz="3000" b="1">
                <a:solidFill>
                  <a:srgbClr val="FFFFFF"/>
                </a:solidFill>
                <a:latin typeface="맑은 고딕"/>
                <a:ea typeface="맑은 고딕"/>
              </a:rPr>
              <a:t>거미</a:t>
            </a:r>
            <a:r>
              <a:rPr lang="en-US" altLang="ko-KR" sz="3000" b="1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  <a:endParaRPr lang="ko-KR" altLang="en-US" err="1">
              <a:ea typeface="맑은 고딕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1A4CF-75CA-73D9-FBFB-9F192FB89E8E}"/>
              </a:ext>
            </a:extLst>
          </p:cNvPr>
          <p:cNvSpPr txBox="1"/>
          <p:nvPr/>
        </p:nvSpPr>
        <p:spPr>
          <a:xfrm>
            <a:off x="822960" y="3897572"/>
            <a:ext cx="3657600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US" altLang="ko-KR" sz="1100" b="0">
                <a:solidFill>
                  <a:srgbClr val="9A9FA8"/>
                </a:solidFill>
                <a:latin typeface="맑은 고딕"/>
                <a:ea typeface="맑은 고딕"/>
              </a:rPr>
              <a:t>2026.03.23</a:t>
            </a:r>
          </a:p>
        </p:txBody>
      </p:sp>
      <p:sp>
        <p:nvSpPr>
          <p:cNvPr id="5" name="Unified Section Number"/>
          <p:cNvSpPr txBox="1"/>
          <p:nvPr/>
        </p:nvSpPr>
        <p:spPr>
          <a:xfrm>
            <a:off x="804672" y="132588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E33B4E"/>
                </a:solidFill>
                <a:latin typeface="맑은 고딕"/>
              </a:rPr>
              <a:t>05</a:t>
            </a:r>
          </a:p>
        </p:txBody>
      </p:sp>
      <p:sp>
        <p:nvSpPr>
          <p:cNvPr id="6" name="Unified Divider Accent"/>
          <p:cNvSpPr/>
          <p:nvPr/>
        </p:nvSpPr>
        <p:spPr>
          <a:xfrm>
            <a:off x="804672" y="3502152"/>
            <a:ext cx="1143000" cy="50800"/>
          </a:xfrm>
          <a:prstGeom prst="rect">
            <a:avLst/>
          </a:prstGeom>
          <a:solidFill>
            <a:srgbClr val="E33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Divider Footer"/>
          <p:cNvSpPr txBox="1"/>
          <p:nvPr/>
        </p:nvSpPr>
        <p:spPr>
          <a:xfrm>
            <a:off x="822960" y="61447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77C85"/>
                </a:solidFill>
                <a:latin typeface="맑은 고딕"/>
              </a:rPr>
              <a:t>SPACE ROBBER  ·  GAME DESIGN DOCUMENT</a:t>
            </a:r>
          </a:p>
        </p:txBody>
      </p:sp>
    </p:spTree>
    <p:extLst>
      <p:ext uri="{BB962C8B-B14F-4D97-AF65-F5344CB8AC3E}">
        <p14:creationId xmlns:p14="http://schemas.microsoft.com/office/powerpoint/2010/main" val="11528943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CFB0F0C-8FA4-53B2-F4A9-901394D22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몬스터 사이즈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56BA17-3A8C-F632-44EE-BB75CA3021F7}"/>
              </a:ext>
            </a:extLst>
          </p:cNvPr>
          <p:cNvSpPr txBox="1"/>
          <p:nvPr/>
        </p:nvSpPr>
        <p:spPr>
          <a:xfrm>
            <a:off x="6301229" y="3118065"/>
            <a:ext cx="3703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/>
              <a:t>276, 236, 92</a:t>
            </a:r>
            <a:endParaRPr lang="ko-KR" altLang="en-US" sz="3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87B7191-3B9F-BA9E-26F9-32D7DBE7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403" y="2213214"/>
            <a:ext cx="4229690" cy="2943636"/>
          </a:xfrm>
          <a:prstGeom prst="rect">
            <a:avLst/>
          </a:prstGeom>
        </p:spPr>
      </p:pic>
      <p:sp>
        <p:nvSpPr>
          <p:cNvPr id="10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실내 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SPIDER (거미)</a:t>
            </a:r>
          </a:p>
        </p:txBody>
      </p:sp>
      <p:sp>
        <p:nvSpPr>
          <p:cNvPr id="11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8928623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3BF2BCB-9D67-967A-0472-3BD857D7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  <a:ea typeface="맑은 고딕"/>
              </a:rPr>
              <a:t>설명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D4D502-4079-659A-54E3-558D0571F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 dirty="0">
                <a:ea typeface="맑은 고딕"/>
              </a:rPr>
              <a:t>참고: </a:t>
            </a:r>
            <a:r>
              <a:rPr lang="ko-KR" dirty="0">
                <a:ea typeface="+mn-lt"/>
                <a:cs typeface="+mn-lt"/>
                <a:hlinkClick r:id="rId2"/>
              </a:rPr>
              <a:t>https://lethal-company.fandom.com/wiki/Bunker_Spider</a:t>
            </a:r>
            <a:endParaRPr lang="en-US" altLang="ko-KR" dirty="0">
              <a:ea typeface="+mn-lt"/>
              <a:cs typeface="+mn-lt"/>
            </a:endParaRPr>
          </a:p>
          <a:p>
            <a:endParaRPr lang="en-US" altLang="ko-KR" dirty="0">
              <a:ea typeface="+mn-lt"/>
              <a:cs typeface="+mn-lt"/>
            </a:endParaRPr>
          </a:p>
          <a:p>
            <a:r>
              <a:rPr lang="ko-KR" altLang="en-US" dirty="0">
                <a:ea typeface="+mn-lt"/>
                <a:cs typeface="+mn-lt"/>
              </a:rPr>
              <a:t>거미는 실내에 </a:t>
            </a:r>
            <a:r>
              <a:rPr lang="ko-KR" altLang="en-US" dirty="0" err="1">
                <a:ea typeface="+mn-lt"/>
                <a:cs typeface="+mn-lt"/>
              </a:rPr>
              <a:t>스폰되는</a:t>
            </a:r>
            <a:r>
              <a:rPr lang="ko-KR" altLang="en-US" dirty="0">
                <a:ea typeface="+mn-lt"/>
                <a:cs typeface="+mn-lt"/>
              </a:rPr>
              <a:t> 몬스터이다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r>
              <a:rPr lang="ko-KR" altLang="en-US" dirty="0" err="1">
                <a:ea typeface="+mn-lt"/>
                <a:cs typeface="+mn-lt"/>
              </a:rPr>
              <a:t>리썰</a:t>
            </a:r>
            <a:r>
              <a:rPr lang="ko-KR" altLang="en-US" dirty="0">
                <a:ea typeface="+mn-lt"/>
                <a:cs typeface="+mn-lt"/>
              </a:rPr>
              <a:t> 컴퍼니의 </a:t>
            </a:r>
            <a:r>
              <a:rPr lang="en-US" altLang="ko-KR" dirty="0">
                <a:ea typeface="+mn-lt"/>
                <a:cs typeface="+mn-lt"/>
              </a:rPr>
              <a:t>‘</a:t>
            </a:r>
            <a:r>
              <a:rPr lang="ko-KR" altLang="en-US" dirty="0">
                <a:ea typeface="+mn-lt"/>
                <a:cs typeface="+mn-lt"/>
              </a:rPr>
              <a:t>벙커 거미</a:t>
            </a:r>
            <a:r>
              <a:rPr lang="en-US" altLang="ko-KR" dirty="0">
                <a:ea typeface="+mn-lt"/>
                <a:cs typeface="+mn-lt"/>
              </a:rPr>
              <a:t>‘(</a:t>
            </a:r>
            <a:r>
              <a:rPr lang="ko-KR" altLang="en-US" dirty="0">
                <a:ea typeface="+mn-lt"/>
                <a:cs typeface="+mn-lt"/>
              </a:rPr>
              <a:t>위 링크에 있음</a:t>
            </a:r>
            <a:r>
              <a:rPr lang="en-US" altLang="ko-KR" dirty="0">
                <a:ea typeface="+mn-lt"/>
                <a:cs typeface="+mn-lt"/>
              </a:rPr>
              <a:t>)</a:t>
            </a:r>
            <a:r>
              <a:rPr lang="ko-KR" altLang="en-US" dirty="0">
                <a:ea typeface="+mn-lt"/>
                <a:cs typeface="+mn-lt"/>
              </a:rPr>
              <a:t>와 유사하다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</p:txBody>
      </p:sp>
      <p:sp>
        <p:nvSpPr>
          <p:cNvPr id="5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실내 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SPIDER (거미)</a:t>
            </a:r>
          </a:p>
        </p:txBody>
      </p:sp>
      <p:sp>
        <p:nvSpPr>
          <p:cNvPr id="6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1473311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821D27-AA96-11D7-2A4F-5F42E5CD5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B8F6189-7C92-C239-D73C-51C27314E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368724"/>
            <a:ext cx="9372600" cy="332399"/>
          </a:xfrm>
        </p:spPr>
        <p:txBody>
          <a:bodyPr wrap="square" lIns="0" tIns="0" rIns="0" bIns="0" anchor="ctr"/>
          <a:lstStyle/>
          <a:p>
            <a:pPr algn="l"/>
            <a:r>
              <a:rPr lang="en-US" altLang="ko-KR" sz="2400" b="1" dirty="0">
                <a:solidFill>
                  <a:srgbClr val="16181D"/>
                </a:solidFill>
                <a:latin typeface="맑은 고딕"/>
                <a:ea typeface="맑은 고딕"/>
              </a:rPr>
              <a:t>State</a:t>
            </a:r>
            <a:endParaRPr lang="ko-KR" altLang="en-US" sz="2400" b="1" dirty="0">
              <a:solidFill>
                <a:srgbClr val="16181D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FA18E49-8E88-DB32-6642-9CB3500C8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039705"/>
              </p:ext>
            </p:extLst>
          </p:nvPr>
        </p:nvGraphicFramePr>
        <p:xfrm>
          <a:off x="1777492" y="1178223"/>
          <a:ext cx="7061199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161">
                  <a:extLst>
                    <a:ext uri="{9D8B030D-6E8A-4147-A177-3AD203B41FA5}">
                      <a16:colId xmlns:a16="http://schemas.microsoft.com/office/drawing/2014/main" val="3126723540"/>
                    </a:ext>
                  </a:extLst>
                </a:gridCol>
                <a:gridCol w="4386858">
                  <a:extLst>
                    <a:ext uri="{9D8B030D-6E8A-4147-A177-3AD203B41FA5}">
                      <a16:colId xmlns:a16="http://schemas.microsoft.com/office/drawing/2014/main" val="1756523170"/>
                    </a:ext>
                  </a:extLst>
                </a:gridCol>
                <a:gridCol w="1179180">
                  <a:extLst>
                    <a:ext uri="{9D8B030D-6E8A-4147-A177-3AD203B41FA5}">
                      <a16:colId xmlns:a16="http://schemas.microsoft.com/office/drawing/2014/main" val="836452280"/>
                    </a:ext>
                  </a:extLst>
                </a:gridCol>
              </a:tblGrid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애니메이션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Idle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대기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다른 상태가 실행되기 전까지 대기한다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Idle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2361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Pause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멈춤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1.5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초 간 멈춘다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Idle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751913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 err="1">
                          <a:solidFill>
                            <a:schemeClr val="tx1"/>
                          </a:solidFill>
                        </a:rPr>
                        <a:t>WebMake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거미줄 설치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지정된 거미줄 개수만큼 거미줄을 설치한다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거미줄은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Roaming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 끝난 위치에 설치한다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Idle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16964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Roam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배회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2.5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초 동안 랜덤하게 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Walk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90807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 err="1">
                          <a:solidFill>
                            <a:schemeClr val="tx1"/>
                          </a:solidFill>
                        </a:rPr>
                        <a:t>DoorOpen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문 열기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Chase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중 플레이어가 문을 닫고 도망칠 경우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플레이어가 닫은 문을 연다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Idle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588480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Chase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추적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플레이어가 인식 범위에 들어오면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추적한다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플레이어가 거미줄에 닿으면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해당 장소로 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플레이어에게 공격 당하면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공격한 장소로 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Run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047824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Attack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공격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플레이어가 공격 범위에 들어오면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공격한다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Attack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436606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Return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복귀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Chase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를 시작하기 전 장소로 돌아간다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Walk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010673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Hit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피격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HP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가 감소한다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Hit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615660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Dead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사망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HP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이하로 감소한다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Die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73243"/>
                  </a:ext>
                </a:extLst>
              </a:tr>
            </a:tbl>
          </a:graphicData>
        </a:graphic>
      </p:graphicFrame>
      <p:sp>
        <p:nvSpPr>
          <p:cNvPr id="8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실내 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SPIDER (거미)</a:t>
            </a:r>
          </a:p>
        </p:txBody>
      </p:sp>
      <p:sp>
        <p:nvSpPr>
          <p:cNvPr id="9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876407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1CA971-E8CA-E8D3-58BF-1B1C0621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17E5282-4EC3-8FEB-BF71-BE9856BD5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  <a:ea typeface="맑은 고딕"/>
              </a:rPr>
              <a:t>FSM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C7CEBF-795D-0761-9D8F-010EDA560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7902" y="1115567"/>
            <a:ext cx="6613147" cy="5638459"/>
          </a:xfrm>
          <a:prstGeom prst="rect">
            <a:avLst/>
          </a:prstGeom>
        </p:spPr>
      </p:pic>
      <p:sp>
        <p:nvSpPr>
          <p:cNvPr id="7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실내 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SPIDER (거미)</a:t>
            </a:r>
          </a:p>
        </p:txBody>
      </p:sp>
      <p:sp>
        <p:nvSpPr>
          <p:cNvPr id="8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1864945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345F4-1B9E-3D98-D198-69219F493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1E7373C-E1BE-9A80-CA7B-082A5B32B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368724"/>
            <a:ext cx="9372600" cy="332399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 dirty="0">
                <a:solidFill>
                  <a:srgbClr val="16181D"/>
                </a:solidFill>
                <a:latin typeface="맑은 고딕"/>
                <a:ea typeface="맑은 고딕"/>
              </a:rPr>
              <a:t>설명</a:t>
            </a:r>
            <a:endParaRPr lang="ko-KR" altLang="en-US" dirty="0">
              <a:ea typeface="맑은 고딕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7F065B-A13E-B2C3-1B07-3D0AACF31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627" y="1345911"/>
            <a:ext cx="9755698" cy="467824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 sz="1484">
                <a:ea typeface="+mn-lt"/>
                <a:cs typeface="+mn-lt"/>
              </a:rPr>
              <a:t>거미는 시설에 </a:t>
            </a:r>
            <a:r>
              <a:rPr lang="ko-KR" altLang="en-US" sz="1484" err="1">
                <a:ea typeface="+mn-lt"/>
                <a:cs typeface="+mn-lt"/>
              </a:rPr>
              <a:t>스폰된</a:t>
            </a:r>
            <a:r>
              <a:rPr lang="ko-KR" altLang="en-US" sz="1484">
                <a:ea typeface="+mn-lt"/>
                <a:cs typeface="+mn-lt"/>
              </a:rPr>
              <a:t> 직후</a:t>
            </a:r>
            <a:r>
              <a:rPr lang="en-US" altLang="ko-KR" sz="1484">
                <a:ea typeface="+mn-lt"/>
                <a:cs typeface="+mn-lt"/>
              </a:rPr>
              <a:t>, ‘Idle‘</a:t>
            </a:r>
            <a:r>
              <a:rPr lang="ko-KR" altLang="en-US" sz="1484">
                <a:ea typeface="+mn-lt"/>
                <a:cs typeface="+mn-lt"/>
              </a:rPr>
              <a:t>이 된다</a:t>
            </a:r>
            <a:r>
              <a:rPr lang="en-US" altLang="ko-KR" sz="1484">
                <a:ea typeface="+mn-lt"/>
                <a:cs typeface="+mn-lt"/>
              </a:rPr>
              <a:t>. </a:t>
            </a:r>
            <a:r>
              <a:rPr lang="ko-KR" altLang="en-US" sz="1484" err="1">
                <a:ea typeface="+mn-lt"/>
                <a:cs typeface="+mn-lt"/>
              </a:rPr>
              <a:t>맵에</a:t>
            </a:r>
            <a:r>
              <a:rPr lang="en-US" altLang="ko-KR" sz="1484">
                <a:ea typeface="+mn-lt"/>
                <a:cs typeface="+mn-lt"/>
              </a:rPr>
              <a:t> </a:t>
            </a:r>
            <a:r>
              <a:rPr lang="ko-KR" altLang="en-US" sz="1484">
                <a:ea typeface="+mn-lt"/>
                <a:cs typeface="+mn-lt"/>
              </a:rPr>
              <a:t>지정된 개수의 거미줄이 없으면</a:t>
            </a:r>
            <a:r>
              <a:rPr lang="en-US" altLang="ko-KR" sz="1484">
                <a:ea typeface="+mn-lt"/>
                <a:cs typeface="+mn-lt"/>
              </a:rPr>
              <a:t>, </a:t>
            </a:r>
            <a:r>
              <a:rPr lang="ko-KR" altLang="en-US" sz="1484">
                <a:ea typeface="+mn-lt"/>
                <a:cs typeface="+mn-lt"/>
              </a:rPr>
              <a:t>거미줄 개수를 충족할 때까지 </a:t>
            </a:r>
            <a:r>
              <a:rPr lang="en-US" altLang="ko-KR" sz="1484">
                <a:ea typeface="+mn-lt"/>
                <a:cs typeface="+mn-lt"/>
              </a:rPr>
              <a:t>‘Pause -&gt; Roam</a:t>
            </a:r>
            <a:r>
              <a:rPr lang="ko-KR" altLang="en-US" sz="1484">
                <a:ea typeface="+mn-lt"/>
                <a:cs typeface="+mn-lt"/>
              </a:rPr>
              <a:t> </a:t>
            </a:r>
            <a:r>
              <a:rPr lang="en-US" altLang="ko-KR" sz="1484">
                <a:ea typeface="+mn-lt"/>
                <a:cs typeface="+mn-lt"/>
              </a:rPr>
              <a:t>-&gt; </a:t>
            </a:r>
            <a:r>
              <a:rPr lang="en-US" altLang="ko-KR" sz="1484" err="1">
                <a:ea typeface="+mn-lt"/>
                <a:cs typeface="+mn-lt"/>
              </a:rPr>
              <a:t>WebMake</a:t>
            </a:r>
            <a:r>
              <a:rPr lang="ko-KR" altLang="en-US" sz="1484">
                <a:ea typeface="+mn-lt"/>
                <a:cs typeface="+mn-lt"/>
              </a:rPr>
              <a:t> </a:t>
            </a:r>
            <a:r>
              <a:rPr lang="en-US" altLang="ko-KR" sz="1484">
                <a:ea typeface="+mn-lt"/>
                <a:cs typeface="+mn-lt"/>
              </a:rPr>
              <a:t>-&gt; Pause</a:t>
            </a:r>
            <a:r>
              <a:rPr lang="ko-KR" altLang="en-US" sz="1484">
                <a:ea typeface="+mn-lt"/>
                <a:cs typeface="+mn-lt"/>
              </a:rPr>
              <a:t> </a:t>
            </a:r>
            <a:r>
              <a:rPr lang="en-US" altLang="ko-KR" sz="1484">
                <a:ea typeface="+mn-lt"/>
                <a:cs typeface="+mn-lt"/>
              </a:rPr>
              <a:t>-&gt; …’</a:t>
            </a:r>
            <a:r>
              <a:rPr lang="ko-KR" altLang="en-US" sz="1484">
                <a:ea typeface="+mn-lt"/>
                <a:cs typeface="+mn-lt"/>
              </a:rPr>
              <a:t> </a:t>
            </a:r>
            <a:r>
              <a:rPr lang="en-US" altLang="ko-KR" sz="1484">
                <a:ea typeface="+mn-lt"/>
                <a:cs typeface="+mn-lt"/>
              </a:rPr>
              <a:t>[</a:t>
            </a:r>
            <a:r>
              <a:rPr lang="ko-KR" altLang="en-US" sz="1484">
                <a:ea typeface="+mn-lt"/>
                <a:cs typeface="+mn-lt"/>
              </a:rPr>
              <a:t>거미줄 설치</a:t>
            </a:r>
            <a:r>
              <a:rPr lang="en-US" altLang="ko-KR" sz="1484">
                <a:ea typeface="+mn-lt"/>
                <a:cs typeface="+mn-lt"/>
              </a:rPr>
              <a:t>] </a:t>
            </a:r>
            <a:r>
              <a:rPr lang="ko-KR" altLang="en-US" sz="1484">
                <a:ea typeface="+mn-lt"/>
                <a:cs typeface="+mn-lt"/>
              </a:rPr>
              <a:t>루틴을 반복한다</a:t>
            </a:r>
            <a:r>
              <a:rPr lang="en-US" altLang="ko-KR" sz="1484">
                <a:ea typeface="+mn-lt"/>
                <a:cs typeface="+mn-lt"/>
              </a:rPr>
              <a:t>. </a:t>
            </a:r>
            <a:r>
              <a:rPr lang="ko-KR" altLang="en-US" sz="1484">
                <a:ea typeface="+mn-lt"/>
                <a:cs typeface="+mn-lt"/>
              </a:rPr>
              <a:t>마지막 거미줄을 설치한 위치에서 </a:t>
            </a:r>
            <a:r>
              <a:rPr lang="en-US" altLang="ko-KR" sz="1484">
                <a:ea typeface="+mn-lt"/>
                <a:cs typeface="+mn-lt"/>
              </a:rPr>
              <a:t>‘Pause’</a:t>
            </a:r>
            <a:r>
              <a:rPr lang="ko-KR" altLang="en-US" sz="1484">
                <a:ea typeface="+mn-lt"/>
                <a:cs typeface="+mn-lt"/>
              </a:rPr>
              <a:t>한 후</a:t>
            </a:r>
            <a:r>
              <a:rPr lang="en-US" altLang="ko-KR" sz="1484">
                <a:ea typeface="+mn-lt"/>
                <a:cs typeface="+mn-lt"/>
              </a:rPr>
              <a:t>, </a:t>
            </a:r>
            <a:r>
              <a:rPr lang="ko-KR" altLang="en-US" sz="1484">
                <a:ea typeface="+mn-lt"/>
                <a:cs typeface="+mn-lt"/>
              </a:rPr>
              <a:t>더 이상 설치할 거미줄이 없으면 해당 위치에서 </a:t>
            </a:r>
            <a:r>
              <a:rPr lang="en-US" altLang="ko-KR" sz="1484">
                <a:ea typeface="+mn-lt"/>
                <a:cs typeface="+mn-lt"/>
              </a:rPr>
              <a:t>‘Idle’</a:t>
            </a:r>
            <a:r>
              <a:rPr lang="ko-KR" altLang="en-US" sz="1484">
                <a:ea typeface="+mn-lt"/>
                <a:cs typeface="+mn-lt"/>
              </a:rPr>
              <a:t>이 된다</a:t>
            </a:r>
            <a:r>
              <a:rPr lang="en-US" altLang="ko-KR" sz="1484">
                <a:ea typeface="+mn-lt"/>
                <a:cs typeface="+mn-lt"/>
              </a:rPr>
              <a:t>.</a:t>
            </a:r>
          </a:p>
          <a:p>
            <a:r>
              <a:rPr lang="ko-KR" altLang="en-US" sz="1484">
                <a:ea typeface="+mn-lt"/>
                <a:cs typeface="+mn-lt"/>
              </a:rPr>
              <a:t>플레이어가 </a:t>
            </a:r>
            <a:br>
              <a:rPr lang="en-US" altLang="ko-KR" sz="1600" dirty="0">
                <a:ea typeface="+mn-lt"/>
                <a:cs typeface="+mn-lt"/>
              </a:rPr>
            </a:br>
            <a:r>
              <a:rPr lang="en-US" altLang="ko-KR" sz="1484">
                <a:ea typeface="+mn-lt"/>
                <a:cs typeface="+mn-lt"/>
              </a:rPr>
              <a:t>1. </a:t>
            </a:r>
            <a:r>
              <a:rPr lang="ko-KR" altLang="en-US" sz="1484">
                <a:ea typeface="+mn-lt"/>
                <a:cs typeface="+mn-lt"/>
              </a:rPr>
              <a:t>거미의 인식 범위에 들어오면</a:t>
            </a:r>
            <a:r>
              <a:rPr lang="en-US" altLang="ko-KR" sz="1484">
                <a:ea typeface="+mn-lt"/>
                <a:cs typeface="+mn-lt"/>
              </a:rPr>
              <a:t>, ‘Chase’</a:t>
            </a:r>
            <a:r>
              <a:rPr lang="ko-KR" altLang="en-US" sz="1484">
                <a:ea typeface="+mn-lt"/>
                <a:cs typeface="+mn-lt"/>
              </a:rPr>
              <a:t>한다</a:t>
            </a:r>
            <a:r>
              <a:rPr lang="en-US" altLang="ko-KR" sz="1484">
                <a:ea typeface="+mn-lt"/>
                <a:cs typeface="+mn-lt"/>
              </a:rPr>
              <a:t>.</a:t>
            </a:r>
            <a:br>
              <a:rPr lang="en-US" altLang="ko-KR" sz="1600" dirty="0">
                <a:ea typeface="+mn-lt"/>
                <a:cs typeface="+mn-lt"/>
              </a:rPr>
            </a:br>
            <a:r>
              <a:rPr lang="en-US" altLang="ko-KR" sz="1484">
                <a:ea typeface="+mn-lt"/>
                <a:cs typeface="+mn-lt"/>
              </a:rPr>
              <a:t>2. </a:t>
            </a:r>
            <a:r>
              <a:rPr lang="ko-KR" altLang="en-US" sz="1484">
                <a:ea typeface="+mn-lt"/>
                <a:cs typeface="+mn-lt"/>
              </a:rPr>
              <a:t>거미를 공격할 때 플레이어가 인식 범위에 없어도</a:t>
            </a:r>
            <a:r>
              <a:rPr lang="en-US" altLang="ko-KR" sz="1484">
                <a:ea typeface="+mn-lt"/>
                <a:cs typeface="+mn-lt"/>
              </a:rPr>
              <a:t>(</a:t>
            </a:r>
            <a:r>
              <a:rPr lang="ko-KR" altLang="en-US" sz="1484">
                <a:ea typeface="+mn-lt"/>
                <a:cs typeface="+mn-lt"/>
              </a:rPr>
              <a:t>총으로 쏜 경우 등</a:t>
            </a:r>
            <a:r>
              <a:rPr lang="en-US" altLang="ko-KR" sz="1484">
                <a:ea typeface="+mn-lt"/>
                <a:cs typeface="+mn-lt"/>
              </a:rPr>
              <a:t>)</a:t>
            </a:r>
            <a:r>
              <a:rPr lang="ko-KR" altLang="en-US" sz="1484">
                <a:ea typeface="+mn-lt"/>
                <a:cs typeface="+mn-lt"/>
              </a:rPr>
              <a:t> 공격한 곳으로 </a:t>
            </a:r>
            <a:r>
              <a:rPr lang="en-US" altLang="ko-KR" sz="1484">
                <a:ea typeface="+mn-lt"/>
                <a:cs typeface="+mn-lt"/>
              </a:rPr>
              <a:t>‘Chase’</a:t>
            </a:r>
            <a:r>
              <a:rPr lang="ko-KR" altLang="en-US" sz="1484">
                <a:ea typeface="+mn-lt"/>
                <a:cs typeface="+mn-lt"/>
              </a:rPr>
              <a:t>한다</a:t>
            </a:r>
            <a:r>
              <a:rPr lang="en-US" altLang="ko-KR" sz="1484">
                <a:ea typeface="+mn-lt"/>
                <a:cs typeface="+mn-lt"/>
              </a:rPr>
              <a:t>.</a:t>
            </a:r>
            <a:br>
              <a:rPr lang="en-US" altLang="ko-KR" sz="1600" dirty="0">
                <a:ea typeface="+mn-lt"/>
                <a:cs typeface="+mn-lt"/>
              </a:rPr>
            </a:br>
            <a:r>
              <a:rPr lang="en-US" altLang="ko-KR" sz="1484">
                <a:ea typeface="+mn-lt"/>
                <a:cs typeface="+mn-lt"/>
              </a:rPr>
              <a:t>3. </a:t>
            </a:r>
            <a:r>
              <a:rPr lang="ko-KR" altLang="en-US" sz="1484">
                <a:ea typeface="+mn-lt"/>
                <a:cs typeface="+mn-lt"/>
              </a:rPr>
              <a:t>플레이어가 거미줄에 닿으면</a:t>
            </a:r>
            <a:r>
              <a:rPr lang="en-US" altLang="ko-KR" sz="1484">
                <a:ea typeface="+mn-lt"/>
                <a:cs typeface="+mn-lt"/>
              </a:rPr>
              <a:t>, ‘Chase’</a:t>
            </a:r>
            <a:r>
              <a:rPr lang="ko-KR" altLang="en-US" sz="1484">
                <a:ea typeface="+mn-lt"/>
                <a:cs typeface="+mn-lt"/>
              </a:rPr>
              <a:t>한다</a:t>
            </a:r>
            <a:r>
              <a:rPr lang="en-US" altLang="ko-KR" sz="1484">
                <a:ea typeface="+mn-lt"/>
                <a:cs typeface="+mn-lt"/>
              </a:rPr>
              <a:t>.</a:t>
            </a:r>
          </a:p>
          <a:p>
            <a:r>
              <a:rPr lang="en-US" altLang="ko-KR" sz="1484">
                <a:ea typeface="+mn-lt"/>
                <a:cs typeface="+mn-lt"/>
              </a:rPr>
              <a:t>‘Chase’</a:t>
            </a:r>
            <a:r>
              <a:rPr lang="ko-KR" altLang="en-US" sz="1484">
                <a:ea typeface="+mn-lt"/>
                <a:cs typeface="+mn-lt"/>
              </a:rPr>
              <a:t>일 때 플레이어가 문을 닫고 도망가면 </a:t>
            </a:r>
            <a:r>
              <a:rPr lang="en-US" altLang="ko-KR" sz="1484">
                <a:ea typeface="+mn-lt"/>
                <a:cs typeface="+mn-lt"/>
              </a:rPr>
              <a:t>‘</a:t>
            </a:r>
            <a:r>
              <a:rPr lang="en-US" altLang="ko-KR" sz="1484" err="1">
                <a:ea typeface="+mn-lt"/>
                <a:cs typeface="+mn-lt"/>
              </a:rPr>
              <a:t>OpenDoor</a:t>
            </a:r>
            <a:r>
              <a:rPr lang="en-US" altLang="ko-KR" sz="1484">
                <a:ea typeface="+mn-lt"/>
                <a:cs typeface="+mn-lt"/>
              </a:rPr>
              <a:t>’</a:t>
            </a:r>
            <a:r>
              <a:rPr lang="ko-KR" altLang="en-US" sz="1484">
                <a:ea typeface="+mn-lt"/>
                <a:cs typeface="+mn-lt"/>
              </a:rPr>
              <a:t>가 되어 문을 연 다음 다시 </a:t>
            </a:r>
            <a:r>
              <a:rPr lang="en-US" altLang="ko-KR" sz="1484">
                <a:ea typeface="+mn-lt"/>
                <a:cs typeface="+mn-lt"/>
              </a:rPr>
              <a:t>‘Chase’</a:t>
            </a:r>
            <a:r>
              <a:rPr lang="ko-KR" altLang="en-US" sz="1484">
                <a:ea typeface="+mn-lt"/>
                <a:cs typeface="+mn-lt"/>
              </a:rPr>
              <a:t>한다</a:t>
            </a:r>
            <a:r>
              <a:rPr lang="en-US" altLang="ko-KR" sz="1484">
                <a:ea typeface="+mn-lt"/>
                <a:cs typeface="+mn-lt"/>
              </a:rPr>
              <a:t>.</a:t>
            </a:r>
          </a:p>
          <a:p>
            <a:r>
              <a:rPr lang="en-US" altLang="ko-KR" sz="1484">
                <a:ea typeface="+mn-lt"/>
                <a:cs typeface="+mn-lt"/>
              </a:rPr>
              <a:t>‘Chase’</a:t>
            </a:r>
            <a:r>
              <a:rPr lang="ko-KR" altLang="en-US" sz="1484">
                <a:ea typeface="+mn-lt"/>
                <a:cs typeface="+mn-lt"/>
              </a:rPr>
              <a:t>일 때 플레이어가 공격 범위에 들어오면 </a:t>
            </a:r>
            <a:r>
              <a:rPr lang="en-US" altLang="ko-KR" sz="1484">
                <a:ea typeface="+mn-lt"/>
                <a:cs typeface="+mn-lt"/>
              </a:rPr>
              <a:t>‘Attack‘</a:t>
            </a:r>
            <a:r>
              <a:rPr lang="ko-KR" altLang="en-US" sz="1484">
                <a:ea typeface="+mn-lt"/>
                <a:cs typeface="+mn-lt"/>
              </a:rPr>
              <a:t>하고</a:t>
            </a:r>
            <a:r>
              <a:rPr lang="en-US" altLang="ko-KR" sz="1484">
                <a:ea typeface="+mn-lt"/>
                <a:cs typeface="+mn-lt"/>
              </a:rPr>
              <a:t> </a:t>
            </a:r>
            <a:r>
              <a:rPr lang="ko-KR" altLang="en-US" sz="1484">
                <a:ea typeface="+mn-lt"/>
                <a:cs typeface="+mn-lt"/>
              </a:rPr>
              <a:t>공격 모션이 끝나면 다시 </a:t>
            </a:r>
            <a:r>
              <a:rPr lang="en-US" altLang="ko-KR" sz="1484">
                <a:ea typeface="+mn-lt"/>
                <a:cs typeface="+mn-lt"/>
              </a:rPr>
              <a:t>‘Chase’</a:t>
            </a:r>
            <a:r>
              <a:rPr lang="ko-KR" altLang="en-US" sz="1484">
                <a:ea typeface="+mn-lt"/>
                <a:cs typeface="+mn-lt"/>
              </a:rPr>
              <a:t>한다</a:t>
            </a:r>
            <a:r>
              <a:rPr lang="en-US" altLang="ko-KR" sz="1484">
                <a:ea typeface="+mn-lt"/>
                <a:cs typeface="+mn-lt"/>
              </a:rPr>
              <a:t>.</a:t>
            </a:r>
            <a:endParaRPr lang="ko-KR" altLang="en-US" sz="1600" dirty="0">
              <a:ea typeface="+mn-lt"/>
              <a:cs typeface="+mn-lt"/>
            </a:endParaRPr>
          </a:p>
          <a:p>
            <a:r>
              <a:rPr lang="en-US" altLang="ko-KR" sz="1484">
                <a:ea typeface="맑은 고딕"/>
              </a:rPr>
              <a:t>‘Chase‘</a:t>
            </a:r>
            <a:r>
              <a:rPr lang="ko-KR" altLang="en-US" sz="1484">
                <a:ea typeface="맑은 고딕"/>
              </a:rPr>
              <a:t>일 때 플레이어가 인식 범위에서 사라진 뒤 추적 종료 시간이 경과하면</a:t>
            </a:r>
            <a:r>
              <a:rPr lang="en-US" altLang="ko-KR" sz="1484">
                <a:ea typeface="맑은 고딕"/>
              </a:rPr>
              <a:t>, </a:t>
            </a:r>
            <a:r>
              <a:rPr lang="ko-KR" altLang="en-US" sz="1484">
                <a:ea typeface="맑은 고딕"/>
              </a:rPr>
              <a:t>추적을 시작했던 장소로 </a:t>
            </a:r>
            <a:r>
              <a:rPr lang="en-US" altLang="ko-KR" sz="1484">
                <a:ea typeface="맑은 고딕"/>
              </a:rPr>
              <a:t>‘Return’</a:t>
            </a:r>
            <a:r>
              <a:rPr lang="ko-KR" altLang="en-US" sz="1484">
                <a:ea typeface="맑은 고딕"/>
              </a:rPr>
              <a:t>한다</a:t>
            </a:r>
            <a:r>
              <a:rPr lang="en-US" altLang="ko-KR" sz="1484">
                <a:ea typeface="맑은 고딕"/>
              </a:rPr>
              <a:t>. ‘Return‘</a:t>
            </a:r>
            <a:r>
              <a:rPr lang="ko-KR" altLang="en-US" sz="1484">
                <a:ea typeface="맑은 고딕"/>
              </a:rPr>
              <a:t>일 때 플레이어가 시야에 들어오면</a:t>
            </a:r>
            <a:r>
              <a:rPr lang="en-US" altLang="ko-KR" sz="1484">
                <a:ea typeface="맑은 고딕"/>
              </a:rPr>
              <a:t>, </a:t>
            </a:r>
            <a:r>
              <a:rPr lang="ko-KR" altLang="en-US" sz="1484">
                <a:ea typeface="맑은 고딕"/>
              </a:rPr>
              <a:t>다시 </a:t>
            </a:r>
            <a:r>
              <a:rPr lang="en-US" altLang="ko-KR" sz="1484">
                <a:ea typeface="맑은 고딕"/>
              </a:rPr>
              <a:t>‘Chase’</a:t>
            </a:r>
            <a:r>
              <a:rPr lang="ko-KR" altLang="en-US" sz="1484">
                <a:ea typeface="맑은 고딕"/>
              </a:rPr>
              <a:t>한다</a:t>
            </a:r>
            <a:r>
              <a:rPr lang="en-US" altLang="ko-KR" sz="1484">
                <a:ea typeface="맑은 고딕"/>
              </a:rPr>
              <a:t>.</a:t>
            </a:r>
          </a:p>
          <a:p>
            <a:r>
              <a:rPr lang="ko-KR" altLang="en-US" sz="1484">
                <a:ea typeface="맑은 고딕"/>
              </a:rPr>
              <a:t>거미줄이 </a:t>
            </a:r>
            <a:r>
              <a:rPr lang="en-US" altLang="ko-KR" sz="1484">
                <a:ea typeface="맑은 고딕"/>
              </a:rPr>
              <a:t>1</a:t>
            </a:r>
            <a:r>
              <a:rPr lang="ko-KR" altLang="en-US" sz="1484">
                <a:ea typeface="맑은 고딕"/>
              </a:rPr>
              <a:t>개 이상 파괴된 후</a:t>
            </a:r>
            <a:r>
              <a:rPr lang="en-US" altLang="ko-KR" sz="1484">
                <a:ea typeface="맑은 고딕"/>
              </a:rPr>
              <a:t> </a:t>
            </a:r>
            <a:r>
              <a:rPr lang="ko-KR" altLang="en-US" sz="1484">
                <a:ea typeface="맑은 고딕"/>
              </a:rPr>
              <a:t>거미가 </a:t>
            </a:r>
            <a:r>
              <a:rPr lang="en-US" altLang="ko-KR" sz="1484">
                <a:ea typeface="맑은 고딕"/>
              </a:rPr>
              <a:t>‘Idle‘</a:t>
            </a:r>
            <a:r>
              <a:rPr lang="ko-KR" altLang="en-US" sz="1484">
                <a:ea typeface="맑은 고딕"/>
              </a:rPr>
              <a:t>이 되었다면</a:t>
            </a:r>
            <a:r>
              <a:rPr lang="en-US" altLang="ko-KR" sz="1484">
                <a:ea typeface="맑은 고딕"/>
              </a:rPr>
              <a:t>, </a:t>
            </a:r>
            <a:r>
              <a:rPr lang="ko-KR" altLang="en-US" sz="1484">
                <a:ea typeface="맑은 고딕"/>
              </a:rPr>
              <a:t>파괴된 개수만큼 </a:t>
            </a:r>
            <a:r>
              <a:rPr lang="en-US" altLang="ko-KR" sz="1484">
                <a:ea typeface="+mn-lt"/>
                <a:cs typeface="+mn-lt"/>
              </a:rPr>
              <a:t>‘Pause -&gt; </a:t>
            </a:r>
            <a:r>
              <a:rPr lang="ko-KR" altLang="en-US" sz="1484">
                <a:ea typeface="+mn-lt"/>
                <a:cs typeface="+mn-lt"/>
              </a:rPr>
              <a:t>배회 </a:t>
            </a:r>
            <a:r>
              <a:rPr lang="en-US" altLang="ko-KR" sz="1484">
                <a:ea typeface="+mn-lt"/>
                <a:cs typeface="+mn-lt"/>
              </a:rPr>
              <a:t>-&gt; </a:t>
            </a:r>
            <a:r>
              <a:rPr lang="ko-KR" altLang="en-US" sz="1484">
                <a:ea typeface="+mn-lt"/>
                <a:cs typeface="+mn-lt"/>
              </a:rPr>
              <a:t>거미줄 설치 </a:t>
            </a:r>
            <a:r>
              <a:rPr lang="en-US" altLang="ko-KR" sz="1484">
                <a:ea typeface="+mn-lt"/>
                <a:cs typeface="+mn-lt"/>
              </a:rPr>
              <a:t>-&gt; Pause</a:t>
            </a:r>
            <a:r>
              <a:rPr lang="ko-KR" altLang="en-US" sz="1484">
                <a:ea typeface="+mn-lt"/>
                <a:cs typeface="+mn-lt"/>
              </a:rPr>
              <a:t> </a:t>
            </a:r>
            <a:r>
              <a:rPr lang="en-US" altLang="ko-KR" sz="1484">
                <a:ea typeface="+mn-lt"/>
                <a:cs typeface="+mn-lt"/>
              </a:rPr>
              <a:t>-&gt; …’ [</a:t>
            </a:r>
            <a:r>
              <a:rPr lang="ko-KR" altLang="en-US" sz="1484">
                <a:ea typeface="+mn-lt"/>
                <a:cs typeface="+mn-lt"/>
              </a:rPr>
              <a:t>거미줄 설치</a:t>
            </a:r>
            <a:r>
              <a:rPr lang="en-US" altLang="ko-KR" sz="1484">
                <a:ea typeface="+mn-lt"/>
                <a:cs typeface="+mn-lt"/>
              </a:rPr>
              <a:t>]</a:t>
            </a:r>
            <a:r>
              <a:rPr lang="ko-KR" altLang="en-US" sz="1484">
                <a:ea typeface="+mn-lt"/>
                <a:cs typeface="+mn-lt"/>
              </a:rPr>
              <a:t> 루틴을 반복한다</a:t>
            </a:r>
            <a:r>
              <a:rPr lang="en-US" altLang="ko-KR" sz="1484">
                <a:ea typeface="+mn-lt"/>
                <a:cs typeface="+mn-lt"/>
              </a:rPr>
              <a:t>. </a:t>
            </a:r>
          </a:p>
          <a:p>
            <a:r>
              <a:rPr lang="en-US" altLang="ko-KR" sz="1484">
                <a:ea typeface="+mn-lt"/>
                <a:cs typeface="+mn-lt"/>
              </a:rPr>
              <a:t>‘Die‘</a:t>
            </a:r>
            <a:r>
              <a:rPr lang="ko-KR" altLang="en-US" sz="1484">
                <a:ea typeface="+mn-lt"/>
                <a:cs typeface="+mn-lt"/>
              </a:rPr>
              <a:t>가 아닌 모든 상태에서 </a:t>
            </a:r>
            <a:r>
              <a:rPr lang="en-US" altLang="ko-KR" sz="1484">
                <a:ea typeface="+mn-lt"/>
                <a:cs typeface="+mn-lt"/>
              </a:rPr>
              <a:t>‘Hit’</a:t>
            </a:r>
            <a:r>
              <a:rPr lang="ko-KR" altLang="en-US" sz="1484">
                <a:ea typeface="+mn-lt"/>
                <a:cs typeface="+mn-lt"/>
              </a:rPr>
              <a:t>가 될 수 있다</a:t>
            </a:r>
            <a:r>
              <a:rPr lang="en-US" altLang="ko-KR" sz="1484">
                <a:ea typeface="+mn-lt"/>
                <a:cs typeface="+mn-lt"/>
              </a:rPr>
              <a:t>.</a:t>
            </a:r>
          </a:p>
          <a:p>
            <a:endParaRPr lang="en-US" altLang="ko-KR" sz="1600" dirty="0">
              <a:ea typeface="+mn-lt"/>
              <a:cs typeface="+mn-lt"/>
            </a:endParaRPr>
          </a:p>
          <a:p>
            <a:r>
              <a:rPr lang="ko-KR" altLang="en-US" sz="1484">
                <a:ea typeface="+mn-lt"/>
                <a:cs typeface="+mn-lt"/>
              </a:rPr>
              <a:t>거미가 죽어도 설치한 거미줄은 자동으로 삭제되지 않는다</a:t>
            </a:r>
            <a:r>
              <a:rPr lang="en-US" altLang="ko-KR" sz="1484">
                <a:ea typeface="+mn-lt"/>
                <a:cs typeface="+mn-lt"/>
              </a:rPr>
              <a:t>.</a:t>
            </a:r>
          </a:p>
          <a:p>
            <a:r>
              <a:rPr lang="ko-KR" altLang="en-US" sz="1484">
                <a:ea typeface="+mn-lt"/>
                <a:cs typeface="+mn-lt"/>
              </a:rPr>
              <a:t>추적</a:t>
            </a:r>
            <a:r>
              <a:rPr lang="en-US" altLang="ko-KR" sz="1484">
                <a:ea typeface="+mn-lt"/>
                <a:cs typeface="+mn-lt"/>
              </a:rPr>
              <a:t>(Chase) </a:t>
            </a:r>
            <a:r>
              <a:rPr lang="ko-KR" altLang="en-US" sz="1484">
                <a:ea typeface="+mn-lt"/>
                <a:cs typeface="+mn-lt"/>
              </a:rPr>
              <a:t>종료 시간 </a:t>
            </a:r>
            <a:r>
              <a:rPr lang="en-US" altLang="ko-KR" sz="1484">
                <a:ea typeface="+mn-lt"/>
                <a:cs typeface="+mn-lt"/>
              </a:rPr>
              <a:t>(s) : </a:t>
            </a:r>
            <a:r>
              <a:rPr lang="ko-KR" altLang="en-US" sz="1484" err="1">
                <a:ea typeface="+mn-lt"/>
                <a:cs typeface="+mn-lt"/>
              </a:rPr>
              <a:t>스탯에</a:t>
            </a:r>
            <a:r>
              <a:rPr lang="ko-KR" altLang="en-US" sz="1484">
                <a:ea typeface="+mn-lt"/>
                <a:cs typeface="+mn-lt"/>
              </a:rPr>
              <a:t> 있음</a:t>
            </a:r>
            <a:r>
              <a:rPr lang="en-US" altLang="ko-KR" sz="1484">
                <a:ea typeface="+mn-lt"/>
                <a:cs typeface="+mn-lt"/>
              </a:rPr>
              <a:t>. </a:t>
            </a:r>
            <a:r>
              <a:rPr lang="ko-KR" altLang="en-US" sz="1484">
                <a:ea typeface="+mn-lt"/>
                <a:cs typeface="+mn-lt"/>
              </a:rPr>
              <a:t>플레이어가 인식 범위에서 벗어난 채 이 시간만큼 지나면 포기하고 </a:t>
            </a:r>
            <a:r>
              <a:rPr lang="en-US" altLang="ko-KR" sz="1484">
                <a:ea typeface="+mn-lt"/>
                <a:cs typeface="+mn-lt"/>
              </a:rPr>
              <a:t>‘Return’</a:t>
            </a:r>
            <a:r>
              <a:rPr lang="ko-KR" altLang="en-US" sz="1484">
                <a:ea typeface="+mn-lt"/>
                <a:cs typeface="+mn-lt"/>
              </a:rPr>
              <a:t>함</a:t>
            </a:r>
            <a:endParaRPr lang="en-US" altLang="ko-KR" sz="1600" dirty="0">
              <a:ea typeface="+mn-lt"/>
              <a:cs typeface="+mn-lt"/>
            </a:endParaRPr>
          </a:p>
        </p:txBody>
      </p:sp>
      <p:sp>
        <p:nvSpPr>
          <p:cNvPr id="5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실내 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SPIDER (거미)</a:t>
            </a:r>
          </a:p>
        </p:txBody>
      </p:sp>
      <p:sp>
        <p:nvSpPr>
          <p:cNvPr id="6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5578009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4D46401-B15B-3D59-2C0E-AA8887B9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정보</a:t>
            </a:r>
          </a:p>
        </p:txBody>
      </p:sp>
      <p:pic>
        <p:nvPicPr>
          <p:cNvPr id="11" name="내용 개체 틀 10" descr="거미 단색으로 채워진">
            <a:extLst>
              <a:ext uri="{FF2B5EF4-FFF2-40B4-BE49-F238E27FC236}">
                <a16:creationId xmlns:a16="http://schemas.microsoft.com/office/drawing/2014/main" id="{46D86EA2-3CC4-5050-F1F6-03834D6085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7142" y="5471679"/>
            <a:ext cx="725437" cy="725437"/>
          </a:xfr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10D8A27-50A2-F86A-4498-9131E42397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447977"/>
              </p:ext>
            </p:extLst>
          </p:nvPr>
        </p:nvGraphicFramePr>
        <p:xfrm>
          <a:off x="2874332" y="1056386"/>
          <a:ext cx="3502609" cy="569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5636">
                  <a:extLst>
                    <a:ext uri="{9D8B030D-6E8A-4147-A177-3AD203B41FA5}">
                      <a16:colId xmlns:a16="http://schemas.microsoft.com/office/drawing/2014/main" val="3126723540"/>
                    </a:ext>
                  </a:extLst>
                </a:gridCol>
                <a:gridCol w="602615">
                  <a:extLst>
                    <a:ext uri="{9D8B030D-6E8A-4147-A177-3AD203B41FA5}">
                      <a16:colId xmlns:a16="http://schemas.microsoft.com/office/drawing/2014/main" val="1756523170"/>
                    </a:ext>
                  </a:extLst>
                </a:gridCol>
                <a:gridCol w="764358">
                  <a:extLst>
                    <a:ext uri="{9D8B030D-6E8A-4147-A177-3AD203B41FA5}">
                      <a16:colId xmlns:a16="http://schemas.microsoft.com/office/drawing/2014/main" val="1821012966"/>
                    </a:ext>
                  </a:extLst>
                </a:gridCol>
              </a:tblGrid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스폰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16964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파워 레벨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719326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HP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527770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Roaming, Return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이동 속도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(m/s)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2.5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90807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Chase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이동 속도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(m/s)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588480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Chase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종료 시간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(s)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047824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문 여는 시간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(s)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96956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공격 딜레이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(s)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96919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공격력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8722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거미줄 설치 시간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(s)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1.5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837914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거미줄 개수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0560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플레이어 인식 반경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(m)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14841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플레이어 인식 각도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120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851896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플레이어 인식 높이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80521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플레이어 공격 반경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(m)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1.5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705680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플레이어 공격 각도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05916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플레이어 공격 높이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638578"/>
                  </a:ext>
                </a:extLst>
              </a:tr>
            </a:tbl>
          </a:graphicData>
        </a:graphic>
      </p:graphicFrame>
      <p:grpSp>
        <p:nvGrpSpPr>
          <p:cNvPr id="24" name="그룹 23">
            <a:extLst>
              <a:ext uri="{FF2B5EF4-FFF2-40B4-BE49-F238E27FC236}">
                <a16:creationId xmlns:a16="http://schemas.microsoft.com/office/drawing/2014/main" id="{8CACA201-4B8C-8636-7F3B-EC9D4ECBF586}"/>
              </a:ext>
            </a:extLst>
          </p:cNvPr>
          <p:cNvGrpSpPr/>
          <p:nvPr/>
        </p:nvGrpSpPr>
        <p:grpSpPr>
          <a:xfrm>
            <a:off x="8695750" y="3814526"/>
            <a:ext cx="3157470" cy="2985718"/>
            <a:chOff x="6628190" y="2531418"/>
            <a:chExt cx="3157470" cy="376344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ED2E9801-1D43-C98F-6E96-A437EE59E7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300" y="2578100"/>
              <a:ext cx="0" cy="2326418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8FB0E81A-F982-64A3-7ECC-8F5ABA4AEC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86600" y="3086100"/>
              <a:ext cx="1155700" cy="181841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5074C84D-4929-CB22-5029-63F0C12704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300" y="3073400"/>
              <a:ext cx="1155700" cy="181841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원호 21">
              <a:extLst>
                <a:ext uri="{FF2B5EF4-FFF2-40B4-BE49-F238E27FC236}">
                  <a16:creationId xmlns:a16="http://schemas.microsoft.com/office/drawing/2014/main" id="{6BF1318E-39AE-E3A0-4C82-5FAFF8EE1FA4}"/>
                </a:ext>
              </a:extLst>
            </p:cNvPr>
            <p:cNvSpPr/>
            <p:nvPr/>
          </p:nvSpPr>
          <p:spPr>
            <a:xfrm rot="18900000">
              <a:off x="6628190" y="2531418"/>
              <a:ext cx="3157470" cy="3763442"/>
            </a:xfrm>
            <a:prstGeom prst="arc">
              <a:avLst>
                <a:gd name="adj1" fmla="val 16136243"/>
                <a:gd name="adj2" fmla="val 266414"/>
              </a:avLst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56ECE54-BF98-C42C-788D-274361737326}"/>
              </a:ext>
            </a:extLst>
          </p:cNvPr>
          <p:cNvGrpSpPr/>
          <p:nvPr/>
        </p:nvGrpSpPr>
        <p:grpSpPr>
          <a:xfrm>
            <a:off x="6752377" y="1115568"/>
            <a:ext cx="3911463" cy="3621787"/>
            <a:chOff x="7057863" y="339324"/>
            <a:chExt cx="4930325" cy="4565194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5" name="3D 모델 24" descr="Dark Gray Triangular Prism">
                  <a:extLst>
                    <a:ext uri="{FF2B5EF4-FFF2-40B4-BE49-F238E27FC236}">
                      <a16:creationId xmlns:a16="http://schemas.microsoft.com/office/drawing/2014/main" id="{A061C282-CD91-4ACA-FF0F-F3B81D33265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7813259" y="339324"/>
                <a:ext cx="4174929" cy="3189078"/>
              </p:xfrm>
              <a:graphic>
                <a:graphicData uri="http://schemas.microsoft.com/office/drawing/2017/model3d">
                  <am3d:model3d r:embed="rId3">
                    <am3d:spPr>
                      <a:xfrm>
                        <a:off x="0" y="0"/>
                        <a:ext cx="3312171" cy="2530048"/>
                      </a:xfrm>
                      <a:prstGeom prst="rect">
                        <a:avLst/>
                      </a:prstGeom>
                    </am3d:spPr>
                    <am3d:camera>
                      <am3d:pos x="0" y="0" z="6850851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284259" d="1000000"/>
                      <am3d:preTrans dx="-103008" dy="-11011706" dz="-5212029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1316876" ay="-1617928" az="-621306"/>
                      <am3d:postTrans dx="0" dy="0" dz="0"/>
                    </am3d:trans>
                    <am3d:raster rName="Office3DRenderer" rVer="16.0.8326">
                      <am3d:blip r:embed="rId4"/>
                    </am3d:raster>
                    <am3d:objViewport viewportSz="403785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5" name="3D 모델 24" descr="Dark Gray Triangular Prism">
                  <a:extLst>
                    <a:ext uri="{FF2B5EF4-FFF2-40B4-BE49-F238E27FC236}">
                      <a16:creationId xmlns:a16="http://schemas.microsoft.com/office/drawing/2014/main" id="{A061C282-CD91-4ACA-FF0F-F3B81D33265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51669" y="1115568"/>
                  <a:ext cx="3312171" cy="2530048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5DB0A306-39DA-1CBD-9E1C-4D9318FA63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66097" y="749300"/>
              <a:ext cx="1587603" cy="49530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73CE2ABA-CEBB-AAF0-93A1-A8DE5E9582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2706" y="636798"/>
              <a:ext cx="2665482" cy="23600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D3DE605A-22C0-EFDF-57B6-4B2799CEC8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0752" y="1244600"/>
              <a:ext cx="119748" cy="2283802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6" name="3D 모델 25" descr="Spider">
                  <a:extLst>
                    <a:ext uri="{FF2B5EF4-FFF2-40B4-BE49-F238E27FC236}">
                      <a16:creationId xmlns:a16="http://schemas.microsoft.com/office/drawing/2014/main" id="{D5DF95D8-E581-FF6F-D1F0-45D749FAB40E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7057863" y="2578100"/>
                <a:ext cx="3373987" cy="2326418"/>
              </p:xfrm>
              <a:graphic>
                <a:graphicData uri="http://schemas.microsoft.com/office/drawing/2017/model3d">
                  <am3d:model3d r:embed="rId5">
                    <am3d:spPr>
                      <a:xfrm>
                        <a:off x="0" y="0"/>
                        <a:ext cx="2676746" cy="1845659"/>
                      </a:xfrm>
                      <a:prstGeom prst="rect">
                        <a:avLst/>
                      </a:prstGeom>
                    </am3d:spPr>
                    <am3d:camera>
                      <am3d:pos x="0" y="0" z="611220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1048852" d="1000000"/>
                      <am3d:preTrans dx="-375216" dy="-8847833" dz="981590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9790826" ay="3322256" az="9961908"/>
                      <am3d:postTrans dx="0" dy="0" dz="0"/>
                    </am3d:trans>
                    <am3d:raster rName="Office3DRenderer" rVer="16.0.8326">
                      <am3d:blip r:embed="rId6"/>
                    </am3d:raster>
                    <am3d:objViewport viewportSz="2915923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6" name="3D 모델 25" descr="Spider">
                  <a:extLst>
                    <a:ext uri="{FF2B5EF4-FFF2-40B4-BE49-F238E27FC236}">
                      <a16:creationId xmlns:a16="http://schemas.microsoft.com/office/drawing/2014/main" id="{D5DF95D8-E581-FF6F-D1F0-45D749FAB40E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52377" y="2891696"/>
                  <a:ext cx="2676746" cy="1845659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3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실내 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SPIDER (거미)</a:t>
            </a:r>
          </a:p>
        </p:txBody>
      </p:sp>
      <p:sp>
        <p:nvSpPr>
          <p:cNvPr id="44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5050666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659670-FC97-2EC3-A0D4-8A8702BBC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368724"/>
            <a:ext cx="9372600" cy="332399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 dirty="0">
                <a:solidFill>
                  <a:srgbClr val="16181D"/>
                </a:solidFill>
                <a:latin typeface="맑은 고딕"/>
              </a:rPr>
              <a:t>정보 </a:t>
            </a:r>
            <a:r>
              <a:rPr lang="en-US" altLang="ko-KR" sz="2400" b="1" dirty="0">
                <a:solidFill>
                  <a:srgbClr val="16181D"/>
                </a:solidFill>
                <a:latin typeface="맑은 고딕"/>
              </a:rPr>
              <a:t>- </a:t>
            </a:r>
            <a:r>
              <a:rPr lang="ko-KR" altLang="en-US" sz="2400" b="1" dirty="0">
                <a:solidFill>
                  <a:srgbClr val="16181D"/>
                </a:solidFill>
                <a:latin typeface="맑은 고딕"/>
              </a:rPr>
              <a:t>거미줄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FB9E5F-B3FF-CBB7-D109-56B5D5CBB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65" y="1178223"/>
            <a:ext cx="6665973" cy="3020643"/>
          </a:xfrm>
        </p:spPr>
        <p:txBody>
          <a:bodyPr>
            <a:normAutofit/>
          </a:bodyPr>
          <a:lstStyle/>
          <a:p>
            <a:r>
              <a:rPr lang="en-US" altLang="ko-KR" dirty="0"/>
              <a:t>HP: 10</a:t>
            </a:r>
          </a:p>
          <a:p>
            <a:r>
              <a:rPr lang="ko-KR" altLang="en-US" dirty="0"/>
              <a:t>사이즈</a:t>
            </a:r>
            <a:r>
              <a:rPr lang="en-US" altLang="ko-KR" dirty="0"/>
              <a:t>: 200*240*10</a:t>
            </a:r>
            <a:br>
              <a:rPr lang="en-US" altLang="ko-KR" dirty="0"/>
            </a:br>
            <a:r>
              <a:rPr lang="ko-KR" altLang="en-US" dirty="0">
                <a:solidFill>
                  <a:srgbClr val="FF00FF"/>
                </a:solidFill>
              </a:rPr>
              <a:t>얇은 직육면체</a:t>
            </a:r>
            <a:r>
              <a:rPr lang="ko-KR" altLang="en-US" dirty="0"/>
              <a:t>를 </a:t>
            </a:r>
            <a:r>
              <a:rPr lang="en-US" altLang="ko-KR" dirty="0"/>
              <a:t>&lt;</a:t>
            </a:r>
            <a:r>
              <a:rPr lang="ko-KR" altLang="en-US" dirty="0"/>
              <a:t>사진</a:t>
            </a:r>
            <a:r>
              <a:rPr lang="en-US" altLang="ko-KR" dirty="0"/>
              <a:t>1&gt;</a:t>
            </a:r>
            <a:r>
              <a:rPr lang="ko-KR" altLang="en-US" dirty="0"/>
              <a:t>처럼 대각선으로 배치</a:t>
            </a:r>
            <a:endParaRPr lang="en-US" altLang="ko-KR" dirty="0"/>
          </a:p>
          <a:p>
            <a:r>
              <a:rPr lang="ko-KR" altLang="en-US" dirty="0" err="1"/>
              <a:t>디버프</a:t>
            </a:r>
            <a:r>
              <a:rPr lang="en-US" altLang="ko-KR" dirty="0"/>
              <a:t>: </a:t>
            </a:r>
            <a:r>
              <a:rPr lang="ko-KR" altLang="en-US" dirty="0"/>
              <a:t>이동 속도 </a:t>
            </a:r>
            <a:r>
              <a:rPr lang="en-US" altLang="ko-KR" dirty="0"/>
              <a:t>20% </a:t>
            </a:r>
            <a:r>
              <a:rPr lang="ko-KR" altLang="en-US" dirty="0"/>
              <a:t>감속</a:t>
            </a:r>
            <a:endParaRPr lang="en-US" altLang="ko-KR" dirty="0"/>
          </a:p>
          <a:p>
            <a:r>
              <a:rPr lang="ko-KR" altLang="en-US" dirty="0"/>
              <a:t>거미줄 설치</a:t>
            </a:r>
            <a:r>
              <a:rPr lang="en-US" altLang="ko-KR" dirty="0"/>
              <a:t>: </a:t>
            </a:r>
            <a:r>
              <a:rPr lang="ko-KR" altLang="en-US" dirty="0"/>
              <a:t>벽에서 바닥으로 대각선으로 설치됨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불가능하면 </a:t>
            </a:r>
            <a:r>
              <a:rPr lang="en-US" altLang="ko-KR" dirty="0"/>
              <a:t>170*170*130 </a:t>
            </a:r>
            <a:r>
              <a:rPr lang="ko-KR" altLang="en-US" dirty="0"/>
              <a:t>큐브로 마크처럼 설치</a:t>
            </a:r>
            <a:r>
              <a:rPr lang="en-US" altLang="ko-KR" dirty="0"/>
              <a:t>,</a:t>
            </a:r>
            <a:r>
              <a:rPr lang="ko-KR" altLang="en-US" dirty="0"/>
              <a:t> 네모나게</a:t>
            </a:r>
            <a:r>
              <a:rPr lang="en-US" altLang="ko-KR" dirty="0"/>
              <a:t>..)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7B9AA65-22E5-21EF-77FC-64992CC22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441" y="1407748"/>
            <a:ext cx="3161847" cy="5086450"/>
          </a:xfrm>
          <a:prstGeom prst="rect">
            <a:avLst/>
          </a:prstGeom>
        </p:spPr>
      </p:pic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F9710BCB-D190-DE49-8C9A-22A8058EC17A}"/>
              </a:ext>
            </a:extLst>
          </p:cNvPr>
          <p:cNvSpPr/>
          <p:nvPr/>
        </p:nvSpPr>
        <p:spPr>
          <a:xfrm>
            <a:off x="8881382" y="5613488"/>
            <a:ext cx="558096" cy="225915"/>
          </a:xfrm>
          <a:custGeom>
            <a:avLst/>
            <a:gdLst>
              <a:gd name="csX0" fmla="*/ 0 w 1368884"/>
              <a:gd name="csY0" fmla="*/ 365519 h 378018"/>
              <a:gd name="csX1" fmla="*/ 685800 w 1368884"/>
              <a:gd name="csY1" fmla="*/ 340119 h 378018"/>
              <a:gd name="csX2" fmla="*/ 1282700 w 1368884"/>
              <a:gd name="csY2" fmla="*/ 48019 h 378018"/>
              <a:gd name="csX3" fmla="*/ 1352550 w 1368884"/>
              <a:gd name="csY3" fmla="*/ 3569 h 3780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68884" h="378018">
                <a:moveTo>
                  <a:pt x="0" y="365519"/>
                </a:moveTo>
                <a:cubicBezTo>
                  <a:pt x="236008" y="379277"/>
                  <a:pt x="472017" y="393036"/>
                  <a:pt x="685800" y="340119"/>
                </a:cubicBezTo>
                <a:cubicBezTo>
                  <a:pt x="899583" y="287202"/>
                  <a:pt x="1171575" y="104111"/>
                  <a:pt x="1282700" y="48019"/>
                </a:cubicBezTo>
                <a:cubicBezTo>
                  <a:pt x="1393825" y="-8073"/>
                  <a:pt x="1373187" y="-2252"/>
                  <a:pt x="1352550" y="3569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05C483-90DC-6530-67E8-0685D758EC90}"/>
              </a:ext>
            </a:extLst>
          </p:cNvPr>
          <p:cNvSpPr txBox="1"/>
          <p:nvPr/>
        </p:nvSpPr>
        <p:spPr>
          <a:xfrm>
            <a:off x="9088609" y="5779279"/>
            <a:ext cx="329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</a:rPr>
              <a:t>200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1C7BEADC-718B-E63E-66BE-BE971A6B47FC}"/>
              </a:ext>
            </a:extLst>
          </p:cNvPr>
          <p:cNvSpPr/>
          <p:nvPr/>
        </p:nvSpPr>
        <p:spPr>
          <a:xfrm rot="3469307">
            <a:off x="8471832" y="5609177"/>
            <a:ext cx="413089" cy="169699"/>
          </a:xfrm>
          <a:custGeom>
            <a:avLst/>
            <a:gdLst>
              <a:gd name="csX0" fmla="*/ 0 w 1368884"/>
              <a:gd name="csY0" fmla="*/ 365519 h 378018"/>
              <a:gd name="csX1" fmla="*/ 685800 w 1368884"/>
              <a:gd name="csY1" fmla="*/ 340119 h 378018"/>
              <a:gd name="csX2" fmla="*/ 1282700 w 1368884"/>
              <a:gd name="csY2" fmla="*/ 48019 h 378018"/>
              <a:gd name="csX3" fmla="*/ 1352550 w 1368884"/>
              <a:gd name="csY3" fmla="*/ 3569 h 3780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68884" h="378018">
                <a:moveTo>
                  <a:pt x="0" y="365519"/>
                </a:moveTo>
                <a:cubicBezTo>
                  <a:pt x="236008" y="379277"/>
                  <a:pt x="472017" y="393036"/>
                  <a:pt x="685800" y="340119"/>
                </a:cubicBezTo>
                <a:cubicBezTo>
                  <a:pt x="899583" y="287202"/>
                  <a:pt x="1171575" y="104111"/>
                  <a:pt x="1282700" y="48019"/>
                </a:cubicBezTo>
                <a:cubicBezTo>
                  <a:pt x="1393825" y="-8073"/>
                  <a:pt x="1373187" y="-2252"/>
                  <a:pt x="1352550" y="356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BB90CD-581D-AB50-FF73-B9C58A4DBDE5}"/>
              </a:ext>
            </a:extLst>
          </p:cNvPr>
          <p:cNvSpPr txBox="1"/>
          <p:nvPr/>
        </p:nvSpPr>
        <p:spPr>
          <a:xfrm>
            <a:off x="8372149" y="5682264"/>
            <a:ext cx="329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/>
              <a:t>180</a:t>
            </a:r>
            <a:endParaRPr lang="ko-KR" altLang="en-US" sz="1100" b="1" dirty="0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41A66D4E-A7EB-8024-AAD1-6170F6D8F308}"/>
              </a:ext>
            </a:extLst>
          </p:cNvPr>
          <p:cNvSpPr/>
          <p:nvPr/>
        </p:nvSpPr>
        <p:spPr>
          <a:xfrm rot="17564201">
            <a:off x="9302077" y="5408254"/>
            <a:ext cx="280850" cy="109176"/>
          </a:xfrm>
          <a:custGeom>
            <a:avLst/>
            <a:gdLst>
              <a:gd name="csX0" fmla="*/ 0 w 1368884"/>
              <a:gd name="csY0" fmla="*/ 365519 h 378018"/>
              <a:gd name="csX1" fmla="*/ 685800 w 1368884"/>
              <a:gd name="csY1" fmla="*/ 340119 h 378018"/>
              <a:gd name="csX2" fmla="*/ 1282700 w 1368884"/>
              <a:gd name="csY2" fmla="*/ 48019 h 378018"/>
              <a:gd name="csX3" fmla="*/ 1352550 w 1368884"/>
              <a:gd name="csY3" fmla="*/ 3569 h 3780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68884" h="378018">
                <a:moveTo>
                  <a:pt x="0" y="365519"/>
                </a:moveTo>
                <a:cubicBezTo>
                  <a:pt x="236008" y="379277"/>
                  <a:pt x="472017" y="393036"/>
                  <a:pt x="685800" y="340119"/>
                </a:cubicBezTo>
                <a:cubicBezTo>
                  <a:pt x="899583" y="287202"/>
                  <a:pt x="1171575" y="104111"/>
                  <a:pt x="1282700" y="48019"/>
                </a:cubicBezTo>
                <a:cubicBezTo>
                  <a:pt x="1393825" y="-8073"/>
                  <a:pt x="1373187" y="-2252"/>
                  <a:pt x="1352550" y="3569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D08558-1A8D-4BEB-B9C3-5AF8F44B6B2E}"/>
              </a:ext>
            </a:extLst>
          </p:cNvPr>
          <p:cNvSpPr txBox="1"/>
          <p:nvPr/>
        </p:nvSpPr>
        <p:spPr>
          <a:xfrm>
            <a:off x="9439479" y="5377006"/>
            <a:ext cx="329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>
                <a:solidFill>
                  <a:srgbClr val="00B0F0"/>
                </a:solidFill>
              </a:rPr>
              <a:t>130</a:t>
            </a:r>
            <a:endParaRPr lang="ko-KR" altLang="en-US" sz="1100" b="1" dirty="0">
              <a:solidFill>
                <a:srgbClr val="00B0F0"/>
              </a:solidFill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248958A2-CF3E-35EC-E658-0C603E8C3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244" y="4257102"/>
            <a:ext cx="3816095" cy="2157352"/>
          </a:xfrm>
          <a:prstGeom prst="rect">
            <a:avLst/>
          </a:prstGeom>
        </p:spPr>
      </p:pic>
      <p:sp>
        <p:nvSpPr>
          <p:cNvPr id="26" name="타원 25">
            <a:extLst>
              <a:ext uri="{FF2B5EF4-FFF2-40B4-BE49-F238E27FC236}">
                <a16:creationId xmlns:a16="http://schemas.microsoft.com/office/drawing/2014/main" id="{2E264274-CD05-9E51-F18A-77684422FB7B}"/>
              </a:ext>
            </a:extLst>
          </p:cNvPr>
          <p:cNvSpPr/>
          <p:nvPr/>
        </p:nvSpPr>
        <p:spPr>
          <a:xfrm rot="19743251">
            <a:off x="4217199" y="5074075"/>
            <a:ext cx="729383" cy="1472600"/>
          </a:xfrm>
          <a:prstGeom prst="ellipse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98E087C4-0AFD-B50E-BA8C-5DD18DC0025B}"/>
              </a:ext>
            </a:extLst>
          </p:cNvPr>
          <p:cNvGrpSpPr/>
          <p:nvPr/>
        </p:nvGrpSpPr>
        <p:grpSpPr>
          <a:xfrm>
            <a:off x="8510883" y="5062167"/>
            <a:ext cx="932263" cy="1050351"/>
            <a:chOff x="9205913" y="4933560"/>
            <a:chExt cx="1256959" cy="1416177"/>
          </a:xfrm>
        </p:grpSpPr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CCC09B08-7980-3E55-0327-7751FB5EA53A}"/>
                </a:ext>
              </a:extLst>
            </p:cNvPr>
            <p:cNvCxnSpPr>
              <a:cxnSpLocks/>
            </p:cNvCxnSpPr>
            <p:nvPr/>
          </p:nvCxnSpPr>
          <p:spPr>
            <a:xfrm>
              <a:off x="9923003" y="4936014"/>
              <a:ext cx="522746" cy="322004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B75011D7-9C89-2CC4-8E01-7DD6BDB85E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5913" y="4933560"/>
              <a:ext cx="757644" cy="672594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F678CC73-178E-E478-3819-AC3CCDC3B7C2}"/>
                </a:ext>
              </a:extLst>
            </p:cNvPr>
            <p:cNvCxnSpPr>
              <a:cxnSpLocks/>
              <a:endCxn id="19" idx="3"/>
            </p:cNvCxnSpPr>
            <p:nvPr/>
          </p:nvCxnSpPr>
          <p:spPr>
            <a:xfrm flipH="1">
              <a:off x="9676455" y="5651961"/>
              <a:ext cx="786417" cy="697776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21668EDB-5984-DDDE-C103-81BDA98CC458}"/>
                </a:ext>
              </a:extLst>
            </p:cNvPr>
            <p:cNvCxnSpPr>
              <a:cxnSpLocks/>
              <a:endCxn id="19" idx="3"/>
            </p:cNvCxnSpPr>
            <p:nvPr/>
          </p:nvCxnSpPr>
          <p:spPr>
            <a:xfrm>
              <a:off x="9210848" y="5999407"/>
              <a:ext cx="465607" cy="350330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자유형: 도형 43">
            <a:extLst>
              <a:ext uri="{FF2B5EF4-FFF2-40B4-BE49-F238E27FC236}">
                <a16:creationId xmlns:a16="http://schemas.microsoft.com/office/drawing/2014/main" id="{1133EAE6-053C-05D3-4C74-6E7AF4C2698E}"/>
              </a:ext>
            </a:extLst>
          </p:cNvPr>
          <p:cNvSpPr/>
          <p:nvPr/>
        </p:nvSpPr>
        <p:spPr>
          <a:xfrm rot="9958893">
            <a:off x="8446096" y="5138556"/>
            <a:ext cx="673838" cy="350780"/>
          </a:xfrm>
          <a:custGeom>
            <a:avLst/>
            <a:gdLst>
              <a:gd name="csX0" fmla="*/ 0 w 1368884"/>
              <a:gd name="csY0" fmla="*/ 365519 h 378018"/>
              <a:gd name="csX1" fmla="*/ 685800 w 1368884"/>
              <a:gd name="csY1" fmla="*/ 340119 h 378018"/>
              <a:gd name="csX2" fmla="*/ 1282700 w 1368884"/>
              <a:gd name="csY2" fmla="*/ 48019 h 378018"/>
              <a:gd name="csX3" fmla="*/ 1352550 w 1368884"/>
              <a:gd name="csY3" fmla="*/ 3569 h 3780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68884" h="378018">
                <a:moveTo>
                  <a:pt x="0" y="365519"/>
                </a:moveTo>
                <a:cubicBezTo>
                  <a:pt x="236008" y="379277"/>
                  <a:pt x="472017" y="393036"/>
                  <a:pt x="685800" y="340119"/>
                </a:cubicBezTo>
                <a:cubicBezTo>
                  <a:pt x="899583" y="287202"/>
                  <a:pt x="1171575" y="104111"/>
                  <a:pt x="1282700" y="48019"/>
                </a:cubicBezTo>
                <a:cubicBezTo>
                  <a:pt x="1393825" y="-8073"/>
                  <a:pt x="1373187" y="-2252"/>
                  <a:pt x="1352550" y="3569"/>
                </a:cubicBezTo>
              </a:path>
            </a:pathLst>
          </a:cu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AC0123-D5AD-D0D1-241B-A42D42470305}"/>
              </a:ext>
            </a:extLst>
          </p:cNvPr>
          <p:cNvSpPr txBox="1"/>
          <p:nvPr/>
        </p:nvSpPr>
        <p:spPr>
          <a:xfrm>
            <a:off x="8449376" y="4936382"/>
            <a:ext cx="3296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solidFill>
                  <a:srgbClr val="FF00FF"/>
                </a:solidFill>
              </a:rPr>
              <a:t>약 </a:t>
            </a:r>
            <a:r>
              <a:rPr lang="en-US" altLang="ko-KR" sz="1000" b="1">
                <a:solidFill>
                  <a:srgbClr val="FF00FF"/>
                </a:solidFill>
              </a:rPr>
              <a:t>240</a:t>
            </a:r>
            <a:endParaRPr lang="ko-KR" altLang="en-US" sz="1100" b="1" dirty="0">
              <a:solidFill>
                <a:srgbClr val="FF00FF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E3ECDD1-D835-B4B8-3757-2BEBD4A3B0C7}"/>
              </a:ext>
            </a:extLst>
          </p:cNvPr>
          <p:cNvSpPr txBox="1"/>
          <p:nvPr/>
        </p:nvSpPr>
        <p:spPr>
          <a:xfrm>
            <a:off x="7418524" y="1592995"/>
            <a:ext cx="1462857" cy="366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80" b="1">
                <a:solidFill>
                  <a:schemeClr val="bg1"/>
                </a:solidFill>
              </a:rPr>
              <a:t>&lt;</a:t>
            </a:r>
            <a:r>
              <a:rPr lang="ko-KR" altLang="en-US" sz="1780" b="1">
                <a:solidFill>
                  <a:schemeClr val="bg1"/>
                </a:solidFill>
              </a:rPr>
              <a:t>사진</a:t>
            </a:r>
            <a:r>
              <a:rPr lang="en-US" altLang="ko-KR" sz="1780" b="1">
                <a:solidFill>
                  <a:schemeClr val="bg1"/>
                </a:solidFill>
              </a:rPr>
              <a:t>1&gt;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0CD38F-4601-E4D5-82B4-F25404013D9E}"/>
              </a:ext>
            </a:extLst>
          </p:cNvPr>
          <p:cNvSpPr txBox="1"/>
          <p:nvPr/>
        </p:nvSpPr>
        <p:spPr>
          <a:xfrm>
            <a:off x="3510144" y="4277027"/>
            <a:ext cx="1462857" cy="366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80" b="1">
                <a:solidFill>
                  <a:schemeClr val="bg1"/>
                </a:solidFill>
              </a:rPr>
              <a:t>&lt;</a:t>
            </a:r>
            <a:r>
              <a:rPr lang="ko-KR" altLang="en-US" sz="1780" b="1">
                <a:solidFill>
                  <a:schemeClr val="bg1"/>
                </a:solidFill>
              </a:rPr>
              <a:t>사진</a:t>
            </a:r>
            <a:r>
              <a:rPr lang="en-US" altLang="ko-KR" sz="1780" b="1">
                <a:solidFill>
                  <a:schemeClr val="bg1"/>
                </a:solidFill>
              </a:rPr>
              <a:t>2&gt;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51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실내 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SPIDER (거미)</a:t>
            </a:r>
          </a:p>
        </p:txBody>
      </p:sp>
      <p:sp>
        <p:nvSpPr>
          <p:cNvPr id="52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40980544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97C8-12D7-ACBE-C5A4-75DBE4566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2240280"/>
            <a:ext cx="10515600" cy="1143000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3000" b="1">
                <a:solidFill>
                  <a:srgbClr val="FFFFFF"/>
                </a:solidFill>
                <a:latin typeface="맑은 고딕"/>
                <a:ea typeface="맑은 고딕"/>
              </a:rPr>
              <a:t>몬스터 기획</a:t>
            </a:r>
            <a:br>
              <a:rPr lang="ko-KR" altLang="en-US" dirty="0">
                <a:ea typeface="맑은 고딕"/>
              </a:rPr>
            </a:br>
            <a:r>
              <a:rPr lang="en-US" altLang="ko-KR" sz="3000" b="1" err="1">
                <a:solidFill>
                  <a:srgbClr val="FFFFFF"/>
                </a:solidFill>
                <a:latin typeface="맑은 고딕"/>
                <a:ea typeface="맑은 고딕"/>
              </a:rPr>
              <a:t>TrashCollector</a:t>
            </a:r>
            <a:endParaRPr lang="ko-KR" altLang="en-US">
              <a:ea typeface="맑은 고딕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1A4CF-75CA-73D9-FBFB-9F192FB89E8E}"/>
              </a:ext>
            </a:extLst>
          </p:cNvPr>
          <p:cNvSpPr txBox="1"/>
          <p:nvPr/>
        </p:nvSpPr>
        <p:spPr>
          <a:xfrm>
            <a:off x="822960" y="3897572"/>
            <a:ext cx="3657600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US" altLang="ko-KR" sz="1100" b="0">
                <a:solidFill>
                  <a:srgbClr val="9A9FA8"/>
                </a:solidFill>
                <a:latin typeface="맑은 고딕"/>
                <a:ea typeface="맑은 고딕"/>
              </a:rPr>
              <a:t>2026.05.10</a:t>
            </a:r>
          </a:p>
        </p:txBody>
      </p:sp>
      <p:sp>
        <p:nvSpPr>
          <p:cNvPr id="5" name="Unified Section Number"/>
          <p:cNvSpPr txBox="1"/>
          <p:nvPr/>
        </p:nvSpPr>
        <p:spPr>
          <a:xfrm>
            <a:off x="804672" y="132588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E33B4E"/>
                </a:solidFill>
                <a:latin typeface="맑은 고딕"/>
              </a:rPr>
              <a:t>06</a:t>
            </a:r>
          </a:p>
        </p:txBody>
      </p:sp>
      <p:sp>
        <p:nvSpPr>
          <p:cNvPr id="6" name="Unified Divider Accent"/>
          <p:cNvSpPr/>
          <p:nvPr/>
        </p:nvSpPr>
        <p:spPr>
          <a:xfrm>
            <a:off x="804672" y="3502152"/>
            <a:ext cx="1143000" cy="50800"/>
          </a:xfrm>
          <a:prstGeom prst="rect">
            <a:avLst/>
          </a:prstGeom>
          <a:solidFill>
            <a:srgbClr val="E33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Divider Footer"/>
          <p:cNvSpPr txBox="1"/>
          <p:nvPr/>
        </p:nvSpPr>
        <p:spPr>
          <a:xfrm>
            <a:off x="822960" y="61447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77C85"/>
                </a:solidFill>
                <a:latin typeface="맑은 고딕"/>
              </a:rPr>
              <a:t>SPACE ROBBER  ·  GAME DESIGN DOCUMENT</a:t>
            </a:r>
          </a:p>
        </p:txBody>
      </p:sp>
    </p:spTree>
    <p:extLst>
      <p:ext uri="{BB962C8B-B14F-4D97-AF65-F5344CB8AC3E}">
        <p14:creationId xmlns:p14="http://schemas.microsoft.com/office/powerpoint/2010/main" val="1292348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979F348-E0EA-4E1B-BB4D-3F82D25C6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몬스터 사이즈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3D182A5-1D32-D5FC-C0F6-7E8779B7A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714" y="1115568"/>
            <a:ext cx="4589263" cy="51389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D45C0D-24BB-9BBE-22CD-74E996277189}"/>
              </a:ext>
            </a:extLst>
          </p:cNvPr>
          <p:cNvSpPr txBox="1"/>
          <p:nvPr/>
        </p:nvSpPr>
        <p:spPr>
          <a:xfrm>
            <a:off x="6416977" y="1714633"/>
            <a:ext cx="3944260" cy="789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579"/>
              <a:t>62, 75, 119</a:t>
            </a:r>
            <a:endParaRPr lang="ko-KR" altLang="en-US" sz="5000" dirty="0"/>
          </a:p>
        </p:txBody>
      </p:sp>
      <p:sp>
        <p:nvSpPr>
          <p:cNvPr id="9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TRASHCOLLECTOR</a:t>
            </a:r>
          </a:p>
        </p:txBody>
      </p:sp>
      <p:sp>
        <p:nvSpPr>
          <p:cNvPr id="10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37799221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06F81B6-C842-CBBE-37A2-60167BF6F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기능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A01F31-24D2-89D5-3088-824B003D8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/>
          <a:lstStyle/>
          <a:p>
            <a:r>
              <a:rPr lang="ko-KR" altLang="en-US"/>
              <a:t>스크랩을 훔쳐간다</a:t>
            </a:r>
            <a:r>
              <a:rPr lang="en-US" altLang="ko-KR"/>
              <a:t>. (</a:t>
            </a:r>
            <a:r>
              <a:rPr lang="ko-KR" altLang="en-US"/>
              <a:t>땅에 있는 거 수집 </a:t>
            </a:r>
            <a:r>
              <a:rPr lang="en-US" altLang="ko-KR"/>
              <a:t>or </a:t>
            </a:r>
            <a:r>
              <a:rPr lang="ko-KR" altLang="en-US"/>
              <a:t>플레이어한테 갈취</a:t>
            </a:r>
            <a:r>
              <a:rPr lang="en-US" altLang="ko-KR"/>
              <a:t>)</a:t>
            </a:r>
          </a:p>
          <a:p>
            <a:r>
              <a:rPr lang="en-US" altLang="ko-KR"/>
              <a:t>OpenCV </a:t>
            </a:r>
            <a:r>
              <a:rPr lang="ko-KR" altLang="en-US"/>
              <a:t>활용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67A8B3D-097A-4663-1FA4-CDA5F0B2A8C3}"/>
              </a:ext>
            </a:extLst>
          </p:cNvPr>
          <p:cNvGrpSpPr/>
          <p:nvPr/>
        </p:nvGrpSpPr>
        <p:grpSpPr>
          <a:xfrm>
            <a:off x="2105941" y="2496989"/>
            <a:ext cx="2426435" cy="3045259"/>
            <a:chOff x="2526565" y="2865447"/>
            <a:chExt cx="2426435" cy="3045259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A33974E-212B-4197-4D81-8EBDC570B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566"/>
            <a:stretch>
              <a:fillRect/>
            </a:stretch>
          </p:blipFill>
          <p:spPr>
            <a:xfrm>
              <a:off x="2781300" y="2865447"/>
              <a:ext cx="2171700" cy="304525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4AEB768-BC9B-AD5D-9BE0-16E357B68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434"/>
            <a:stretch>
              <a:fillRect/>
            </a:stretch>
          </p:blipFill>
          <p:spPr>
            <a:xfrm>
              <a:off x="2526565" y="2865447"/>
              <a:ext cx="2134335" cy="3045259"/>
            </a:xfrm>
            <a:prstGeom prst="rect">
              <a:avLst/>
            </a:prstGeom>
          </p:spPr>
        </p:pic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847ECC-3E62-D3D8-FEDC-48EDF205E52A}"/>
              </a:ext>
            </a:extLst>
          </p:cNvPr>
          <p:cNvSpPr/>
          <p:nvPr/>
        </p:nvSpPr>
        <p:spPr>
          <a:xfrm>
            <a:off x="7656578" y="4951529"/>
            <a:ext cx="965934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스크랩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FE013A-42F3-086D-E12D-887FDE03A98E}"/>
              </a:ext>
            </a:extLst>
          </p:cNvPr>
          <p:cNvSpPr txBox="1"/>
          <p:nvPr/>
        </p:nvSpPr>
        <p:spPr>
          <a:xfrm>
            <a:off x="4653026" y="1731191"/>
            <a:ext cx="28829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/>
              <a:t>수집한 스크랩 개수 </a:t>
            </a:r>
            <a:r>
              <a:rPr lang="en-US" altLang="ko-KR"/>
              <a:t>: 0</a:t>
            </a:r>
            <a:r>
              <a:rPr lang="ko-KR" altLang="en-US"/>
              <a:t>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5E9435-6219-6BF9-3272-DEBC443010A8}"/>
              </a:ext>
            </a:extLst>
          </p:cNvPr>
          <p:cNvSpPr txBox="1"/>
          <p:nvPr/>
        </p:nvSpPr>
        <p:spPr>
          <a:xfrm>
            <a:off x="4653026" y="1731191"/>
            <a:ext cx="28829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수집한 스크랩 개수 </a:t>
            </a:r>
            <a:r>
              <a:rPr lang="en-US" altLang="ko-KR" dirty="0"/>
              <a:t>: 1</a:t>
            </a:r>
            <a:r>
              <a:rPr lang="ko-KR" altLang="en-US" dirty="0"/>
              <a:t>개</a:t>
            </a:r>
          </a:p>
        </p:txBody>
      </p:sp>
      <p:sp>
        <p:nvSpPr>
          <p:cNvPr id="15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TRASHCOLLECTOR</a:t>
            </a:r>
          </a:p>
        </p:txBody>
      </p:sp>
      <p:sp>
        <p:nvSpPr>
          <p:cNvPr id="16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249105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96296E-6 L 0.39531 -2.96296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6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821D27-AA96-11D7-2A4F-5F42E5CD5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B8F6189-7C92-C239-D73C-51C27314E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368724"/>
            <a:ext cx="9372600" cy="332399"/>
          </a:xfrm>
        </p:spPr>
        <p:txBody>
          <a:bodyPr wrap="square" lIns="0" tIns="0" rIns="0" bIns="0" anchor="ctr"/>
          <a:lstStyle/>
          <a:p>
            <a:pPr algn="l"/>
            <a:r>
              <a:rPr lang="en-US" altLang="ko-KR" sz="2400" b="1" dirty="0">
                <a:solidFill>
                  <a:srgbClr val="16181D"/>
                </a:solidFill>
                <a:latin typeface="맑은 고딕"/>
                <a:ea typeface="맑은 고딕"/>
              </a:rPr>
              <a:t>State</a:t>
            </a:r>
            <a:endParaRPr lang="ko-KR" altLang="en-US" dirty="0">
              <a:ea typeface="맑은 고딕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FA18E49-8E88-DB32-6642-9CB3500C8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327611"/>
              </p:ext>
            </p:extLst>
          </p:nvPr>
        </p:nvGraphicFramePr>
        <p:xfrm>
          <a:off x="3162181" y="1116541"/>
          <a:ext cx="5901365" cy="4526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380">
                  <a:extLst>
                    <a:ext uri="{9D8B030D-6E8A-4147-A177-3AD203B41FA5}">
                      <a16:colId xmlns:a16="http://schemas.microsoft.com/office/drawing/2014/main" val="3126723540"/>
                    </a:ext>
                  </a:extLst>
                </a:gridCol>
                <a:gridCol w="4780985">
                  <a:extLst>
                    <a:ext uri="{9D8B030D-6E8A-4147-A177-3AD203B41FA5}">
                      <a16:colId xmlns:a16="http://schemas.microsoft.com/office/drawing/2014/main" val="1756523170"/>
                    </a:ext>
                  </a:extLst>
                </a:gridCol>
              </a:tblGrid>
              <a:tr h="303433">
                <a:tc gridSpan="2"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98677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Idle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초 후 다음 상태로 전이될 때까지 대기한다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943581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Roam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랜덤하게 돌아다닌다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2361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 err="1">
                          <a:solidFill>
                            <a:schemeClr val="tx1"/>
                          </a:solidFill>
                        </a:rPr>
                        <a:t>DoorOpen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이동 경로의 닫힌 문을 연다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406720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Chase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인식 범위 내 플레이어를 쫓아간다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751913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Move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인식 범위 내 스크랩에게 다가간다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16964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Escape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스탯의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‘Escape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거리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만큼 랜덤으로 이동한다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90807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Collect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떨어진 스크랩을 수집한다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588480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Attack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범위 내 플레이어를 공격한다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몬스터가 수집한 스크랩이 최대 개수보다 적으면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플레이어 인벤토리의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랜덤한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스크랩 한 개를 가져간다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몬스터가 수집한 스크랩이 최대 개수라면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공격한 위치에 플레이어 인벤토리의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랜덤한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스크랩 한 개를 떨어뜨린다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단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플레이어가 스크랩이 없다면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HP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만 깎는다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91894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Hit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44593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Die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FontTx/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수집한 스크랩들을 인식 범위 내 바닥에 떨어뜨린다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047824"/>
                  </a:ext>
                </a:extLst>
              </a:tr>
            </a:tbl>
          </a:graphicData>
        </a:graphic>
      </p:graphicFrame>
      <p:sp>
        <p:nvSpPr>
          <p:cNvPr id="48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TRASHCOLLECTOR</a:t>
            </a:r>
          </a:p>
        </p:txBody>
      </p:sp>
      <p:sp>
        <p:nvSpPr>
          <p:cNvPr id="49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2684961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FFCF1-3CA4-26A7-89DF-59CB56BCA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923EBAF-4D6A-781D-2AD4-5212FFBDF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368724"/>
            <a:ext cx="9372600" cy="332399"/>
          </a:xfrm>
        </p:spPr>
        <p:txBody>
          <a:bodyPr wrap="square" lIns="0" tIns="0" rIns="0" bIns="0" anchor="ctr"/>
          <a:lstStyle/>
          <a:p>
            <a:pPr algn="l"/>
            <a:r>
              <a:rPr lang="en-US" altLang="ko-KR" sz="2400" b="1" dirty="0">
                <a:solidFill>
                  <a:srgbClr val="16181D"/>
                </a:solidFill>
                <a:latin typeface="맑은 고딕"/>
                <a:ea typeface="맑은 고딕"/>
              </a:rPr>
              <a:t>Stat</a:t>
            </a:r>
            <a:endParaRPr lang="ko-KR" altLang="en-US" dirty="0">
              <a:ea typeface="맑은 고딕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23FFA1B-0A5C-DBEA-F1A0-CA026ECFE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455524"/>
              </p:ext>
            </p:extLst>
          </p:nvPr>
        </p:nvGraphicFramePr>
        <p:xfrm>
          <a:off x="3512011" y="682581"/>
          <a:ext cx="3592161" cy="6068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9395">
                  <a:extLst>
                    <a:ext uri="{9D8B030D-6E8A-4147-A177-3AD203B41FA5}">
                      <a16:colId xmlns:a16="http://schemas.microsoft.com/office/drawing/2014/main" val="3126723540"/>
                    </a:ext>
                  </a:extLst>
                </a:gridCol>
                <a:gridCol w="602615">
                  <a:extLst>
                    <a:ext uri="{9D8B030D-6E8A-4147-A177-3AD203B41FA5}">
                      <a16:colId xmlns:a16="http://schemas.microsoft.com/office/drawing/2014/main" val="1756523170"/>
                    </a:ext>
                  </a:extLst>
                </a:gridCol>
                <a:gridCol w="530151">
                  <a:extLst>
                    <a:ext uri="{9D8B030D-6E8A-4147-A177-3AD203B41FA5}">
                      <a16:colId xmlns:a16="http://schemas.microsoft.com/office/drawing/2014/main" val="1821012966"/>
                    </a:ext>
                  </a:extLst>
                </a:gridCol>
              </a:tblGrid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</a:rPr>
                        <a:t>스폰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16964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파워 레벨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54499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HP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12405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공격력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8722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현재 수집 개수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0560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최대 수집 개수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571281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문 여는 시간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552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Roam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속도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(m/s)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14841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Roam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종료 시간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552124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Move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속도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(m/s)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80521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Escape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속도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(m/s)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5.2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149474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Escape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거리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(m)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329129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Chase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속도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(m/s)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4.6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11363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Chase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종료 시간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26796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플레이어 인식 거리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 (m)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67148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플레이어 인식 높이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 (m)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4261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플레이어 공격 반경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(m)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1.4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921432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플레이어 공격 거리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_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가로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(m)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132493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플레이어 공격 높이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(m)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1.4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778158"/>
                  </a:ext>
                </a:extLst>
              </a:tr>
            </a:tbl>
          </a:graphicData>
        </a:graphic>
      </p:graphicFrame>
      <p:sp>
        <p:nvSpPr>
          <p:cNvPr id="48" name="Unified Section Label">
            <a:extLst>
              <a:ext uri="{FF2B5EF4-FFF2-40B4-BE49-F238E27FC236}">
                <a16:creationId xmlns:a16="http://schemas.microsoft.com/office/drawing/2014/main" id="{160909D2-51CD-7419-B077-A7B57625D3B1}"/>
              </a:ext>
            </a:extLst>
          </p:cNvPr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TRASHCOLLECTOR</a:t>
            </a:r>
          </a:p>
        </p:txBody>
      </p:sp>
      <p:sp>
        <p:nvSpPr>
          <p:cNvPr id="49" name="Unified Header Rule">
            <a:extLst>
              <a:ext uri="{FF2B5EF4-FFF2-40B4-BE49-F238E27FC236}">
                <a16:creationId xmlns:a16="http://schemas.microsoft.com/office/drawing/2014/main" id="{FBF73A60-D1E4-69BD-FAD8-CA24912D6384}"/>
              </a:ext>
            </a:extLst>
          </p:cNvPr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Unified Page Number">
            <a:extLst>
              <a:ext uri="{FF2B5EF4-FFF2-40B4-BE49-F238E27FC236}">
                <a16:creationId xmlns:a16="http://schemas.microsoft.com/office/drawing/2014/main" id="{2A8DBA7D-3757-B09C-C27E-0C5D56C62045}"/>
              </a:ext>
            </a:extLst>
          </p:cNvPr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43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84E4EBA-08D5-C803-ADA5-45D5104F03C9}"/>
              </a:ext>
            </a:extLst>
          </p:cNvPr>
          <p:cNvGrpSpPr/>
          <p:nvPr/>
        </p:nvGrpSpPr>
        <p:grpSpPr>
          <a:xfrm>
            <a:off x="212794" y="1581733"/>
            <a:ext cx="3376013" cy="1400627"/>
            <a:chOff x="212794" y="1581733"/>
            <a:chExt cx="3376013" cy="1400627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A0DC1D0F-9C95-DA8B-B682-B9D642AC5DA9}"/>
                </a:ext>
              </a:extLst>
            </p:cNvPr>
            <p:cNvGrpSpPr/>
            <p:nvPr/>
          </p:nvGrpSpPr>
          <p:grpSpPr>
            <a:xfrm>
              <a:off x="212794" y="1581733"/>
              <a:ext cx="2597461" cy="1400627"/>
              <a:chOff x="212794" y="1581733"/>
              <a:chExt cx="2597461" cy="1400627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440CC7-D34D-F86E-291D-4547E3161261}"/>
                  </a:ext>
                </a:extLst>
              </p:cNvPr>
              <p:cNvSpPr txBox="1"/>
              <p:nvPr/>
            </p:nvSpPr>
            <p:spPr>
              <a:xfrm>
                <a:off x="212794" y="1907398"/>
                <a:ext cx="430906" cy="3704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/>
                  <a:t>인식</a:t>
                </a:r>
                <a:endParaRPr lang="en-US" altLang="ko-KR" sz="1400" dirty="0"/>
              </a:p>
              <a:p>
                <a:pPr algn="ctr"/>
                <a:r>
                  <a:rPr lang="ko-KR" altLang="en-US" sz="1400" dirty="0"/>
                  <a:t>높이</a:t>
                </a:r>
              </a:p>
            </p:txBody>
          </p:sp>
          <mc:AlternateContent xmlns:mc="http://schemas.openxmlformats.org/markup-compatibility/2006">
            <mc:Choice xmlns:am3d="http://schemas.microsoft.com/office/drawing/2017/model3d" Requires="am3d">
              <p:graphicFrame>
                <p:nvGraphicFramePr>
                  <p:cNvPr id="11" name="3D 모델 10" descr="Large troll">
                    <a:extLst>
                      <a:ext uri="{FF2B5EF4-FFF2-40B4-BE49-F238E27FC236}">
                        <a16:creationId xmlns:a16="http://schemas.microsoft.com/office/drawing/2014/main" id="{8498CBC7-1995-6DC7-F114-486FD09E2A9B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766754844"/>
                      </p:ext>
                    </p:extLst>
                  </p:nvPr>
                </p:nvGraphicFramePr>
                <p:xfrm>
                  <a:off x="1189625" y="2069616"/>
                  <a:ext cx="351973" cy="912744"/>
                </p:xfrm>
                <a:graphic>
                  <a:graphicData uri="http://schemas.microsoft.com/office/drawing/2017/model3d">
                    <am3d:model3d r:embed="rId3">
                      <am3d:spPr>
                        <a:xfrm>
                          <a:off x="0" y="0"/>
                          <a:ext cx="351973" cy="912744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61210172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21791654" d="1000000"/>
                        <am3d:preTrans dx="0" dy="-17935179" dz="87497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y="5400000"/>
                        <am3d:postTrans dx="0" dy="0" dz="0"/>
                      </am3d:trans>
                      <am3d:raster rName="Office3DRenderer" rVer="16.0.8326">
                        <am3d:blip r:embed="rId4"/>
                      </am3d:raster>
                      <am3d:objViewport viewportSz="1029265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>
              <p:pic>
                <p:nvPicPr>
                  <p:cNvPr id="11" name="3D 모델 10" descr="Large troll">
                    <a:extLst>
                      <a:ext uri="{FF2B5EF4-FFF2-40B4-BE49-F238E27FC236}">
                        <a16:creationId xmlns:a16="http://schemas.microsoft.com/office/drawing/2014/main" id="{8498CBC7-1995-6DC7-F114-486FD09E2A9B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189625" y="2069616"/>
                    <a:ext cx="351973" cy="912744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E206A308-DE11-6431-CBC1-7BD4EC66A927}"/>
                  </a:ext>
                </a:extLst>
              </p:cNvPr>
              <p:cNvSpPr/>
              <p:nvPr/>
            </p:nvSpPr>
            <p:spPr>
              <a:xfrm>
                <a:off x="856107" y="1907358"/>
                <a:ext cx="1019007" cy="101994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2A7E8FE1-1B12-FC07-FB90-27C93A7369C7}"/>
                  </a:ext>
                </a:extLst>
              </p:cNvPr>
              <p:cNvSpPr/>
              <p:nvPr/>
            </p:nvSpPr>
            <p:spPr>
              <a:xfrm>
                <a:off x="1365611" y="2143273"/>
                <a:ext cx="1130217" cy="784026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F00A004-012B-71D7-F251-E08BE8B38C78}"/>
                  </a:ext>
                </a:extLst>
              </p:cNvPr>
              <p:cNvSpPr txBox="1"/>
              <p:nvPr/>
            </p:nvSpPr>
            <p:spPr>
              <a:xfrm>
                <a:off x="680899" y="1581733"/>
                <a:ext cx="1426773" cy="19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/>
                  <a:t>인식 거리</a:t>
                </a:r>
              </a:p>
            </p:txBody>
          </p:sp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22" name="잉크 21">
                    <a:extLst>
                      <a:ext uri="{FF2B5EF4-FFF2-40B4-BE49-F238E27FC236}">
                        <a16:creationId xmlns:a16="http://schemas.microsoft.com/office/drawing/2014/main" id="{0BCCF697-40E4-B8D6-7701-5FF0F3021E80}"/>
                      </a:ext>
                    </a:extLst>
                  </p14:cNvPr>
                  <p14:cNvContentPartPr/>
                  <p14:nvPr/>
                </p14:nvContentPartPr>
                <p14:xfrm>
                  <a:off x="856107" y="1811729"/>
                  <a:ext cx="1019007" cy="100379"/>
                </p14:xfrm>
              </p:contentPart>
            </mc:Choice>
            <mc:Fallback>
              <p:pic>
                <p:nvPicPr>
                  <p:cNvPr id="22" name="잉크 21">
                    <a:extLst>
                      <a:ext uri="{FF2B5EF4-FFF2-40B4-BE49-F238E27FC236}">
                        <a16:creationId xmlns:a16="http://schemas.microsoft.com/office/drawing/2014/main" id="{0BCCF697-40E4-B8D6-7701-5FF0F3021E80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847108" y="1802734"/>
                    <a:ext cx="1036644" cy="1180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">
                <p14:nvContentPartPr>
                  <p14:cNvPr id="23" name="잉크 22">
                    <a:extLst>
                      <a:ext uri="{FF2B5EF4-FFF2-40B4-BE49-F238E27FC236}">
                        <a16:creationId xmlns:a16="http://schemas.microsoft.com/office/drawing/2014/main" id="{C4476618-C81A-6E3F-369B-A34CC2FB0AB2}"/>
                      </a:ext>
                    </a:extLst>
                  </p14:cNvPr>
                  <p14:cNvContentPartPr/>
                  <p14:nvPr/>
                </p14:nvContentPartPr>
                <p14:xfrm>
                  <a:off x="619145" y="1933684"/>
                  <a:ext cx="224588" cy="984212"/>
                </p14:xfrm>
              </p:contentPart>
            </mc:Choice>
            <mc:Fallback>
              <p:pic>
                <p:nvPicPr>
                  <p:cNvPr id="23" name="잉크 22">
                    <a:extLst>
                      <a:ext uri="{FF2B5EF4-FFF2-40B4-BE49-F238E27FC236}">
                        <a16:creationId xmlns:a16="http://schemas.microsoft.com/office/drawing/2014/main" id="{C4476618-C81A-6E3F-369B-A34CC2FB0AB2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610147" y="1924684"/>
                    <a:ext cx="242224" cy="100185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">
                <p14:nvContentPartPr>
                  <p14:cNvPr id="24" name="잉크 23">
                    <a:extLst>
                      <a:ext uri="{FF2B5EF4-FFF2-40B4-BE49-F238E27FC236}">
                        <a16:creationId xmlns:a16="http://schemas.microsoft.com/office/drawing/2014/main" id="{96653B28-AE1C-94F7-E9DD-B561BF5E2BE6}"/>
                      </a:ext>
                    </a:extLst>
                  </p14:cNvPr>
                  <p14:cNvContentPartPr/>
                  <p14:nvPr/>
                </p14:nvContentPartPr>
                <p14:xfrm rot="10800000">
                  <a:off x="1383482" y="2157615"/>
                  <a:ext cx="1111186" cy="120202"/>
                </p14:xfrm>
              </p:contentPart>
            </mc:Choice>
            <mc:Fallback>
              <p:pic>
                <p:nvPicPr>
                  <p:cNvPr id="24" name="잉크 23">
                    <a:extLst>
                      <a:ext uri="{FF2B5EF4-FFF2-40B4-BE49-F238E27FC236}">
                        <a16:creationId xmlns:a16="http://schemas.microsoft.com/office/drawing/2014/main" id="{96653B28-AE1C-94F7-E9DD-B561BF5E2BE6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 rot="10800000">
                    <a:off x="1374483" y="2148618"/>
                    <a:ext cx="1128824" cy="137836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1F7B306-8EE6-B3E5-9DB5-155E649BBBDB}"/>
                  </a:ext>
                </a:extLst>
              </p:cNvPr>
              <p:cNvSpPr txBox="1"/>
              <p:nvPr/>
            </p:nvSpPr>
            <p:spPr>
              <a:xfrm>
                <a:off x="1383482" y="2270857"/>
                <a:ext cx="1426773" cy="328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/>
                  <a:t>공격</a:t>
                </a:r>
                <a:endParaRPr lang="en-US" altLang="ko-KR" sz="1400"/>
              </a:p>
              <a:p>
                <a:pPr algn="ctr"/>
                <a:r>
                  <a:rPr lang="ko-KR" altLang="en-US" sz="1400"/>
                  <a:t>반경</a:t>
                </a:r>
              </a:p>
            </p:txBody>
          </p:sp>
          <mc:AlternateContent xmlns:mc="http://schemas.openxmlformats.org/markup-compatibility/2006">
            <mc:Choice xmlns:p14="http://schemas.microsoft.com/office/powerpoint/2010/main" Requires="p14">
              <p:contentPart p14:bwMode="auto" r:id="rId11">
                <p14:nvContentPartPr>
                  <p14:cNvPr id="26" name="잉크 25">
                    <a:extLst>
                      <a:ext uri="{FF2B5EF4-FFF2-40B4-BE49-F238E27FC236}">
                        <a16:creationId xmlns:a16="http://schemas.microsoft.com/office/drawing/2014/main" id="{DCB301C4-DE7E-9004-5E27-0DED3B16D59D}"/>
                      </a:ext>
                    </a:extLst>
                  </p14:cNvPr>
                  <p14:cNvContentPartPr/>
                  <p14:nvPr/>
                </p14:nvContentPartPr>
                <p14:xfrm rot="5400000">
                  <a:off x="2211654" y="2452888"/>
                  <a:ext cx="784025" cy="132419"/>
                </p14:xfrm>
              </p:contentPart>
            </mc:Choice>
            <mc:Fallback>
              <p:pic>
                <p:nvPicPr>
                  <p:cNvPr id="26" name="잉크 25">
                    <a:extLst>
                      <a:ext uri="{FF2B5EF4-FFF2-40B4-BE49-F238E27FC236}">
                        <a16:creationId xmlns:a16="http://schemas.microsoft.com/office/drawing/2014/main" id="{DCB301C4-DE7E-9004-5E27-0DED3B16D59D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 rot="5400000">
                    <a:off x="2202655" y="2443892"/>
                    <a:ext cx="801664" cy="150051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4C07CE2-232A-6108-12F1-9E71471A0AAD}"/>
                </a:ext>
              </a:extLst>
            </p:cNvPr>
            <p:cNvSpPr txBox="1"/>
            <p:nvPr/>
          </p:nvSpPr>
          <p:spPr>
            <a:xfrm>
              <a:off x="2162034" y="2270857"/>
              <a:ext cx="1426773" cy="328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공격</a:t>
              </a:r>
              <a:endParaRPr lang="en-US" altLang="ko-KR" sz="1400" dirty="0"/>
            </a:p>
            <a:p>
              <a:pPr algn="ctr"/>
              <a:r>
                <a:rPr lang="ko-KR" altLang="en-US" sz="1400" dirty="0"/>
                <a:t>높이</a:t>
              </a:r>
              <a:endParaRPr lang="en-US" altLang="ko-KR" sz="1400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4DFAF3A-D380-96E5-C63E-6687FC7741B3}"/>
              </a:ext>
            </a:extLst>
          </p:cNvPr>
          <p:cNvGrpSpPr/>
          <p:nvPr/>
        </p:nvGrpSpPr>
        <p:grpSpPr>
          <a:xfrm>
            <a:off x="212794" y="3410676"/>
            <a:ext cx="2543652" cy="1309500"/>
            <a:chOff x="358962" y="3409439"/>
            <a:chExt cx="2543652" cy="1309500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8" name="3D 모델 27" descr="Large troll">
                  <a:extLst>
                    <a:ext uri="{FF2B5EF4-FFF2-40B4-BE49-F238E27FC236}">
                      <a16:creationId xmlns:a16="http://schemas.microsoft.com/office/drawing/2014/main" id="{D799A3D2-C526-D168-6FCB-E93503A21CE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12884320"/>
                    </p:ext>
                  </p:extLst>
                </p:nvPr>
              </p:nvGraphicFramePr>
              <p:xfrm>
                <a:off x="1700470" y="4084270"/>
                <a:ext cx="590596" cy="399697"/>
              </p:xfrm>
              <a:graphic>
                <a:graphicData uri="http://schemas.microsoft.com/office/drawing/2017/model3d">
                  <am3d:model3d r:embed="rId3">
                    <am3d:spPr>
                      <a:xfrm>
                        <a:off x="0" y="0"/>
                        <a:ext cx="590596" cy="399697"/>
                      </a:xfrm>
                      <a:prstGeom prst="rect">
                        <a:avLst/>
                      </a:prstGeom>
                    </am3d:spPr>
                    <am3d:camera>
                      <am3d:pos x="0" y="0" z="61210172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21791654" d="1000000"/>
                      <am3d:preTrans dx="0" dy="-17935179" dz="87497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16200000" ay="10800000"/>
                      <am3d:postTrans dx="0" dy="0" dz="0"/>
                    </am3d:trans>
                    <am3d:raster rName="Office3DRenderer" rVer="16.0.8326">
                      <am3d:blip r:embed="rId13"/>
                    </am3d:raster>
                    <am3d:objViewport viewportSz="924896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8" name="3D 모델 27" descr="Large troll">
                  <a:extLst>
                    <a:ext uri="{FF2B5EF4-FFF2-40B4-BE49-F238E27FC236}">
                      <a16:creationId xmlns:a16="http://schemas.microsoft.com/office/drawing/2014/main" id="{D799A3D2-C526-D168-6FCB-E93503A21CE9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54302" y="4085507"/>
                  <a:ext cx="590596" cy="399697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869D136-AB51-BCE1-3A68-D4047F4068A9}"/>
                </a:ext>
              </a:extLst>
            </p:cNvPr>
            <p:cNvSpPr/>
            <p:nvPr/>
          </p:nvSpPr>
          <p:spPr>
            <a:xfrm>
              <a:off x="1586336" y="3899326"/>
              <a:ext cx="818863" cy="81961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4E3C05EE-D0A0-1E89-5010-F94625727D40}"/>
                </a:ext>
              </a:extLst>
            </p:cNvPr>
            <p:cNvSpPr/>
            <p:nvPr/>
          </p:nvSpPr>
          <p:spPr>
            <a:xfrm rot="5400000">
              <a:off x="1541652" y="3684972"/>
              <a:ext cx="908231" cy="358686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C35415FD-500E-73C1-918A-47A21341D010}"/>
                    </a:ext>
                  </a:extLst>
                </p14:cNvPr>
                <p14:cNvContentPartPr/>
                <p14:nvPr/>
              </p14:nvContentPartPr>
              <p14:xfrm rot="10800000">
                <a:off x="1818567" y="3427895"/>
                <a:ext cx="356544" cy="75131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C35415FD-500E-73C1-918A-47A21341D01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 rot="10800000">
                  <a:off x="1809572" y="3418908"/>
                  <a:ext cx="374173" cy="92745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56884C6-8501-BE2A-01B3-D7EFA57E9013}"/>
                </a:ext>
              </a:extLst>
            </p:cNvPr>
            <p:cNvSpPr txBox="1"/>
            <p:nvPr/>
          </p:nvSpPr>
          <p:spPr>
            <a:xfrm>
              <a:off x="358962" y="3409439"/>
              <a:ext cx="1426773" cy="19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공격 거리</a:t>
              </a:r>
              <a:r>
                <a:rPr lang="en-US" altLang="ko-KR" sz="1400" dirty="0"/>
                <a:t>_</a:t>
              </a:r>
              <a:r>
                <a:rPr lang="ko-KR" altLang="en-US" sz="1400" dirty="0"/>
                <a:t>가로</a:t>
              </a:r>
            </a:p>
          </p:txBody>
        </p:sp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2A2AFFC6-9F42-41CC-C611-34F0B49B2EA6}"/>
                    </a:ext>
                  </a:extLst>
                </p14:cNvPr>
                <p14:cNvContentPartPr/>
                <p14:nvPr/>
              </p14:nvContentPartPr>
              <p14:xfrm>
                <a:off x="1698284" y="3509509"/>
                <a:ext cx="301861" cy="106871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2A2AFFC6-9F42-41CC-C611-34F0B49B2EA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89289" y="3500513"/>
                  <a:ext cx="319491" cy="1245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79940521-36E5-A432-1718-9B5967CBEED4}"/>
                    </a:ext>
                  </a:extLst>
                </p14:cNvPr>
                <p14:cNvContentPartPr/>
                <p14:nvPr/>
              </p14:nvContentPartPr>
              <p14:xfrm rot="5400000">
                <a:off x="2047106" y="4245370"/>
                <a:ext cx="819613" cy="120202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79940521-36E5-A432-1718-9B5967CBEED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 rot="5400000">
                  <a:off x="2038107" y="4236373"/>
                  <a:ext cx="837251" cy="137836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0A92F67-21F3-4696-E4F6-DA62BD510CC6}"/>
                </a:ext>
              </a:extLst>
            </p:cNvPr>
            <p:cNvSpPr txBox="1"/>
            <p:nvPr/>
          </p:nvSpPr>
          <p:spPr>
            <a:xfrm>
              <a:off x="2437139" y="4155582"/>
              <a:ext cx="465475" cy="328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인식</a:t>
              </a:r>
              <a:endParaRPr lang="en-US" altLang="ko-KR" sz="1400"/>
            </a:p>
            <a:p>
              <a:pPr algn="ctr"/>
              <a:r>
                <a:rPr lang="ko-KR" altLang="en-US" sz="1400"/>
                <a:t>거리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83847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1CA971-E8CA-E8D3-58BF-1B1C0621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17E5282-4EC3-8FEB-BF71-BE9856BD5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  <a:ea typeface="맑은 고딕"/>
              </a:rPr>
              <a:t>FSM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E642875-82B0-4F43-36A8-99AFA4137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072" y="1115568"/>
            <a:ext cx="5816807" cy="5138928"/>
          </a:xfrm>
          <a:prstGeom prst="rect">
            <a:avLst/>
          </a:prstGeom>
        </p:spPr>
      </p:pic>
      <p:sp>
        <p:nvSpPr>
          <p:cNvPr id="9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TRASHCOLLECTOR</a:t>
            </a:r>
          </a:p>
        </p:txBody>
      </p:sp>
      <p:sp>
        <p:nvSpPr>
          <p:cNvPr id="10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5826235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6403A87-F891-1EAB-B191-166550458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설명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D27661-6347-E06A-1C78-937786248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>
            <a:normAutofit fontScale="92500" lnSpcReduction="10000"/>
          </a:bodyPr>
          <a:lstStyle/>
          <a:p>
            <a:pPr latinLnBrk="0"/>
            <a:r>
              <a:rPr lang="en-US" altLang="ko-KR" dirty="0">
                <a:ea typeface="+mn-lt"/>
                <a:cs typeface="+mn-lt"/>
              </a:rPr>
              <a:t>Idle</a:t>
            </a:r>
            <a:r>
              <a:rPr lang="ko-KR" altLang="en-US" dirty="0">
                <a:ea typeface="+mn-lt"/>
                <a:cs typeface="+mn-lt"/>
              </a:rPr>
              <a:t>일 때</a:t>
            </a:r>
            <a:r>
              <a:rPr lang="en-US" altLang="ko-KR" dirty="0">
                <a:ea typeface="+mn-lt"/>
                <a:cs typeface="+mn-lt"/>
              </a:rPr>
              <a:t>, 2</a:t>
            </a:r>
            <a:r>
              <a:rPr lang="ko-KR" altLang="en-US" dirty="0">
                <a:ea typeface="+mn-lt"/>
                <a:cs typeface="+mn-lt"/>
              </a:rPr>
              <a:t>초가 지나면 </a:t>
            </a:r>
            <a:r>
              <a:rPr lang="en-US" altLang="ko-KR" dirty="0">
                <a:ea typeface="+mn-lt"/>
                <a:cs typeface="+mn-lt"/>
              </a:rPr>
              <a:t>Roam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pPr latinLnBrk="0"/>
            <a:r>
              <a:rPr lang="en-US" altLang="ko-KR" dirty="0">
                <a:ea typeface="+mn-lt"/>
                <a:cs typeface="+mn-lt"/>
              </a:rPr>
              <a:t>Roam</a:t>
            </a:r>
            <a:r>
              <a:rPr lang="ko-KR" altLang="en-US" dirty="0">
                <a:ea typeface="+mn-lt"/>
                <a:cs typeface="+mn-lt"/>
              </a:rPr>
              <a:t>일 때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다른 전이 조건에 해당하지 않고 </a:t>
            </a:r>
            <a:r>
              <a:rPr lang="en-US" altLang="ko-KR" dirty="0">
                <a:ea typeface="+mn-lt"/>
                <a:cs typeface="+mn-lt"/>
              </a:rPr>
              <a:t>Roam </a:t>
            </a:r>
            <a:r>
              <a:rPr lang="ko-KR" altLang="en-US" dirty="0">
                <a:ea typeface="+mn-lt"/>
                <a:cs typeface="+mn-lt"/>
              </a:rPr>
              <a:t>종료 시간이 경과하면 </a:t>
            </a:r>
            <a:r>
              <a:rPr lang="en-US" altLang="ko-KR" dirty="0">
                <a:ea typeface="+mn-lt"/>
                <a:cs typeface="+mn-lt"/>
              </a:rPr>
              <a:t>Idle</a:t>
            </a:r>
            <a:r>
              <a:rPr lang="ko-KR" altLang="en-US" dirty="0">
                <a:ea typeface="+mn-lt"/>
                <a:cs typeface="+mn-lt"/>
              </a:rPr>
              <a:t>이 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pPr latinLnBrk="0"/>
            <a:r>
              <a:rPr lang="en-US" altLang="ko-KR" dirty="0">
                <a:ea typeface="+mn-lt"/>
                <a:cs typeface="+mn-lt"/>
              </a:rPr>
              <a:t>Roam, Chase, Escape</a:t>
            </a:r>
            <a:r>
              <a:rPr lang="ko-KR" altLang="en-US" dirty="0">
                <a:ea typeface="+mn-lt"/>
                <a:cs typeface="+mn-lt"/>
              </a:rPr>
              <a:t>일 때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이동 경로에 닫힌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문이 있으면 </a:t>
            </a:r>
            <a:r>
              <a:rPr lang="en-US" altLang="ko-KR" dirty="0" err="1">
                <a:ea typeface="+mn-lt"/>
                <a:cs typeface="+mn-lt"/>
              </a:rPr>
              <a:t>DoorOpen</a:t>
            </a:r>
            <a:r>
              <a:rPr lang="ko-KR" altLang="en-US" dirty="0">
                <a:ea typeface="+mn-lt"/>
                <a:cs typeface="+mn-lt"/>
              </a:rPr>
              <a:t>이 되어 문을 열고 이동한다</a:t>
            </a:r>
            <a:r>
              <a:rPr lang="en-US" altLang="ko-KR" dirty="0">
                <a:ea typeface="+mn-lt"/>
                <a:cs typeface="+mn-lt"/>
              </a:rPr>
              <a:t>. </a:t>
            </a:r>
            <a:r>
              <a:rPr lang="en-US" altLang="ko-KR" dirty="0" err="1">
                <a:ea typeface="+mn-lt"/>
                <a:cs typeface="+mn-lt"/>
              </a:rPr>
              <a:t>DoorOpen</a:t>
            </a:r>
            <a:r>
              <a:rPr lang="ko-KR" altLang="en-US" dirty="0">
                <a:ea typeface="+mn-lt"/>
                <a:cs typeface="+mn-lt"/>
              </a:rPr>
              <a:t>이 끝나면 이전 상태로 돌아간다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pPr latinLnBrk="0"/>
            <a:r>
              <a:rPr lang="ko-KR" altLang="en-US" dirty="0">
                <a:ea typeface="+mn-lt"/>
                <a:cs typeface="+mn-lt"/>
              </a:rPr>
              <a:t>모든 상태에서 </a:t>
            </a:r>
            <a:r>
              <a:rPr lang="en-US" altLang="ko-KR" dirty="0">
                <a:ea typeface="+mn-lt"/>
                <a:cs typeface="+mn-lt"/>
              </a:rPr>
              <a:t>Hit</a:t>
            </a:r>
            <a:r>
              <a:rPr lang="ko-KR" altLang="en-US" dirty="0">
                <a:ea typeface="+mn-lt"/>
                <a:cs typeface="+mn-lt"/>
              </a:rPr>
              <a:t>로 전이될 수 있다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pPr marL="0" indent="0" latinLnBrk="0">
              <a:buNone/>
            </a:pPr>
            <a:endParaRPr lang="en-US" altLang="ko-KR" b="1" dirty="0">
              <a:ea typeface="+mn-lt"/>
              <a:cs typeface="+mn-lt"/>
            </a:endParaRPr>
          </a:p>
          <a:p>
            <a:pPr marL="0" indent="0" latinLnBrk="0">
              <a:buNone/>
            </a:pPr>
            <a:r>
              <a:rPr lang="en-US" altLang="ko-KR" b="1" dirty="0">
                <a:ea typeface="+mn-lt"/>
                <a:cs typeface="+mn-lt"/>
              </a:rPr>
              <a:t>[</a:t>
            </a:r>
            <a:r>
              <a:rPr lang="ko-KR" altLang="en-US" b="1" dirty="0">
                <a:ea typeface="+mn-lt"/>
                <a:cs typeface="+mn-lt"/>
              </a:rPr>
              <a:t>몬스터가 수집한 스크랩 개수</a:t>
            </a:r>
            <a:r>
              <a:rPr lang="en-US" altLang="ko-KR" b="1" dirty="0">
                <a:ea typeface="+mn-lt"/>
                <a:cs typeface="+mn-lt"/>
              </a:rPr>
              <a:t>: </a:t>
            </a:r>
            <a:r>
              <a:rPr lang="en-US" altLang="ko-KR" b="1" dirty="0">
                <a:solidFill>
                  <a:srgbClr val="FF0000"/>
                </a:solidFill>
                <a:ea typeface="+mn-lt"/>
                <a:cs typeface="+mn-lt"/>
              </a:rPr>
              <a:t>0</a:t>
            </a:r>
            <a:r>
              <a:rPr lang="ko-KR" altLang="en-US" b="1" dirty="0">
                <a:solidFill>
                  <a:srgbClr val="FF0000"/>
                </a:solidFill>
                <a:ea typeface="+mn-lt"/>
                <a:cs typeface="+mn-lt"/>
              </a:rPr>
              <a:t>개</a:t>
            </a:r>
            <a:r>
              <a:rPr lang="en-US" altLang="ko-KR" b="1" dirty="0">
                <a:ea typeface="+mn-lt"/>
                <a:cs typeface="+mn-lt"/>
              </a:rPr>
              <a:t>]</a:t>
            </a:r>
          </a:p>
          <a:p>
            <a:pPr latinLnBrk="0"/>
            <a:r>
              <a:rPr lang="en-US" altLang="ko-KR" dirty="0">
                <a:ea typeface="+mn-lt"/>
                <a:cs typeface="+mn-lt"/>
              </a:rPr>
              <a:t>‘Roam’</a:t>
            </a:r>
            <a:r>
              <a:rPr lang="ko-KR" altLang="en-US" dirty="0">
                <a:ea typeface="+mn-lt"/>
                <a:cs typeface="+mn-lt"/>
              </a:rPr>
              <a:t>일 때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인식 범위 내 플레이어의 표정이 </a:t>
            </a:r>
            <a:r>
              <a:rPr lang="en-US" altLang="ko-KR" dirty="0">
                <a:ea typeface="+mn-lt"/>
                <a:cs typeface="+mn-lt"/>
              </a:rPr>
              <a:t>Angry</a:t>
            </a:r>
            <a:r>
              <a:rPr lang="ko-KR" altLang="en-US" dirty="0">
                <a:ea typeface="+mn-lt"/>
                <a:cs typeface="+mn-lt"/>
              </a:rPr>
              <a:t>면 </a:t>
            </a:r>
            <a:r>
              <a:rPr lang="en-US" altLang="ko-KR" dirty="0">
                <a:ea typeface="+mn-lt"/>
                <a:cs typeface="+mn-lt"/>
              </a:rPr>
              <a:t>‘Escape’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 </a:t>
            </a:r>
            <a:r>
              <a:rPr lang="en-US" altLang="ko-KR" b="1" dirty="0">
                <a:ea typeface="+mn-lt"/>
                <a:cs typeface="+mn-lt"/>
              </a:rPr>
              <a:t>(</a:t>
            </a:r>
            <a:r>
              <a:rPr lang="ko-KR" altLang="en-US" b="1" dirty="0">
                <a:ea typeface="+mn-lt"/>
                <a:cs typeface="+mn-lt"/>
              </a:rPr>
              <a:t>이 상태 전이가 우선됨</a:t>
            </a:r>
            <a:r>
              <a:rPr lang="en-US" altLang="ko-KR" b="1" dirty="0">
                <a:ea typeface="+mn-lt"/>
                <a:cs typeface="+mn-lt"/>
              </a:rPr>
              <a:t>)</a:t>
            </a:r>
            <a:br>
              <a:rPr lang="en-US" altLang="ko-KR" b="1" dirty="0">
                <a:ea typeface="+mn-lt"/>
                <a:cs typeface="+mn-lt"/>
              </a:rPr>
            </a:br>
            <a:r>
              <a:rPr lang="ko-KR" altLang="en-US" dirty="0" err="1">
                <a:ea typeface="+mn-lt"/>
                <a:cs typeface="+mn-lt"/>
              </a:rPr>
              <a:t>스탯의</a:t>
            </a:r>
            <a:r>
              <a:rPr lang="ko-KR" altLang="en-US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</a:rPr>
              <a:t>Escape </a:t>
            </a:r>
            <a:r>
              <a:rPr lang="ko-KR" altLang="en-US" dirty="0">
                <a:ea typeface="+mn-lt"/>
                <a:cs typeface="+mn-lt"/>
              </a:rPr>
              <a:t>거리만큼 이동하면 다시 </a:t>
            </a:r>
            <a:r>
              <a:rPr lang="en-US" altLang="ko-KR" dirty="0">
                <a:ea typeface="+mn-lt"/>
                <a:cs typeface="+mn-lt"/>
              </a:rPr>
              <a:t>‘Roam’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pPr latinLnBrk="0"/>
            <a:r>
              <a:rPr lang="en-US" altLang="ko-KR" dirty="0">
                <a:ea typeface="+mn-lt"/>
                <a:cs typeface="+mn-lt"/>
              </a:rPr>
              <a:t>‘Roam’</a:t>
            </a:r>
            <a:r>
              <a:rPr lang="ko-KR" altLang="en-US" dirty="0">
                <a:ea typeface="+mn-lt"/>
                <a:cs typeface="+mn-lt"/>
              </a:rPr>
              <a:t>일 때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인식 범위 내 스크랩이 있으면 </a:t>
            </a:r>
            <a:r>
              <a:rPr lang="en-US" altLang="ko-KR" dirty="0">
                <a:ea typeface="+mn-lt"/>
                <a:cs typeface="+mn-lt"/>
              </a:rPr>
              <a:t>‘Move’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</a:t>
            </a:r>
            <a:br>
              <a:rPr lang="en-US" altLang="ko-KR" dirty="0">
                <a:ea typeface="+mn-lt"/>
                <a:cs typeface="+mn-lt"/>
              </a:rPr>
            </a:br>
            <a:r>
              <a:rPr lang="en-US" altLang="ko-KR" dirty="0">
                <a:ea typeface="+mn-lt"/>
                <a:cs typeface="+mn-lt"/>
              </a:rPr>
              <a:t>‘Move’</a:t>
            </a:r>
            <a:r>
              <a:rPr lang="ko-KR" altLang="en-US" dirty="0">
                <a:ea typeface="+mn-lt"/>
                <a:cs typeface="+mn-lt"/>
              </a:rPr>
              <a:t>일 때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인식 범위 내 스크랩이 없어지면 다시 </a:t>
            </a:r>
            <a:r>
              <a:rPr lang="en-US" altLang="ko-KR" dirty="0">
                <a:ea typeface="+mn-lt"/>
                <a:cs typeface="+mn-lt"/>
              </a:rPr>
              <a:t>‘Roam’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</a:t>
            </a:r>
            <a:br>
              <a:rPr lang="en-US" altLang="ko-KR" dirty="0">
                <a:ea typeface="+mn-lt"/>
                <a:cs typeface="+mn-lt"/>
              </a:rPr>
            </a:br>
            <a:r>
              <a:rPr lang="en-US" altLang="ko-KR" dirty="0">
                <a:ea typeface="+mn-lt"/>
                <a:cs typeface="+mn-lt"/>
              </a:rPr>
              <a:t>‘Move’</a:t>
            </a:r>
            <a:r>
              <a:rPr lang="ko-KR" altLang="en-US" dirty="0">
                <a:ea typeface="+mn-lt"/>
                <a:cs typeface="+mn-lt"/>
              </a:rPr>
              <a:t>일 때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인식 범위 내 플레이어의 표정이 </a:t>
            </a:r>
            <a:r>
              <a:rPr lang="en-US" altLang="ko-KR" dirty="0">
                <a:ea typeface="+mn-lt"/>
                <a:cs typeface="+mn-lt"/>
              </a:rPr>
              <a:t>Angry</a:t>
            </a:r>
            <a:r>
              <a:rPr lang="ko-KR" altLang="en-US" dirty="0">
                <a:ea typeface="+mn-lt"/>
                <a:cs typeface="+mn-lt"/>
              </a:rPr>
              <a:t>면 </a:t>
            </a:r>
            <a:r>
              <a:rPr lang="en-US" altLang="ko-KR" dirty="0">
                <a:ea typeface="+mn-lt"/>
                <a:cs typeface="+mn-lt"/>
              </a:rPr>
              <a:t>‘Escape’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pPr latinLnBrk="0"/>
            <a:r>
              <a:rPr lang="ko-KR" altLang="en-US" dirty="0">
                <a:ea typeface="+mn-lt"/>
                <a:cs typeface="+mn-lt"/>
              </a:rPr>
              <a:t>스크랩 위치에 도착하면 </a:t>
            </a:r>
            <a:r>
              <a:rPr lang="en-US" altLang="ko-KR" dirty="0">
                <a:ea typeface="+mn-lt"/>
                <a:cs typeface="+mn-lt"/>
              </a:rPr>
              <a:t>‘Collect’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 ‘Collect’</a:t>
            </a:r>
            <a:r>
              <a:rPr lang="ko-KR" altLang="en-US" dirty="0">
                <a:ea typeface="+mn-lt"/>
                <a:cs typeface="+mn-lt"/>
              </a:rPr>
              <a:t>가 끝나면 다시 </a:t>
            </a:r>
            <a:r>
              <a:rPr lang="en-US" altLang="ko-KR" dirty="0">
                <a:ea typeface="+mn-lt"/>
                <a:cs typeface="+mn-lt"/>
              </a:rPr>
              <a:t>‘Roam’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pPr latinLnBrk="0"/>
            <a:r>
              <a:rPr lang="en-US" altLang="ko-KR" dirty="0">
                <a:ea typeface="+mn-lt"/>
                <a:cs typeface="+mn-lt"/>
              </a:rPr>
              <a:t>‘Hit’</a:t>
            </a:r>
            <a:r>
              <a:rPr lang="ko-KR" altLang="en-US" dirty="0">
                <a:ea typeface="+mn-lt"/>
                <a:cs typeface="+mn-lt"/>
              </a:rPr>
              <a:t>이 끝나고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인식 범위 내 플레이어가 없으면 </a:t>
            </a:r>
            <a:r>
              <a:rPr lang="en-US" altLang="ko-KR" dirty="0">
                <a:ea typeface="+mn-lt"/>
                <a:cs typeface="+mn-lt"/>
              </a:rPr>
              <a:t>‘Escape’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</a:t>
            </a:r>
            <a:br>
              <a:rPr lang="en-US" altLang="ko-KR" dirty="0">
                <a:ea typeface="+mn-lt"/>
                <a:cs typeface="+mn-lt"/>
              </a:rPr>
            </a:br>
            <a:r>
              <a:rPr lang="en-US" altLang="ko-KR" dirty="0">
                <a:ea typeface="+mn-lt"/>
                <a:cs typeface="+mn-lt"/>
              </a:rPr>
              <a:t>‘Hit’</a:t>
            </a:r>
            <a:r>
              <a:rPr lang="ko-KR" altLang="en-US" dirty="0">
                <a:ea typeface="+mn-lt"/>
                <a:cs typeface="+mn-lt"/>
              </a:rPr>
              <a:t>이 끝나고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인식 범위 내 플레이어가 있으면 </a:t>
            </a:r>
            <a:r>
              <a:rPr lang="en-US" altLang="ko-KR" dirty="0">
                <a:ea typeface="+mn-lt"/>
                <a:cs typeface="+mn-lt"/>
              </a:rPr>
              <a:t>‘Chase’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pPr latinLnBrk="0"/>
            <a:r>
              <a:rPr lang="en-US" altLang="ko-KR" dirty="0">
                <a:ea typeface="+mn-lt"/>
                <a:cs typeface="+mn-lt"/>
              </a:rPr>
              <a:t>‘Chase’</a:t>
            </a:r>
            <a:r>
              <a:rPr lang="ko-KR" altLang="en-US" dirty="0">
                <a:ea typeface="+mn-lt"/>
                <a:cs typeface="+mn-lt"/>
              </a:rPr>
              <a:t>일 때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공격 범위 내 플레이어가 있으면 </a:t>
            </a:r>
            <a:r>
              <a:rPr lang="en-US" altLang="ko-KR" dirty="0">
                <a:ea typeface="+mn-lt"/>
                <a:cs typeface="+mn-lt"/>
              </a:rPr>
              <a:t>‘Attack’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 ‘Attack‘</a:t>
            </a:r>
            <a:r>
              <a:rPr lang="ko-KR" altLang="en-US" dirty="0">
                <a:ea typeface="+mn-lt"/>
                <a:cs typeface="+mn-lt"/>
              </a:rPr>
              <a:t>이 끝나면 </a:t>
            </a:r>
            <a:r>
              <a:rPr lang="en-US" altLang="ko-KR" dirty="0">
                <a:ea typeface="+mn-lt"/>
                <a:cs typeface="+mn-lt"/>
              </a:rPr>
              <a:t>‘Escape’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</a:t>
            </a:r>
            <a:br>
              <a:rPr lang="en-US" altLang="ko-KR" dirty="0">
                <a:ea typeface="+mn-lt"/>
                <a:cs typeface="+mn-lt"/>
              </a:rPr>
            </a:br>
            <a:r>
              <a:rPr lang="en-US" altLang="ko-KR" dirty="0">
                <a:ea typeface="+mn-lt"/>
                <a:cs typeface="+mn-lt"/>
              </a:rPr>
              <a:t>‘Chase’</a:t>
            </a:r>
            <a:r>
              <a:rPr lang="ko-KR" altLang="en-US" dirty="0">
                <a:ea typeface="+mn-lt"/>
                <a:cs typeface="+mn-lt"/>
              </a:rPr>
              <a:t>일 때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 err="1">
                <a:ea typeface="+mn-lt"/>
                <a:cs typeface="+mn-lt"/>
              </a:rPr>
              <a:t>스탯의</a:t>
            </a:r>
            <a:r>
              <a:rPr lang="ko-KR" altLang="en-US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</a:rPr>
              <a:t>Chase </a:t>
            </a:r>
            <a:r>
              <a:rPr lang="ko-KR" altLang="en-US" dirty="0">
                <a:ea typeface="+mn-lt"/>
                <a:cs typeface="+mn-lt"/>
              </a:rPr>
              <a:t>종료 시간이 경과하면 </a:t>
            </a:r>
            <a:r>
              <a:rPr lang="en-US" altLang="ko-KR" dirty="0">
                <a:ea typeface="+mn-lt"/>
                <a:cs typeface="+mn-lt"/>
              </a:rPr>
              <a:t>‘Idle’</a:t>
            </a:r>
            <a:r>
              <a:rPr lang="ko-KR" altLang="en-US" dirty="0">
                <a:ea typeface="+mn-lt"/>
                <a:cs typeface="+mn-lt"/>
              </a:rPr>
              <a:t>이 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</p:txBody>
      </p:sp>
      <p:sp>
        <p:nvSpPr>
          <p:cNvPr id="5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TRASHCOLLECTOR</a:t>
            </a:r>
          </a:p>
        </p:txBody>
      </p:sp>
      <p:sp>
        <p:nvSpPr>
          <p:cNvPr id="6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31574735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17CF02-87E9-A3F0-7CC8-AE47F8C70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598DC38-5B20-AF35-36B5-D8CD54659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설명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E5A4D7-B439-7FF4-9AB6-7C5B84DB6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>
                <a:ea typeface="+mn-lt"/>
                <a:cs typeface="+mn-lt"/>
              </a:rPr>
              <a:t>[</a:t>
            </a:r>
            <a:r>
              <a:rPr lang="ko-KR" altLang="en-US" b="1" dirty="0">
                <a:ea typeface="+mn-lt"/>
                <a:cs typeface="+mn-lt"/>
              </a:rPr>
              <a:t>몬스터가 수집한 스크랩 개수</a:t>
            </a:r>
            <a:r>
              <a:rPr lang="en-US" altLang="ko-KR" b="1" dirty="0">
                <a:ea typeface="+mn-lt"/>
                <a:cs typeface="+mn-lt"/>
              </a:rPr>
              <a:t>: </a:t>
            </a:r>
            <a:r>
              <a:rPr lang="en-US" altLang="ko-KR" b="1" dirty="0">
                <a:solidFill>
                  <a:srgbClr val="00B0F0"/>
                </a:solidFill>
                <a:ea typeface="+mn-lt"/>
                <a:cs typeface="+mn-lt"/>
              </a:rPr>
              <a:t>1~(Max-1)</a:t>
            </a:r>
            <a:r>
              <a:rPr lang="ko-KR" altLang="en-US" b="1" dirty="0">
                <a:solidFill>
                  <a:srgbClr val="00B0F0"/>
                </a:solidFill>
                <a:ea typeface="+mn-lt"/>
                <a:cs typeface="+mn-lt"/>
              </a:rPr>
              <a:t>개</a:t>
            </a:r>
            <a:r>
              <a:rPr lang="en-US" altLang="ko-KR" b="1" dirty="0">
                <a:ea typeface="+mn-lt"/>
                <a:cs typeface="+mn-lt"/>
              </a:rPr>
              <a:t>]</a:t>
            </a:r>
          </a:p>
          <a:p>
            <a:r>
              <a:rPr lang="en-US" altLang="ko-KR" dirty="0">
                <a:ea typeface="+mn-lt"/>
                <a:cs typeface="+mn-lt"/>
              </a:rPr>
              <a:t>‘Roam’</a:t>
            </a:r>
            <a:r>
              <a:rPr lang="ko-KR" altLang="en-US" dirty="0">
                <a:ea typeface="+mn-lt"/>
                <a:cs typeface="+mn-lt"/>
              </a:rPr>
              <a:t>일 때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인식 범위 내 플레이어가 있으면 </a:t>
            </a:r>
            <a:r>
              <a:rPr lang="en-US" altLang="ko-KR" dirty="0">
                <a:ea typeface="+mn-lt"/>
                <a:cs typeface="+mn-lt"/>
              </a:rPr>
              <a:t>‘Chase’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 </a:t>
            </a:r>
            <a:r>
              <a:rPr lang="en-US" altLang="ko-KR" b="1" dirty="0">
                <a:ea typeface="+mn-lt"/>
                <a:cs typeface="+mn-lt"/>
              </a:rPr>
              <a:t>(</a:t>
            </a:r>
            <a:r>
              <a:rPr lang="ko-KR" altLang="en-US" b="1" dirty="0">
                <a:ea typeface="+mn-lt"/>
                <a:cs typeface="+mn-lt"/>
              </a:rPr>
              <a:t>이 상태 전이가 우선됨</a:t>
            </a:r>
            <a:r>
              <a:rPr lang="en-US" altLang="ko-KR" b="1" dirty="0">
                <a:ea typeface="+mn-lt"/>
                <a:cs typeface="+mn-lt"/>
              </a:rPr>
              <a:t>)</a:t>
            </a:r>
          </a:p>
          <a:p>
            <a:r>
              <a:rPr lang="en-US" altLang="ko-KR" dirty="0">
                <a:ea typeface="+mn-lt"/>
                <a:cs typeface="+mn-lt"/>
              </a:rPr>
              <a:t>‘Chase’</a:t>
            </a:r>
            <a:r>
              <a:rPr lang="ko-KR" altLang="en-US" dirty="0">
                <a:ea typeface="+mn-lt"/>
                <a:cs typeface="+mn-lt"/>
              </a:rPr>
              <a:t>일 때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공격 범위 내 플레이어가 있으면 </a:t>
            </a:r>
            <a:r>
              <a:rPr lang="en-US" altLang="ko-KR" dirty="0">
                <a:ea typeface="+mn-lt"/>
                <a:cs typeface="+mn-lt"/>
              </a:rPr>
              <a:t>‘Attack’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 ‘Attack‘</a:t>
            </a:r>
            <a:r>
              <a:rPr lang="ko-KR" altLang="en-US" dirty="0">
                <a:ea typeface="+mn-lt"/>
                <a:cs typeface="+mn-lt"/>
              </a:rPr>
              <a:t>이 끝나면 </a:t>
            </a:r>
            <a:r>
              <a:rPr lang="en-US" altLang="ko-KR" dirty="0">
                <a:ea typeface="+mn-lt"/>
                <a:cs typeface="+mn-lt"/>
              </a:rPr>
              <a:t>‘Escape’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</a:t>
            </a:r>
            <a:br>
              <a:rPr lang="en-US" altLang="ko-KR" dirty="0">
                <a:ea typeface="+mn-lt"/>
                <a:cs typeface="+mn-lt"/>
              </a:rPr>
            </a:br>
            <a:r>
              <a:rPr lang="en-US" altLang="ko-KR" dirty="0">
                <a:ea typeface="+mn-lt"/>
                <a:cs typeface="+mn-lt"/>
              </a:rPr>
              <a:t>‘Chase’</a:t>
            </a:r>
            <a:r>
              <a:rPr lang="ko-KR" altLang="en-US" dirty="0">
                <a:ea typeface="+mn-lt"/>
                <a:cs typeface="+mn-lt"/>
              </a:rPr>
              <a:t>일 때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 err="1">
                <a:ea typeface="+mn-lt"/>
                <a:cs typeface="+mn-lt"/>
              </a:rPr>
              <a:t>스탯의</a:t>
            </a:r>
            <a:r>
              <a:rPr lang="ko-KR" altLang="en-US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</a:rPr>
              <a:t>Chase </a:t>
            </a:r>
            <a:r>
              <a:rPr lang="ko-KR" altLang="en-US" dirty="0">
                <a:ea typeface="+mn-lt"/>
                <a:cs typeface="+mn-lt"/>
              </a:rPr>
              <a:t>종료 시간이 경과하면 </a:t>
            </a:r>
            <a:r>
              <a:rPr lang="en-US" altLang="ko-KR" dirty="0">
                <a:ea typeface="+mn-lt"/>
                <a:cs typeface="+mn-lt"/>
              </a:rPr>
              <a:t>‘Roam’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r>
              <a:rPr lang="en-US" altLang="ko-KR" dirty="0">
                <a:ea typeface="+mn-lt"/>
                <a:cs typeface="+mn-lt"/>
              </a:rPr>
              <a:t>‘Roam’</a:t>
            </a:r>
            <a:r>
              <a:rPr lang="ko-KR" altLang="en-US" dirty="0">
                <a:ea typeface="+mn-lt"/>
                <a:cs typeface="+mn-lt"/>
              </a:rPr>
              <a:t>일 때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인식 범위 내 스크랩이 있으면 </a:t>
            </a:r>
            <a:r>
              <a:rPr lang="en-US" altLang="ko-KR" dirty="0">
                <a:ea typeface="+mn-lt"/>
                <a:cs typeface="+mn-lt"/>
              </a:rPr>
              <a:t>‘Move’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</a:t>
            </a:r>
            <a:br>
              <a:rPr lang="en-US" altLang="ko-KR" dirty="0">
                <a:ea typeface="+mn-lt"/>
                <a:cs typeface="+mn-lt"/>
              </a:rPr>
            </a:br>
            <a:r>
              <a:rPr lang="en-US" altLang="ko-KR" dirty="0">
                <a:ea typeface="+mn-lt"/>
                <a:cs typeface="+mn-lt"/>
              </a:rPr>
              <a:t>‘Move’</a:t>
            </a:r>
            <a:r>
              <a:rPr lang="ko-KR" altLang="en-US" dirty="0">
                <a:ea typeface="+mn-lt"/>
                <a:cs typeface="+mn-lt"/>
              </a:rPr>
              <a:t>일 때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인식 범위 내 스크랩이 없어지면 다시 </a:t>
            </a:r>
            <a:r>
              <a:rPr lang="en-US" altLang="ko-KR" dirty="0">
                <a:ea typeface="+mn-lt"/>
                <a:cs typeface="+mn-lt"/>
              </a:rPr>
              <a:t>‘Roam’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</a:t>
            </a:r>
            <a:br>
              <a:rPr lang="en-US" altLang="ko-KR" dirty="0">
                <a:ea typeface="+mn-lt"/>
                <a:cs typeface="+mn-lt"/>
              </a:rPr>
            </a:br>
            <a:r>
              <a:rPr lang="en-US" altLang="ko-KR" dirty="0">
                <a:ea typeface="+mn-lt"/>
                <a:cs typeface="+mn-lt"/>
              </a:rPr>
              <a:t>‘Move’</a:t>
            </a:r>
            <a:r>
              <a:rPr lang="ko-KR" altLang="en-US" dirty="0">
                <a:ea typeface="+mn-lt"/>
                <a:cs typeface="+mn-lt"/>
              </a:rPr>
              <a:t>일 때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인식 범위 내 플레이어가 있으면 </a:t>
            </a:r>
            <a:r>
              <a:rPr lang="en-US" altLang="ko-KR" dirty="0">
                <a:ea typeface="+mn-lt"/>
                <a:cs typeface="+mn-lt"/>
              </a:rPr>
              <a:t>‘Chase’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 </a:t>
            </a:r>
          </a:p>
          <a:p>
            <a:r>
              <a:rPr lang="ko-KR" altLang="en-US" dirty="0">
                <a:ea typeface="+mn-lt"/>
                <a:cs typeface="+mn-lt"/>
              </a:rPr>
              <a:t>스크랩 위치에 도착하면 </a:t>
            </a:r>
            <a:r>
              <a:rPr lang="en-US" altLang="ko-KR" dirty="0">
                <a:ea typeface="+mn-lt"/>
                <a:cs typeface="+mn-lt"/>
              </a:rPr>
              <a:t>‘Collect’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 ‘Collect’</a:t>
            </a:r>
            <a:r>
              <a:rPr lang="ko-KR" altLang="en-US" dirty="0">
                <a:ea typeface="+mn-lt"/>
                <a:cs typeface="+mn-lt"/>
              </a:rPr>
              <a:t>가 끝나면 다시 </a:t>
            </a:r>
            <a:r>
              <a:rPr lang="en-US" altLang="ko-KR" dirty="0">
                <a:ea typeface="+mn-lt"/>
                <a:cs typeface="+mn-lt"/>
              </a:rPr>
              <a:t>‘Roam’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r>
              <a:rPr lang="en-US" altLang="ko-KR" dirty="0">
                <a:ea typeface="+mn-lt"/>
                <a:cs typeface="+mn-lt"/>
              </a:rPr>
              <a:t>‘Hit’</a:t>
            </a:r>
            <a:r>
              <a:rPr lang="ko-KR" altLang="en-US" dirty="0">
                <a:ea typeface="+mn-lt"/>
                <a:cs typeface="+mn-lt"/>
              </a:rPr>
              <a:t>이 끝나고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인식 범위 내 플레이어가 없으면 </a:t>
            </a:r>
            <a:r>
              <a:rPr lang="en-US" altLang="ko-KR" dirty="0">
                <a:ea typeface="+mn-lt"/>
                <a:cs typeface="+mn-lt"/>
              </a:rPr>
              <a:t>‘Escape’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</a:t>
            </a:r>
            <a:br>
              <a:rPr lang="en-US" altLang="ko-KR" dirty="0">
                <a:ea typeface="+mn-lt"/>
                <a:cs typeface="+mn-lt"/>
              </a:rPr>
            </a:br>
            <a:r>
              <a:rPr lang="en-US" altLang="ko-KR" dirty="0">
                <a:ea typeface="+mn-lt"/>
                <a:cs typeface="+mn-lt"/>
              </a:rPr>
              <a:t>‘Hit’</a:t>
            </a:r>
            <a:r>
              <a:rPr lang="ko-KR" altLang="en-US" dirty="0">
                <a:ea typeface="+mn-lt"/>
                <a:cs typeface="+mn-lt"/>
              </a:rPr>
              <a:t>이 끝나고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인식 범위 내 플레이어가 있으면 </a:t>
            </a:r>
            <a:r>
              <a:rPr lang="en-US" altLang="ko-KR" dirty="0">
                <a:ea typeface="+mn-lt"/>
                <a:cs typeface="+mn-lt"/>
              </a:rPr>
              <a:t>‘Chase’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endParaRPr lang="en-US" altLang="ko-KR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altLang="ko-KR" b="1" dirty="0">
                <a:ea typeface="+mn-lt"/>
                <a:cs typeface="+mn-lt"/>
              </a:rPr>
              <a:t>[</a:t>
            </a:r>
            <a:r>
              <a:rPr lang="ko-KR" altLang="en-US" b="1" dirty="0">
                <a:ea typeface="+mn-lt"/>
                <a:cs typeface="+mn-lt"/>
              </a:rPr>
              <a:t>몬스터가 수집한 스크랩 개수</a:t>
            </a:r>
            <a:r>
              <a:rPr lang="en-US" altLang="ko-KR" b="1" dirty="0">
                <a:ea typeface="+mn-lt"/>
                <a:cs typeface="+mn-lt"/>
              </a:rPr>
              <a:t>: </a:t>
            </a:r>
            <a:r>
              <a:rPr lang="en-US" altLang="ko-KR" b="1" dirty="0">
                <a:solidFill>
                  <a:srgbClr val="00B050"/>
                </a:solidFill>
                <a:ea typeface="+mn-lt"/>
                <a:cs typeface="+mn-lt"/>
              </a:rPr>
              <a:t>Max</a:t>
            </a:r>
            <a:r>
              <a:rPr lang="ko-KR" altLang="en-US" b="1" dirty="0">
                <a:solidFill>
                  <a:srgbClr val="00B050"/>
                </a:solidFill>
                <a:ea typeface="+mn-lt"/>
                <a:cs typeface="+mn-lt"/>
              </a:rPr>
              <a:t>개</a:t>
            </a:r>
            <a:r>
              <a:rPr lang="en-US" altLang="ko-KR" b="1" dirty="0">
                <a:ea typeface="+mn-lt"/>
                <a:cs typeface="+mn-lt"/>
              </a:rPr>
              <a:t>]</a:t>
            </a:r>
          </a:p>
          <a:p>
            <a:r>
              <a:rPr lang="en-US" altLang="ko-KR" dirty="0">
                <a:ea typeface="+mn-lt"/>
                <a:cs typeface="+mn-lt"/>
              </a:rPr>
              <a:t>‘Roam’</a:t>
            </a:r>
            <a:r>
              <a:rPr lang="ko-KR" altLang="en-US" dirty="0">
                <a:ea typeface="+mn-lt"/>
                <a:cs typeface="+mn-lt"/>
              </a:rPr>
              <a:t>일 때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인식 범위 내 플레이어의 표정이 </a:t>
            </a:r>
            <a:r>
              <a:rPr lang="en-US" altLang="ko-KR" dirty="0">
                <a:ea typeface="+mn-lt"/>
                <a:cs typeface="+mn-lt"/>
              </a:rPr>
              <a:t>Angry</a:t>
            </a:r>
            <a:r>
              <a:rPr lang="ko-KR" altLang="en-US" dirty="0">
                <a:ea typeface="+mn-lt"/>
                <a:cs typeface="+mn-lt"/>
              </a:rPr>
              <a:t>면 </a:t>
            </a:r>
            <a:r>
              <a:rPr lang="en-US" altLang="ko-KR" dirty="0">
                <a:ea typeface="+mn-lt"/>
                <a:cs typeface="+mn-lt"/>
              </a:rPr>
              <a:t>‘Escape’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 </a:t>
            </a:r>
            <a:r>
              <a:rPr lang="ko-KR" altLang="en-US" dirty="0" err="1">
                <a:ea typeface="+mn-lt"/>
                <a:cs typeface="+mn-lt"/>
              </a:rPr>
              <a:t>스탯의</a:t>
            </a:r>
            <a:r>
              <a:rPr lang="ko-KR" altLang="en-US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</a:rPr>
              <a:t>Escape </a:t>
            </a:r>
            <a:r>
              <a:rPr lang="ko-KR" altLang="en-US" dirty="0">
                <a:ea typeface="+mn-lt"/>
                <a:cs typeface="+mn-lt"/>
              </a:rPr>
              <a:t>거리만큼 이동하면 다시 </a:t>
            </a:r>
            <a:r>
              <a:rPr lang="en-US" altLang="ko-KR" dirty="0">
                <a:ea typeface="+mn-lt"/>
                <a:cs typeface="+mn-lt"/>
              </a:rPr>
              <a:t>‘Roam’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r>
              <a:rPr lang="en-US" altLang="ko-KR" dirty="0">
                <a:ea typeface="+mn-lt"/>
                <a:cs typeface="+mn-lt"/>
              </a:rPr>
              <a:t>‘Hit’</a:t>
            </a:r>
            <a:r>
              <a:rPr lang="ko-KR" altLang="en-US" dirty="0">
                <a:ea typeface="+mn-lt"/>
                <a:cs typeface="+mn-lt"/>
              </a:rPr>
              <a:t>이 끝나면</a:t>
            </a:r>
            <a:r>
              <a:rPr lang="en-US" altLang="ko-KR" dirty="0">
                <a:ea typeface="+mn-lt"/>
                <a:cs typeface="+mn-lt"/>
              </a:rPr>
              <a:t>, ‘Escape’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</p:txBody>
      </p:sp>
      <p:sp>
        <p:nvSpPr>
          <p:cNvPr id="5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TRASHCOLLECTOR</a:t>
            </a:r>
          </a:p>
        </p:txBody>
      </p:sp>
      <p:sp>
        <p:nvSpPr>
          <p:cNvPr id="6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0013184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97C8-12D7-ACBE-C5A4-75DBE4566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2240280"/>
            <a:ext cx="10515600" cy="1143000"/>
          </a:xfrm>
        </p:spPr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lang="ko-KR" altLang="en-US" sz="3000" b="1">
                <a:solidFill>
                  <a:srgbClr val="FFFFFF"/>
                </a:solidFill>
                <a:latin typeface="맑은 고딕"/>
                <a:ea typeface="맑은 고딕"/>
              </a:rPr>
              <a:t>몬스터 기획</a:t>
            </a:r>
            <a:br>
              <a:rPr lang="ko-KR" altLang="en-US" dirty="0">
                <a:ea typeface="맑은 고딕"/>
              </a:rPr>
            </a:br>
            <a:r>
              <a:rPr lang="en-US" altLang="ko-KR" sz="3000" b="1" err="1">
                <a:solidFill>
                  <a:srgbClr val="FFFFFF"/>
                </a:solidFill>
                <a:latin typeface="맑은 고딕"/>
                <a:ea typeface="맑은 고딕"/>
              </a:rPr>
              <a:t>EmotionGame</a:t>
            </a:r>
            <a:br>
              <a:rPr lang="en-US" altLang="ko-KR" dirty="0">
                <a:ea typeface="맑은 고딕"/>
              </a:rPr>
            </a:br>
            <a:r>
              <a:rPr lang="en-US" altLang="ko-KR" sz="3000" b="1">
                <a:solidFill>
                  <a:srgbClr val="FFFFFF"/>
                </a:solidFill>
                <a:latin typeface="맑은 고딕"/>
                <a:ea typeface="맑은 고딕"/>
              </a:rPr>
              <a:t>(</a:t>
            </a:r>
            <a:r>
              <a:rPr lang="ko-KR" altLang="en-US" sz="3000" b="1">
                <a:solidFill>
                  <a:srgbClr val="FFFFFF"/>
                </a:solidFill>
                <a:latin typeface="맑은 고딕"/>
                <a:ea typeface="맑은 고딕"/>
              </a:rPr>
              <a:t>감정 가위바위보</a:t>
            </a:r>
            <a:r>
              <a:rPr lang="en-US" altLang="ko-KR" sz="3000" b="1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  <a:endParaRPr lang="ko-KR" altLang="en-US" err="1">
              <a:ea typeface="맑은 고딕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1A4CF-75CA-73D9-FBFB-9F192FB89E8E}"/>
              </a:ext>
            </a:extLst>
          </p:cNvPr>
          <p:cNvSpPr txBox="1"/>
          <p:nvPr/>
        </p:nvSpPr>
        <p:spPr>
          <a:xfrm>
            <a:off x="822960" y="3897572"/>
            <a:ext cx="3657600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US" altLang="ko-KR" sz="1100" b="0">
                <a:solidFill>
                  <a:srgbClr val="9A9FA8"/>
                </a:solidFill>
                <a:latin typeface="맑은 고딕"/>
                <a:ea typeface="맑은 고딕"/>
              </a:rPr>
              <a:t>2026.04.04</a:t>
            </a:r>
          </a:p>
        </p:txBody>
      </p:sp>
      <p:sp>
        <p:nvSpPr>
          <p:cNvPr id="5" name="Unified Section Number"/>
          <p:cNvSpPr txBox="1"/>
          <p:nvPr/>
        </p:nvSpPr>
        <p:spPr>
          <a:xfrm>
            <a:off x="804672" y="132588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E33B4E"/>
                </a:solidFill>
                <a:latin typeface="맑은 고딕"/>
              </a:rPr>
              <a:t>07</a:t>
            </a:r>
          </a:p>
        </p:txBody>
      </p:sp>
      <p:sp>
        <p:nvSpPr>
          <p:cNvPr id="6" name="Unified Divider Accent"/>
          <p:cNvSpPr/>
          <p:nvPr/>
        </p:nvSpPr>
        <p:spPr>
          <a:xfrm>
            <a:off x="804672" y="3502152"/>
            <a:ext cx="1143000" cy="50800"/>
          </a:xfrm>
          <a:prstGeom prst="rect">
            <a:avLst/>
          </a:prstGeom>
          <a:solidFill>
            <a:srgbClr val="E33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Divider Footer"/>
          <p:cNvSpPr txBox="1"/>
          <p:nvPr/>
        </p:nvSpPr>
        <p:spPr>
          <a:xfrm>
            <a:off x="822960" y="61447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77C85"/>
                </a:solidFill>
                <a:latin typeface="맑은 고딕"/>
              </a:rPr>
              <a:t>SPACE ROBBER  ·  GAME DESIGN DOCUMENT</a:t>
            </a:r>
          </a:p>
        </p:txBody>
      </p:sp>
    </p:spTree>
    <p:extLst>
      <p:ext uri="{BB962C8B-B14F-4D97-AF65-F5344CB8AC3E}">
        <p14:creationId xmlns:p14="http://schemas.microsoft.com/office/powerpoint/2010/main" val="21985045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07CB9B4-EFCE-CBE0-F86A-C7EB37CE6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몬스터 사이즈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2ADC950-4FA8-4F3D-CB7F-2CFBBDDDA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400" y="1115568"/>
            <a:ext cx="3416840" cy="5138928"/>
          </a:xfrm>
          <a:prstGeom prst="rect">
            <a:avLst/>
          </a:prstGeom>
        </p:spPr>
      </p:pic>
      <p:sp>
        <p:nvSpPr>
          <p:cNvPr id="8" name="제목 2">
            <a:extLst>
              <a:ext uri="{FF2B5EF4-FFF2-40B4-BE49-F238E27FC236}">
                <a16:creationId xmlns:a16="http://schemas.microsoft.com/office/drawing/2014/main" id="{FC547653-1C13-7DF3-ADD4-8237D7AD00AD}"/>
              </a:ext>
            </a:extLst>
          </p:cNvPr>
          <p:cNvSpPr txBox="1">
            <a:spLocks/>
          </p:cNvSpPr>
          <p:nvPr/>
        </p:nvSpPr>
        <p:spPr>
          <a:xfrm>
            <a:off x="5977239" y="1293093"/>
            <a:ext cx="3651311" cy="51228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0" dirty="0"/>
              <a:t>137, 142, 313</a:t>
            </a:r>
            <a:endParaRPr lang="ko-KR" altLang="en-US" b="0" dirty="0"/>
          </a:p>
        </p:txBody>
      </p:sp>
      <p:sp>
        <p:nvSpPr>
          <p:cNvPr id="9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EMOTIONGAME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(감정 가위바위보)</a:t>
            </a:r>
          </a:p>
        </p:txBody>
      </p:sp>
      <p:sp>
        <p:nvSpPr>
          <p:cNvPr id="10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5044836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821D27-AA96-11D7-2A4F-5F42E5CD5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B8F6189-7C92-C239-D73C-51C27314E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en-US" altLang="ko-KR" sz="2400" b="1">
                <a:solidFill>
                  <a:srgbClr val="16181D"/>
                </a:solidFill>
                <a:latin typeface="맑은 고딕"/>
                <a:ea typeface="맑은 고딕"/>
              </a:rPr>
              <a:t>State,</a:t>
            </a:r>
            <a:br>
              <a:rPr lang="en-US" altLang="ko-KR" dirty="0">
                <a:ea typeface="맑은 고딕"/>
              </a:rPr>
            </a:br>
            <a:r>
              <a:rPr lang="en-US" altLang="ko-KR" sz="2400" b="1">
                <a:solidFill>
                  <a:srgbClr val="16181D"/>
                </a:solidFill>
                <a:latin typeface="맑은 고딕"/>
                <a:ea typeface="맑은 고딕"/>
              </a:rPr>
              <a:t>Stat</a:t>
            </a:r>
            <a:endParaRPr lang="ko-KR" altLang="en-US">
              <a:ea typeface="맑은 고딕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FA18E49-8E88-DB32-6642-9CB3500C8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512611"/>
              </p:ext>
            </p:extLst>
          </p:nvPr>
        </p:nvGraphicFramePr>
        <p:xfrm>
          <a:off x="554026" y="1115568"/>
          <a:ext cx="5876424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3724">
                  <a:extLst>
                    <a:ext uri="{9D8B030D-6E8A-4147-A177-3AD203B41FA5}">
                      <a16:colId xmlns:a16="http://schemas.microsoft.com/office/drawing/2014/main" val="3126723540"/>
                    </a:ext>
                  </a:extLst>
                </a:gridCol>
                <a:gridCol w="3822700">
                  <a:extLst>
                    <a:ext uri="{9D8B030D-6E8A-4147-A177-3AD203B41FA5}">
                      <a16:colId xmlns:a16="http://schemas.microsoft.com/office/drawing/2014/main" val="1756523170"/>
                    </a:ext>
                  </a:extLst>
                </a:gridCol>
              </a:tblGrid>
              <a:tr h="303433">
                <a:tc gridSpan="2"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98677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Idle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대기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다른 상태가 실행되기 전까지 대기한다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2361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Teleport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순간이동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랜덤하게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순간이동한다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751913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Grab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붙잡기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인식한 플레이어의 위치로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순간이동한다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16964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Play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게임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붙잡은 플레이어와 가위바위보 게임을 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90807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Win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승리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몬스터가 플레이어를 이기면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플레이어의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HP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를 감소시킨다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588480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Lose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패배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몬스터가 플레이어에게 지면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플레이어의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HP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를 증가시킨다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 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스탯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승리 보상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HP’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만큼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91894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Draw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무승부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게임이 비겼을 때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44593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Release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놓기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FontTx/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게임이 끝나면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플레이어를 현재 위치에 풀어준다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047824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Disappear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사라지기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몬스터의 패배 횟수가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회가 되면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사라진다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사라진 위치에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‘Scrap Metal’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을 떨어뜨린다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436606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8F33489-AA9A-ED34-AA51-D1330E4A7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174781"/>
              </p:ext>
            </p:extLst>
          </p:nvPr>
        </p:nvGraphicFramePr>
        <p:xfrm>
          <a:off x="7350979" y="1115568"/>
          <a:ext cx="350260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5636">
                  <a:extLst>
                    <a:ext uri="{9D8B030D-6E8A-4147-A177-3AD203B41FA5}">
                      <a16:colId xmlns:a16="http://schemas.microsoft.com/office/drawing/2014/main" val="3126723540"/>
                    </a:ext>
                  </a:extLst>
                </a:gridCol>
                <a:gridCol w="602615">
                  <a:extLst>
                    <a:ext uri="{9D8B030D-6E8A-4147-A177-3AD203B41FA5}">
                      <a16:colId xmlns:a16="http://schemas.microsoft.com/office/drawing/2014/main" val="1756523170"/>
                    </a:ext>
                  </a:extLst>
                </a:gridCol>
                <a:gridCol w="764358">
                  <a:extLst>
                    <a:ext uri="{9D8B030D-6E8A-4147-A177-3AD203B41FA5}">
                      <a16:colId xmlns:a16="http://schemas.microsoft.com/office/drawing/2014/main" val="1821012966"/>
                    </a:ext>
                  </a:extLst>
                </a:gridCol>
              </a:tblGrid>
              <a:tr h="303433">
                <a:tc gridSpan="3"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Stat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2610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스폰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16964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파워 레벨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920612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공격력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8722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패배 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0560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승리 보상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HP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571281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플레이어 인식 거리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(m)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14841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플레이어 인식 높이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805217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C9A7AD99-B3C3-5715-A996-1DBBA2D252D2}"/>
              </a:ext>
            </a:extLst>
          </p:cNvPr>
          <p:cNvGrpSpPr/>
          <p:nvPr/>
        </p:nvGrpSpPr>
        <p:grpSpPr>
          <a:xfrm>
            <a:off x="6897191" y="3429000"/>
            <a:ext cx="3419510" cy="3247448"/>
            <a:chOff x="6897191" y="3007047"/>
            <a:chExt cx="3419510" cy="3247448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54A2377B-88C2-9F4A-1AB6-BA26107E462A}"/>
                </a:ext>
              </a:extLst>
            </p:cNvPr>
            <p:cNvGrpSpPr/>
            <p:nvPr/>
          </p:nvGrpSpPr>
          <p:grpSpPr>
            <a:xfrm>
              <a:off x="8751557" y="6116569"/>
              <a:ext cx="99115" cy="137926"/>
              <a:chOff x="10187795" y="6149675"/>
              <a:chExt cx="119520" cy="1663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2">
                <p14:nvContentPartPr>
                  <p14:cNvPr id="20" name="잉크 19">
                    <a:extLst>
                      <a:ext uri="{FF2B5EF4-FFF2-40B4-BE49-F238E27FC236}">
                        <a16:creationId xmlns:a16="http://schemas.microsoft.com/office/drawing/2014/main" id="{89228C1D-DF05-4BD8-AF9E-1D10C2CE14C3}"/>
                      </a:ext>
                    </a:extLst>
                  </p14:cNvPr>
                  <p14:cNvContentPartPr/>
                  <p14:nvPr/>
                </p14:nvContentPartPr>
                <p14:xfrm>
                  <a:off x="10187795" y="6149675"/>
                  <a:ext cx="119520" cy="166320"/>
                </p14:xfrm>
              </p:contentPart>
            </mc:Choice>
            <mc:Fallback>
              <p:pic>
                <p:nvPicPr>
                  <p:cNvPr id="20" name="잉크 19">
                    <a:extLst>
                      <a:ext uri="{FF2B5EF4-FFF2-40B4-BE49-F238E27FC236}">
                        <a16:creationId xmlns:a16="http://schemas.microsoft.com/office/drawing/2014/main" id="{89228C1D-DF05-4BD8-AF9E-1D10C2CE14C3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0176969" y="6138847"/>
                    <a:ext cx="140739" cy="1875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">
                <p14:nvContentPartPr>
                  <p14:cNvPr id="21" name="잉크 20">
                    <a:extLst>
                      <a:ext uri="{FF2B5EF4-FFF2-40B4-BE49-F238E27FC236}">
                        <a16:creationId xmlns:a16="http://schemas.microsoft.com/office/drawing/2014/main" id="{828DEC62-AAAE-0CC0-5DA8-D95F0167B993}"/>
                      </a:ext>
                    </a:extLst>
                  </p14:cNvPr>
                  <p14:cNvContentPartPr/>
                  <p14:nvPr/>
                </p14:nvContentPartPr>
                <p14:xfrm>
                  <a:off x="10204355" y="6173075"/>
                  <a:ext cx="90360" cy="30960"/>
                </p14:xfrm>
              </p:contentPart>
            </mc:Choice>
            <mc:Fallback>
              <p:pic>
                <p:nvPicPr>
                  <p:cNvPr id="21" name="잉크 20">
                    <a:extLst>
                      <a:ext uri="{FF2B5EF4-FFF2-40B4-BE49-F238E27FC236}">
                        <a16:creationId xmlns:a16="http://schemas.microsoft.com/office/drawing/2014/main" id="{828DEC62-AAAE-0CC0-5DA8-D95F0167B993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0195391" y="6164075"/>
                    <a:ext cx="107930" cy="486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09F085F9-517D-C2A4-78B8-2D554C417063}"/>
                </a:ext>
              </a:extLst>
            </p:cNvPr>
            <p:cNvGrpSpPr/>
            <p:nvPr/>
          </p:nvGrpSpPr>
          <p:grpSpPr>
            <a:xfrm>
              <a:off x="7143502" y="3401976"/>
              <a:ext cx="3173199" cy="2636972"/>
              <a:chOff x="8248703" y="2876250"/>
              <a:chExt cx="3826440" cy="3179825"/>
            </a:xfrm>
          </p:grpSpPr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9FD98C59-2FD0-E66D-64AA-50206B48B172}"/>
                  </a:ext>
                </a:extLst>
              </p:cNvPr>
              <p:cNvGrpSpPr/>
              <p:nvPr/>
            </p:nvGrpSpPr>
            <p:grpSpPr>
              <a:xfrm>
                <a:off x="8987488" y="3197651"/>
                <a:ext cx="2525414" cy="2525414"/>
                <a:chOff x="8845629" y="3256627"/>
                <a:chExt cx="2525414" cy="2525414"/>
              </a:xfrm>
            </p:grpSpPr>
            <p:cxnSp>
              <p:nvCxnSpPr>
                <p:cNvPr id="11" name="직선 연결선 10">
                  <a:extLst>
                    <a:ext uri="{FF2B5EF4-FFF2-40B4-BE49-F238E27FC236}">
                      <a16:creationId xmlns:a16="http://schemas.microsoft.com/office/drawing/2014/main" id="{7EA7FD99-086E-14AC-77FF-941C6E0039DB}"/>
                    </a:ext>
                  </a:extLst>
                </p:cNvPr>
                <p:cNvCxnSpPr/>
                <p:nvPr/>
              </p:nvCxnSpPr>
              <p:spPr>
                <a:xfrm>
                  <a:off x="10106677" y="3262041"/>
                  <a:ext cx="0" cy="252000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직선 연결선 11">
                  <a:extLst>
                    <a:ext uri="{FF2B5EF4-FFF2-40B4-BE49-F238E27FC236}">
                      <a16:creationId xmlns:a16="http://schemas.microsoft.com/office/drawing/2014/main" id="{D6437F01-8B85-9BDF-9B61-246E6BA895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0105629" y="3262041"/>
                  <a:ext cx="0" cy="252000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2A6C5B93-C5F0-7330-9B4C-27FF69843087}"/>
                    </a:ext>
                  </a:extLst>
                </p:cNvPr>
                <p:cNvSpPr/>
                <p:nvPr/>
              </p:nvSpPr>
              <p:spPr>
                <a:xfrm>
                  <a:off x="9740216" y="4156628"/>
                  <a:ext cx="730827" cy="73082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400" b="1"/>
                    <a:t>몬스터</a:t>
                  </a:r>
                </a:p>
              </p:txBody>
            </p:sp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E197BD36-324F-803D-3C4A-A13113D9B5BF}"/>
                    </a:ext>
                  </a:extLst>
                </p:cNvPr>
                <p:cNvSpPr/>
                <p:nvPr/>
              </p:nvSpPr>
              <p:spPr>
                <a:xfrm>
                  <a:off x="8851054" y="3256627"/>
                  <a:ext cx="2519989" cy="2519989"/>
                </a:xfrm>
                <a:prstGeom prst="rect">
                  <a:avLst/>
                </a:prstGeom>
                <a:noFill/>
                <a:ln>
                  <a:solidFill>
                    <a:srgbClr val="FF0000">
                      <a:alpha val="50196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mc:AlternateContent xmlns:mc="http://schemas.openxmlformats.org/markup-compatibility/2006">
            <mc:Choice xmlns:p14="http://schemas.microsoft.com/office/powerpoint/2010/main" Requires="p14">
              <p:contentPart p14:bwMode="auto" r:id="rId6">
                <p14:nvContentPartPr>
                  <p14:cNvPr id="15" name="잉크 14">
                    <a:extLst>
                      <a:ext uri="{FF2B5EF4-FFF2-40B4-BE49-F238E27FC236}">
                        <a16:creationId xmlns:a16="http://schemas.microsoft.com/office/drawing/2014/main" id="{695948E1-3914-DFBD-98D5-54D6FBEDE180}"/>
                      </a:ext>
                    </a:extLst>
                  </p14:cNvPr>
                  <p14:cNvContentPartPr/>
                  <p14:nvPr/>
                </p14:nvContentPartPr>
                <p14:xfrm>
                  <a:off x="8997995" y="5737115"/>
                  <a:ext cx="2520720" cy="318960"/>
                </p14:xfrm>
              </p:contentPart>
            </mc:Choice>
            <mc:Fallback>
              <p:pic>
                <p:nvPicPr>
                  <p:cNvPr id="15" name="잉크 14">
                    <a:extLst>
                      <a:ext uri="{FF2B5EF4-FFF2-40B4-BE49-F238E27FC236}">
                        <a16:creationId xmlns:a16="http://schemas.microsoft.com/office/drawing/2014/main" id="{695948E1-3914-DFBD-98D5-54D6FBEDE180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8987143" y="5726266"/>
                    <a:ext cx="2541990" cy="340224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B82E1A09-7C8E-982E-2785-49F70C11313D}"/>
                  </a:ext>
                </a:extLst>
              </p:cNvPr>
              <p:cNvGrpSpPr/>
              <p:nvPr/>
            </p:nvGrpSpPr>
            <p:grpSpPr>
              <a:xfrm>
                <a:off x="8248703" y="3185850"/>
                <a:ext cx="762120" cy="2538720"/>
                <a:chOff x="8248703" y="3185850"/>
                <a:chExt cx="762120" cy="2538720"/>
              </a:xfrm>
            </p:grpSpPr>
            <mc:AlternateContent xmlns:mc="http://schemas.openxmlformats.org/markup-compatibility/2006">
              <mc:Choice xmlns:p14="http://schemas.microsoft.com/office/powerpoint/2010/main" Requires="p14">
                <p:contentPart p14:bwMode="auto" r:id="rId8">
                  <p14:nvContentPartPr>
                    <p14:cNvPr id="23" name="잉크 22">
                      <a:extLst>
                        <a:ext uri="{FF2B5EF4-FFF2-40B4-BE49-F238E27FC236}">
                          <a16:creationId xmlns:a16="http://schemas.microsoft.com/office/drawing/2014/main" id="{8D8D22B8-0077-4F06-D90F-3019729226A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656943" y="3185850"/>
                    <a:ext cx="353880" cy="2538720"/>
                  </p14:xfrm>
                </p:contentPart>
              </mc:Choice>
              <mc:Fallback>
                <p:pic>
                  <p:nvPicPr>
                    <p:cNvPr id="23" name="잉크 22">
                      <a:extLst>
                        <a:ext uri="{FF2B5EF4-FFF2-40B4-BE49-F238E27FC236}">
                          <a16:creationId xmlns:a16="http://schemas.microsoft.com/office/drawing/2014/main" id="{8D8D22B8-0077-4F06-D90F-3019729226A7}"/>
                        </a:ext>
                      </a:extLst>
                    </p:cNvPr>
                    <p:cNvPicPr/>
                    <p:nvPr/>
                  </p:nvPicPr>
                  <p:blipFill>
                    <a:blip r:embed="rId9"/>
                    <a:stretch>
                      <a:fillRect/>
                    </a:stretch>
                  </p:blipFill>
                  <p:spPr>
                    <a:xfrm>
                      <a:off x="8646535" y="3174999"/>
                      <a:ext cx="375130" cy="2559988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0">
                  <p14:nvContentPartPr>
                    <p14:cNvPr id="24" name="잉크 23">
                      <a:extLst>
                        <a:ext uri="{FF2B5EF4-FFF2-40B4-BE49-F238E27FC236}">
                          <a16:creationId xmlns:a16="http://schemas.microsoft.com/office/drawing/2014/main" id="{71BCA669-1683-A5FE-8474-A43AFB159B5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248703" y="4133730"/>
                    <a:ext cx="173160" cy="332280"/>
                  </p14:xfrm>
                </p:contentPart>
              </mc:Choice>
              <mc:Fallback>
                <p:pic>
                  <p:nvPicPr>
                    <p:cNvPr id="24" name="잉크 23">
                      <a:extLst>
                        <a:ext uri="{FF2B5EF4-FFF2-40B4-BE49-F238E27FC236}">
                          <a16:creationId xmlns:a16="http://schemas.microsoft.com/office/drawing/2014/main" id="{71BCA669-1683-A5FE-8474-A43AFB159B5B}"/>
                        </a:ext>
                      </a:extLst>
                    </p:cNvPr>
                    <p:cNvPicPr/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8237853" y="4122885"/>
                      <a:ext cx="194425" cy="35353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2">
                  <p14:nvContentPartPr>
                    <p14:cNvPr id="25" name="잉크 24">
                      <a:extLst>
                        <a:ext uri="{FF2B5EF4-FFF2-40B4-BE49-F238E27FC236}">
                          <a16:creationId xmlns:a16="http://schemas.microsoft.com/office/drawing/2014/main" id="{139D8099-9E4A-E73D-52B6-1BEC754AFCD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272463" y="4181970"/>
                    <a:ext cx="110160" cy="42480"/>
                  </p14:xfrm>
                </p:contentPart>
              </mc:Choice>
              <mc:Fallback>
                <p:pic>
                  <p:nvPicPr>
                    <p:cNvPr id="25" name="잉크 24">
                      <a:extLst>
                        <a:ext uri="{FF2B5EF4-FFF2-40B4-BE49-F238E27FC236}">
                          <a16:creationId xmlns:a16="http://schemas.microsoft.com/office/drawing/2014/main" id="{139D8099-9E4A-E73D-52B6-1BEC754AFCD3}"/>
                        </a:ext>
                      </a:extLst>
                    </p:cNvPr>
                    <p:cNvPicPr/>
                    <p:nvPr/>
                  </p:nvPicPr>
                  <p:blipFill>
                    <a:blip r:embed="rId13"/>
                    <a:stretch>
                      <a:fillRect/>
                    </a:stretch>
                  </p:blipFill>
                  <p:spPr>
                    <a:xfrm>
                      <a:off x="8261620" y="4171133"/>
                      <a:ext cx="131411" cy="6372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EF1AD025-9B4A-1234-252A-F9AC683C7E10}"/>
                  </a:ext>
                </a:extLst>
              </p:cNvPr>
              <p:cNvGrpSpPr/>
              <p:nvPr/>
            </p:nvGrpSpPr>
            <p:grpSpPr>
              <a:xfrm>
                <a:off x="11605703" y="2876250"/>
                <a:ext cx="469440" cy="318240"/>
                <a:chOff x="11605703" y="2876250"/>
                <a:chExt cx="469440" cy="318240"/>
              </a:xfrm>
            </p:grpSpPr>
            <mc:AlternateContent xmlns:mc="http://schemas.openxmlformats.org/markup-compatibility/2006">
              <mc:Choice xmlns:p14="http://schemas.microsoft.com/office/powerpoint/2010/main" Requires="p14">
                <p:contentPart p14:bwMode="auto" r:id="rId14">
                  <p14:nvContentPartPr>
                    <p14:cNvPr id="27" name="잉크 26">
                      <a:extLst>
                        <a:ext uri="{FF2B5EF4-FFF2-40B4-BE49-F238E27FC236}">
                          <a16:creationId xmlns:a16="http://schemas.microsoft.com/office/drawing/2014/main" id="{DBE651CF-F231-70E5-C41E-8F3AC3EEB97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605703" y="2876250"/>
                    <a:ext cx="110160" cy="286200"/>
                  </p14:xfrm>
                </p:contentPart>
              </mc:Choice>
              <mc:Fallback>
                <p:pic>
                  <p:nvPicPr>
                    <p:cNvPr id="27" name="잉크 26">
                      <a:extLst>
                        <a:ext uri="{FF2B5EF4-FFF2-40B4-BE49-F238E27FC236}">
                          <a16:creationId xmlns:a16="http://schemas.microsoft.com/office/drawing/2014/main" id="{DBE651CF-F231-70E5-C41E-8F3AC3EEB97B}"/>
                        </a:ext>
                      </a:extLst>
                    </p:cNvPr>
                    <p:cNvPicPr/>
                    <p:nvPr/>
                  </p:nvPicPr>
                  <p:blipFill>
                    <a:blip r:embed="rId15"/>
                    <a:stretch>
                      <a:fillRect/>
                    </a:stretch>
                  </p:blipFill>
                  <p:spPr>
                    <a:xfrm>
                      <a:off x="11594860" y="2865409"/>
                      <a:ext cx="131411" cy="307448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6">
                  <p14:nvContentPartPr>
                    <p14:cNvPr id="28" name="잉크 27">
                      <a:extLst>
                        <a:ext uri="{FF2B5EF4-FFF2-40B4-BE49-F238E27FC236}">
                          <a16:creationId xmlns:a16="http://schemas.microsoft.com/office/drawing/2014/main" id="{D255303C-7BEE-9E38-87F7-F14D8928030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728103" y="2933490"/>
                    <a:ext cx="203040" cy="185760"/>
                  </p14:xfrm>
                </p:contentPart>
              </mc:Choice>
              <mc:Fallback>
                <p:pic>
                  <p:nvPicPr>
                    <p:cNvPr id="28" name="잉크 27">
                      <a:extLst>
                        <a:ext uri="{FF2B5EF4-FFF2-40B4-BE49-F238E27FC236}">
                          <a16:creationId xmlns:a16="http://schemas.microsoft.com/office/drawing/2014/main" id="{D255303C-7BEE-9E38-87F7-F14D89280309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11717257" y="2922640"/>
                      <a:ext cx="224298" cy="20702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8">
                  <p14:nvContentPartPr>
                    <p14:cNvPr id="30" name="잉크 29">
                      <a:extLst>
                        <a:ext uri="{FF2B5EF4-FFF2-40B4-BE49-F238E27FC236}">
                          <a16:creationId xmlns:a16="http://schemas.microsoft.com/office/drawing/2014/main" id="{2030E3B1-0337-2DEF-31BD-4C817585287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968223" y="2899290"/>
                    <a:ext cx="106920" cy="295200"/>
                  </p14:xfrm>
                </p:contentPart>
              </mc:Choice>
              <mc:Fallback>
                <p:pic>
                  <p:nvPicPr>
                    <p:cNvPr id="30" name="잉크 29">
                      <a:extLst>
                        <a:ext uri="{FF2B5EF4-FFF2-40B4-BE49-F238E27FC236}">
                          <a16:creationId xmlns:a16="http://schemas.microsoft.com/office/drawing/2014/main" id="{2030E3B1-0337-2DEF-31BD-4C8175852874}"/>
                        </a:ext>
                      </a:extLst>
                    </p:cNvPr>
                    <p:cNvPicPr/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11957401" y="2888453"/>
                      <a:ext cx="128131" cy="316441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101AA0B9-9652-37C7-C212-8B55319FE726}"/>
                </a:ext>
              </a:extLst>
            </p:cNvPr>
            <p:cNvGrpSpPr/>
            <p:nvPr/>
          </p:nvGrpSpPr>
          <p:grpSpPr>
            <a:xfrm>
              <a:off x="6897191" y="3007047"/>
              <a:ext cx="414374" cy="681271"/>
              <a:chOff x="7951705" y="2104749"/>
              <a:chExt cx="499680" cy="8215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20">
                <p14:nvContentPartPr>
                  <p14:cNvPr id="32" name="잉크 31">
                    <a:extLst>
                      <a:ext uri="{FF2B5EF4-FFF2-40B4-BE49-F238E27FC236}">
                        <a16:creationId xmlns:a16="http://schemas.microsoft.com/office/drawing/2014/main" id="{3C754619-5ED5-2023-80D1-64695AD47F32}"/>
                      </a:ext>
                    </a:extLst>
                  </p14:cNvPr>
                  <p14:cNvContentPartPr/>
                  <p14:nvPr/>
                </p14:nvContentPartPr>
                <p14:xfrm>
                  <a:off x="8238265" y="2104749"/>
                  <a:ext cx="213120" cy="319320"/>
                </p14:xfrm>
              </p:contentPart>
            </mc:Choice>
            <mc:Fallback>
              <p:pic>
                <p:nvPicPr>
                  <p:cNvPr id="32" name="잉크 31">
                    <a:extLst>
                      <a:ext uri="{FF2B5EF4-FFF2-40B4-BE49-F238E27FC236}">
                        <a16:creationId xmlns:a16="http://schemas.microsoft.com/office/drawing/2014/main" id="{3C754619-5ED5-2023-80D1-64695AD47F32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8227414" y="2093903"/>
                    <a:ext cx="234389" cy="34057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2">
                <p14:nvContentPartPr>
                  <p14:cNvPr id="33" name="잉크 32">
                    <a:extLst>
                      <a:ext uri="{FF2B5EF4-FFF2-40B4-BE49-F238E27FC236}">
                        <a16:creationId xmlns:a16="http://schemas.microsoft.com/office/drawing/2014/main" id="{6C753CBC-D0A1-6B5E-D71C-9887B27B1C1E}"/>
                      </a:ext>
                    </a:extLst>
                  </p14:cNvPr>
                  <p14:cNvContentPartPr/>
                  <p14:nvPr/>
                </p14:nvContentPartPr>
                <p14:xfrm>
                  <a:off x="7951705" y="2281149"/>
                  <a:ext cx="316800" cy="645120"/>
                </p14:xfrm>
              </p:contentPart>
            </mc:Choice>
            <mc:Fallback>
              <p:pic>
                <p:nvPicPr>
                  <p:cNvPr id="33" name="잉크 32">
                    <a:extLst>
                      <a:ext uri="{FF2B5EF4-FFF2-40B4-BE49-F238E27FC236}">
                        <a16:creationId xmlns:a16="http://schemas.microsoft.com/office/drawing/2014/main" id="{6C753CBC-D0A1-6B5E-D71C-9887B27B1C1E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7940856" y="2270303"/>
                    <a:ext cx="338065" cy="666378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36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EMOTIONGAME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(감정 가위바위보)</a:t>
            </a:r>
          </a:p>
        </p:txBody>
      </p:sp>
      <p:sp>
        <p:nvSpPr>
          <p:cNvPr id="37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26487830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1CA971-E8CA-E8D3-58BF-1B1C0621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17E5282-4EC3-8FEB-BF71-BE9856BD5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  <a:ea typeface="맑은 고딕"/>
              </a:rPr>
              <a:t>FSM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ABCE3C4-B09B-6C3E-7F1E-B17BB9EA5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850" y="1115568"/>
            <a:ext cx="8537250" cy="5138928"/>
          </a:xfrm>
          <a:prstGeom prst="rect">
            <a:avLst/>
          </a:prstGeom>
        </p:spPr>
      </p:pic>
      <p:sp>
        <p:nvSpPr>
          <p:cNvPr id="12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EMOTIONGAME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(감정 가위바위보)</a:t>
            </a:r>
          </a:p>
        </p:txBody>
      </p:sp>
      <p:sp>
        <p:nvSpPr>
          <p:cNvPr id="13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35274461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6403A87-F891-1EAB-B191-166550458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설명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D27661-6347-E06A-1C78-937786248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6396" y="1115568"/>
            <a:ext cx="8356158" cy="4007106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>
                <a:ea typeface="+mn-lt"/>
                <a:cs typeface="+mn-lt"/>
              </a:rPr>
              <a:t>‘Teleport’</a:t>
            </a:r>
            <a:r>
              <a:rPr lang="ko-KR" altLang="en-US" dirty="0">
                <a:ea typeface="+mn-lt"/>
                <a:cs typeface="+mn-lt"/>
              </a:rPr>
              <a:t>가 끝나면 </a:t>
            </a:r>
            <a:r>
              <a:rPr lang="en-US" altLang="ko-KR" dirty="0">
                <a:ea typeface="+mn-lt"/>
                <a:cs typeface="+mn-lt"/>
              </a:rPr>
              <a:t>‘Idle’</a:t>
            </a:r>
            <a:r>
              <a:rPr lang="ko-KR" altLang="en-US" dirty="0">
                <a:ea typeface="+mn-lt"/>
                <a:cs typeface="+mn-lt"/>
              </a:rPr>
              <a:t>이 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r>
              <a:rPr lang="en-US" altLang="ko-KR" dirty="0">
                <a:ea typeface="+mn-lt"/>
                <a:cs typeface="+mn-lt"/>
              </a:rPr>
              <a:t>‘Idle’</a:t>
            </a:r>
            <a:r>
              <a:rPr lang="ko-KR" altLang="en-US" dirty="0">
                <a:ea typeface="+mn-lt"/>
                <a:cs typeface="+mn-lt"/>
              </a:rPr>
              <a:t>에서 인식 범위 내에 플레이어 없이 </a:t>
            </a:r>
            <a:r>
              <a:rPr lang="en-US" altLang="ko-KR" dirty="0">
                <a:ea typeface="+mn-lt"/>
                <a:cs typeface="+mn-lt"/>
              </a:rPr>
              <a:t>*15</a:t>
            </a:r>
            <a:r>
              <a:rPr lang="ko-KR" altLang="en-US" dirty="0">
                <a:ea typeface="+mn-lt"/>
                <a:cs typeface="+mn-lt"/>
              </a:rPr>
              <a:t>초</a:t>
            </a:r>
            <a:r>
              <a:rPr lang="en-US" altLang="ko-KR" dirty="0">
                <a:ea typeface="+mn-lt"/>
                <a:cs typeface="+mn-lt"/>
              </a:rPr>
              <a:t>*</a:t>
            </a:r>
            <a:r>
              <a:rPr lang="ko-KR" altLang="en-US" dirty="0">
                <a:ea typeface="+mn-lt"/>
                <a:cs typeface="+mn-lt"/>
              </a:rPr>
              <a:t>가 지나면 </a:t>
            </a:r>
            <a:r>
              <a:rPr lang="en-US" altLang="ko-KR" dirty="0">
                <a:ea typeface="+mn-lt"/>
                <a:cs typeface="+mn-lt"/>
              </a:rPr>
              <a:t>‘Teleport’</a:t>
            </a:r>
            <a:r>
              <a:rPr lang="ko-KR" altLang="en-US" dirty="0">
                <a:ea typeface="+mn-lt"/>
                <a:cs typeface="+mn-lt"/>
              </a:rPr>
              <a:t>로 </a:t>
            </a:r>
            <a:r>
              <a:rPr lang="ko-KR" altLang="en-US" dirty="0" err="1">
                <a:ea typeface="+mn-lt"/>
                <a:cs typeface="+mn-lt"/>
              </a:rPr>
              <a:t>순간이동한다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r>
              <a:rPr lang="en-US" altLang="ko-KR" dirty="0">
                <a:ea typeface="+mn-lt"/>
                <a:cs typeface="+mn-lt"/>
              </a:rPr>
              <a:t>‘Idle’</a:t>
            </a:r>
            <a:r>
              <a:rPr lang="ko-KR" altLang="en-US" dirty="0">
                <a:ea typeface="+mn-lt"/>
                <a:cs typeface="+mn-lt"/>
              </a:rPr>
              <a:t>에서 인식 범위 내에 플레이어가 있다면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인식한 플레이어의 위치로 </a:t>
            </a:r>
            <a:r>
              <a:rPr lang="ko-KR" altLang="en-US" dirty="0" err="1">
                <a:ea typeface="+mn-lt"/>
                <a:cs typeface="+mn-lt"/>
              </a:rPr>
              <a:t>순간이동하여</a:t>
            </a:r>
            <a:r>
              <a:rPr lang="ko-KR" altLang="en-US" dirty="0">
                <a:ea typeface="+mn-lt"/>
                <a:cs typeface="+mn-lt"/>
              </a:rPr>
              <a:t> 플레이어를 붙잡는 </a:t>
            </a:r>
            <a:r>
              <a:rPr lang="en-US" altLang="ko-KR" dirty="0">
                <a:ea typeface="+mn-lt"/>
                <a:cs typeface="+mn-lt"/>
              </a:rPr>
              <a:t>‘Grab’</a:t>
            </a:r>
            <a:r>
              <a:rPr lang="ko-KR" altLang="en-US" dirty="0">
                <a:ea typeface="+mn-lt"/>
                <a:cs typeface="+mn-lt"/>
              </a:rPr>
              <a:t>이 된다</a:t>
            </a:r>
            <a:r>
              <a:rPr lang="en-US" altLang="ko-KR" dirty="0">
                <a:ea typeface="+mn-lt"/>
                <a:cs typeface="+mn-lt"/>
              </a:rPr>
              <a:t>. </a:t>
            </a:r>
            <a:r>
              <a:rPr lang="ko-KR" altLang="en-US" dirty="0">
                <a:ea typeface="+mn-lt"/>
                <a:cs typeface="+mn-lt"/>
              </a:rPr>
              <a:t>동시에 여러 플레이어를 인식한다면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그 중 </a:t>
            </a:r>
            <a:r>
              <a:rPr lang="ko-KR" altLang="en-US" dirty="0" err="1">
                <a:ea typeface="+mn-lt"/>
                <a:cs typeface="+mn-lt"/>
              </a:rPr>
              <a:t>랜덤한</a:t>
            </a:r>
            <a:r>
              <a:rPr lang="ko-KR" altLang="en-US" dirty="0">
                <a:ea typeface="+mn-lt"/>
                <a:cs typeface="+mn-lt"/>
              </a:rPr>
              <a:t> 플레이어에게 이동한다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r>
              <a:rPr lang="en-US" altLang="ko-KR" dirty="0">
                <a:ea typeface="+mn-lt"/>
                <a:cs typeface="+mn-lt"/>
              </a:rPr>
              <a:t>‘Play’</a:t>
            </a:r>
            <a:r>
              <a:rPr lang="ko-KR" altLang="en-US" dirty="0">
                <a:ea typeface="+mn-lt"/>
                <a:cs typeface="+mn-lt"/>
              </a:rPr>
              <a:t>가 되면 플레이어와 감정 가위바위보를 한다</a:t>
            </a:r>
            <a:r>
              <a:rPr lang="en-US" altLang="ko-KR" dirty="0">
                <a:ea typeface="+mn-lt"/>
                <a:cs typeface="+mn-lt"/>
              </a:rPr>
              <a:t>. </a:t>
            </a:r>
            <a:r>
              <a:rPr lang="ko-KR" altLang="en-US" dirty="0">
                <a:ea typeface="+mn-lt"/>
                <a:cs typeface="+mn-lt"/>
              </a:rPr>
              <a:t>몬스터가 승리하면 </a:t>
            </a:r>
            <a:r>
              <a:rPr lang="en-US" altLang="ko-KR" dirty="0">
                <a:ea typeface="+mn-lt"/>
                <a:cs typeface="+mn-lt"/>
              </a:rPr>
              <a:t>‘Win’</a:t>
            </a:r>
            <a:r>
              <a:rPr lang="ko-KR" altLang="en-US" dirty="0">
                <a:ea typeface="+mn-lt"/>
                <a:cs typeface="+mn-lt"/>
              </a:rPr>
              <a:t>이 되고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플레이어의 </a:t>
            </a:r>
            <a:r>
              <a:rPr lang="en-US" altLang="ko-KR" dirty="0">
                <a:ea typeface="+mn-lt"/>
                <a:cs typeface="+mn-lt"/>
              </a:rPr>
              <a:t>HP</a:t>
            </a:r>
            <a:r>
              <a:rPr lang="ko-KR" altLang="en-US" dirty="0">
                <a:ea typeface="+mn-lt"/>
                <a:cs typeface="+mn-lt"/>
              </a:rPr>
              <a:t>를 감소시킨다</a:t>
            </a:r>
            <a:r>
              <a:rPr lang="en-US" altLang="ko-KR" dirty="0">
                <a:ea typeface="+mn-lt"/>
                <a:cs typeface="+mn-lt"/>
              </a:rPr>
              <a:t>. </a:t>
            </a:r>
            <a:r>
              <a:rPr lang="ko-KR" altLang="en-US" dirty="0">
                <a:ea typeface="+mn-lt"/>
                <a:cs typeface="+mn-lt"/>
              </a:rPr>
              <a:t>몬스터가 패배하면 </a:t>
            </a:r>
            <a:r>
              <a:rPr lang="en-US" altLang="ko-KR" dirty="0">
                <a:ea typeface="+mn-lt"/>
                <a:cs typeface="+mn-lt"/>
              </a:rPr>
              <a:t>‘Lose’</a:t>
            </a:r>
            <a:r>
              <a:rPr lang="ko-KR" altLang="en-US" dirty="0">
                <a:ea typeface="+mn-lt"/>
                <a:cs typeface="+mn-lt"/>
              </a:rPr>
              <a:t>가 되고</a:t>
            </a:r>
            <a:r>
              <a:rPr lang="en-US" altLang="ko-KR" dirty="0">
                <a:ea typeface="+mn-lt"/>
                <a:cs typeface="+mn-lt"/>
              </a:rPr>
              <a:t>,</a:t>
            </a:r>
            <a:r>
              <a:rPr lang="ko-KR" altLang="en-US" dirty="0">
                <a:ea typeface="+mn-lt"/>
                <a:cs typeface="+mn-lt"/>
              </a:rPr>
              <a:t> 플레이어에게 </a:t>
            </a:r>
            <a:r>
              <a:rPr lang="ko-KR" altLang="en-US" dirty="0" err="1">
                <a:ea typeface="+mn-lt"/>
                <a:cs typeface="+mn-lt"/>
              </a:rPr>
              <a:t>스탯의</a:t>
            </a:r>
            <a:r>
              <a:rPr lang="ko-KR" altLang="en-US" dirty="0">
                <a:ea typeface="+mn-lt"/>
                <a:cs typeface="+mn-lt"/>
              </a:rPr>
              <a:t> 승리 보상 </a:t>
            </a:r>
            <a:r>
              <a:rPr lang="en-US" altLang="ko-KR" dirty="0">
                <a:ea typeface="+mn-lt"/>
                <a:cs typeface="+mn-lt"/>
              </a:rPr>
              <a:t>HP </a:t>
            </a:r>
            <a:r>
              <a:rPr lang="ko-KR" altLang="en-US" dirty="0">
                <a:ea typeface="+mn-lt"/>
                <a:cs typeface="+mn-lt"/>
              </a:rPr>
              <a:t>만큼의 </a:t>
            </a:r>
            <a:r>
              <a:rPr lang="en-US" altLang="ko-KR" dirty="0">
                <a:ea typeface="+mn-lt"/>
                <a:cs typeface="+mn-lt"/>
              </a:rPr>
              <a:t>HP</a:t>
            </a:r>
            <a:r>
              <a:rPr lang="ko-KR" altLang="en-US" dirty="0">
                <a:ea typeface="+mn-lt"/>
                <a:cs typeface="+mn-lt"/>
              </a:rPr>
              <a:t>를 보상으로 제공한다</a:t>
            </a:r>
            <a:r>
              <a:rPr lang="en-US" altLang="ko-KR" dirty="0">
                <a:ea typeface="+mn-lt"/>
                <a:cs typeface="+mn-lt"/>
              </a:rPr>
              <a:t>. </a:t>
            </a:r>
            <a:r>
              <a:rPr lang="ko-KR" altLang="en-US" dirty="0">
                <a:ea typeface="+mn-lt"/>
                <a:cs typeface="+mn-lt"/>
              </a:rPr>
              <a:t>게임이 비기면</a:t>
            </a:r>
            <a:r>
              <a:rPr lang="en-US" altLang="ko-KR" dirty="0">
                <a:ea typeface="+mn-lt"/>
                <a:cs typeface="+mn-lt"/>
              </a:rPr>
              <a:t> ‘Draw’</a:t>
            </a:r>
            <a:r>
              <a:rPr lang="ko-KR" altLang="en-US" dirty="0">
                <a:ea typeface="+mn-lt"/>
                <a:cs typeface="+mn-lt"/>
              </a:rPr>
              <a:t>가 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r>
              <a:rPr lang="ko-KR" altLang="en-US" dirty="0">
                <a:ea typeface="+mn-lt"/>
                <a:cs typeface="+mn-lt"/>
              </a:rPr>
              <a:t>가위바위보가 끝나면 붙잡은 위치에 플레이어를 </a:t>
            </a:r>
            <a:r>
              <a:rPr lang="en-US" altLang="ko-KR" dirty="0">
                <a:ea typeface="+mn-lt"/>
                <a:cs typeface="+mn-lt"/>
              </a:rPr>
              <a:t>‘Release’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r>
              <a:rPr lang="ko-KR" altLang="en-US" dirty="0">
                <a:ea typeface="+mn-lt"/>
                <a:cs typeface="+mn-lt"/>
              </a:rPr>
              <a:t>몬스터의 패배 횟수가 </a:t>
            </a:r>
            <a:r>
              <a:rPr lang="en-US" altLang="ko-KR" dirty="0">
                <a:ea typeface="+mn-lt"/>
                <a:cs typeface="+mn-lt"/>
              </a:rPr>
              <a:t>3</a:t>
            </a:r>
            <a:r>
              <a:rPr lang="ko-KR" altLang="en-US" dirty="0">
                <a:ea typeface="+mn-lt"/>
                <a:cs typeface="+mn-lt"/>
              </a:rPr>
              <a:t>회 미만이면</a:t>
            </a:r>
            <a:r>
              <a:rPr lang="en-US" altLang="ko-KR" dirty="0">
                <a:ea typeface="+mn-lt"/>
                <a:cs typeface="+mn-lt"/>
              </a:rPr>
              <a:t>, ‘Teleport’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r>
              <a:rPr lang="ko-KR" altLang="en-US" dirty="0">
                <a:ea typeface="+mn-lt"/>
                <a:cs typeface="+mn-lt"/>
              </a:rPr>
              <a:t>몬스터의 패배 횟수가 </a:t>
            </a:r>
            <a:r>
              <a:rPr lang="en-US" altLang="ko-KR" dirty="0">
                <a:ea typeface="+mn-lt"/>
                <a:cs typeface="+mn-lt"/>
              </a:rPr>
              <a:t>3</a:t>
            </a:r>
            <a:r>
              <a:rPr lang="ko-KR" altLang="en-US" dirty="0">
                <a:ea typeface="+mn-lt"/>
                <a:cs typeface="+mn-lt"/>
              </a:rPr>
              <a:t>회가 되면</a:t>
            </a:r>
            <a:r>
              <a:rPr lang="en-US" altLang="ko-KR" dirty="0">
                <a:ea typeface="+mn-lt"/>
                <a:cs typeface="+mn-lt"/>
              </a:rPr>
              <a:t>, ‘Disappear’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 </a:t>
            </a:r>
            <a:r>
              <a:rPr lang="ko-KR" altLang="en-US" dirty="0">
                <a:ea typeface="+mn-lt"/>
                <a:cs typeface="+mn-lt"/>
              </a:rPr>
              <a:t>사라진 위치에 스크랩 </a:t>
            </a:r>
            <a:r>
              <a:rPr lang="en-US" altLang="ko-KR" dirty="0">
                <a:ea typeface="+mn-lt"/>
                <a:cs typeface="+mn-lt"/>
              </a:rPr>
              <a:t>‘Scrap Metal’</a:t>
            </a:r>
            <a:r>
              <a:rPr lang="ko-KR" altLang="en-US" dirty="0">
                <a:ea typeface="+mn-lt"/>
                <a:cs typeface="+mn-lt"/>
              </a:rPr>
              <a:t>을 떨어뜨린다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endParaRPr lang="en-US" altLang="ko-KR" dirty="0">
              <a:ea typeface="+mn-lt"/>
              <a:cs typeface="+mn-lt"/>
            </a:endParaRPr>
          </a:p>
          <a:p>
            <a:r>
              <a:rPr lang="ko-KR" altLang="en-US" b="1" dirty="0">
                <a:ea typeface="+mn-lt"/>
                <a:cs typeface="+mn-lt"/>
              </a:rPr>
              <a:t>감정 가위바위보</a:t>
            </a:r>
            <a:r>
              <a:rPr lang="en-US" altLang="ko-KR" b="1" dirty="0">
                <a:ea typeface="+mn-lt"/>
                <a:cs typeface="+mn-lt"/>
              </a:rPr>
              <a:t>:</a:t>
            </a:r>
            <a:br>
              <a:rPr lang="en-US" altLang="ko-KR" dirty="0">
                <a:ea typeface="+mn-lt"/>
                <a:cs typeface="+mn-lt"/>
              </a:rPr>
            </a:br>
            <a:r>
              <a:rPr lang="ko-KR" altLang="en-US" dirty="0">
                <a:ea typeface="+mn-lt"/>
                <a:cs typeface="+mn-lt"/>
              </a:rPr>
              <a:t>플레이어는 세 가지 중 한 가지 표정을 짓는다</a:t>
            </a:r>
            <a:r>
              <a:rPr lang="en-US" altLang="ko-KR" dirty="0">
                <a:ea typeface="+mn-lt"/>
                <a:cs typeface="+mn-lt"/>
              </a:rPr>
              <a:t>.</a:t>
            </a:r>
            <a:br>
              <a:rPr lang="en-US" altLang="ko-KR" dirty="0">
                <a:ea typeface="+mn-lt"/>
                <a:cs typeface="+mn-lt"/>
              </a:rPr>
            </a:br>
            <a:r>
              <a:rPr lang="ko-KR" altLang="en-US" dirty="0">
                <a:ea typeface="+mn-lt"/>
                <a:cs typeface="+mn-lt"/>
              </a:rPr>
              <a:t>몬스터는 세 가지 중 한 가지 표정을 제시한다</a:t>
            </a:r>
            <a:r>
              <a:rPr lang="en-US" altLang="ko-KR" dirty="0">
                <a:ea typeface="+mn-lt"/>
                <a:cs typeface="+mn-lt"/>
              </a:rPr>
              <a:t>.</a:t>
            </a:r>
            <a:br>
              <a:rPr lang="en-US" altLang="ko-KR" dirty="0">
                <a:ea typeface="+mn-lt"/>
                <a:cs typeface="+mn-lt"/>
              </a:rPr>
            </a:br>
            <a:r>
              <a:rPr lang="ko-KR" altLang="en-US" dirty="0">
                <a:ea typeface="+mn-lt"/>
                <a:cs typeface="+mn-lt"/>
              </a:rPr>
              <a:t>서로의 표정 비교하여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상성에 따라 승부를 결정한다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F7E2498-7891-3514-7CE1-42B3FA356BC3}"/>
              </a:ext>
            </a:extLst>
          </p:cNvPr>
          <p:cNvGrpSpPr/>
          <p:nvPr/>
        </p:nvGrpSpPr>
        <p:grpSpPr>
          <a:xfrm>
            <a:off x="6717159" y="4381567"/>
            <a:ext cx="3364093" cy="1872925"/>
            <a:chOff x="7641600" y="4381902"/>
            <a:chExt cx="4233460" cy="2356937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582F2C33-5FFC-8BF8-D099-AD59B9C8F64A}"/>
                </a:ext>
              </a:extLst>
            </p:cNvPr>
            <p:cNvGrpSpPr/>
            <p:nvPr/>
          </p:nvGrpSpPr>
          <p:grpSpPr>
            <a:xfrm>
              <a:off x="7641600" y="4381902"/>
              <a:ext cx="4095000" cy="2356937"/>
              <a:chOff x="7641600" y="4381902"/>
              <a:chExt cx="4095000" cy="2356937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0A478E5A-58A0-0A3C-68A5-2F3B66C58197}"/>
                  </a:ext>
                </a:extLst>
              </p:cNvPr>
              <p:cNvGrpSpPr/>
              <p:nvPr/>
            </p:nvGrpSpPr>
            <p:grpSpPr>
              <a:xfrm>
                <a:off x="8059119" y="4381902"/>
                <a:ext cx="3549112" cy="2356937"/>
                <a:chOff x="8694549" y="4828971"/>
                <a:chExt cx="2743200" cy="1821738"/>
              </a:xfrm>
            </p:grpSpPr>
            <p:pic>
              <p:nvPicPr>
                <p:cNvPr id="7" name="그림 6">
                  <a:extLst>
                    <a:ext uri="{FF2B5EF4-FFF2-40B4-BE49-F238E27FC236}">
                      <a16:creationId xmlns:a16="http://schemas.microsoft.com/office/drawing/2014/main" id="{F76CC243-CD8A-07A6-20C5-319E455442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8694549" y="4828971"/>
                  <a:ext cx="2638793" cy="1457528"/>
                </a:xfrm>
                <a:prstGeom prst="rect">
                  <a:avLst/>
                </a:prstGeom>
              </p:spPr>
            </p:pic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D0E434F-E4A6-24F7-3001-954E35152D41}"/>
                    </a:ext>
                  </a:extLst>
                </p:cNvPr>
                <p:cNvSpPr txBox="1"/>
                <p:nvPr/>
              </p:nvSpPr>
              <p:spPr>
                <a:xfrm>
                  <a:off x="8694549" y="6279234"/>
                  <a:ext cx="2743200" cy="3714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/>
                    <a:t>:</a:t>
                  </a:r>
                  <a:r>
                    <a:rPr lang="ko-KR" altLang="en-US"/>
                    <a:t> 감정 </a:t>
                  </a:r>
                  <a:r>
                    <a:rPr lang="ko-KR" altLang="en-US" err="1"/>
                    <a:t>상성표</a:t>
                  </a:r>
                  <a:endParaRPr lang="ko-KR" altLang="en-US"/>
                </a:p>
              </p:txBody>
            </p:sp>
          </p:grp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C81E4133-FE9B-BA53-04AF-72AAA77455BC}"/>
                  </a:ext>
                </a:extLst>
              </p:cNvPr>
              <p:cNvGrpSpPr/>
              <p:nvPr/>
            </p:nvGrpSpPr>
            <p:grpSpPr>
              <a:xfrm>
                <a:off x="10179240" y="4463820"/>
                <a:ext cx="468360" cy="528840"/>
                <a:chOff x="10179240" y="4463820"/>
                <a:chExt cx="468360" cy="528840"/>
              </a:xfrm>
            </p:grpSpPr>
            <mc:AlternateContent xmlns:mc="http://schemas.openxmlformats.org/markup-compatibility/2006">
              <mc:Choice xmlns:p14="http://schemas.microsoft.com/office/powerpoint/2010/main" Requires="p14">
                <p:contentPart p14:bwMode="auto" r:id="rId3">
                  <p14:nvContentPartPr>
                    <p14:cNvPr id="11" name="잉크 10">
                      <a:extLst>
                        <a:ext uri="{FF2B5EF4-FFF2-40B4-BE49-F238E27FC236}">
                          <a16:creationId xmlns:a16="http://schemas.microsoft.com/office/drawing/2014/main" id="{3EA2AD48-6A5E-830A-C060-378B8F3C1B4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179240" y="4463820"/>
                    <a:ext cx="468360" cy="528840"/>
                  </p14:xfrm>
                </p:contentPart>
              </mc:Choice>
              <mc:Fallback>
                <p:pic>
                  <p:nvPicPr>
                    <p:cNvPr id="11" name="잉크 10">
                      <a:extLst>
                        <a:ext uri="{FF2B5EF4-FFF2-40B4-BE49-F238E27FC236}">
                          <a16:creationId xmlns:a16="http://schemas.microsoft.com/office/drawing/2014/main" id="{3EA2AD48-6A5E-830A-C060-378B8F3C1B4B}"/>
                        </a:ext>
                      </a:extLst>
                    </p:cNvPr>
                    <p:cNvPicPr/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10167916" y="4452501"/>
                      <a:ext cx="490555" cy="55102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5">
                  <p14:nvContentPartPr>
                    <p14:cNvPr id="12" name="잉크 11">
                      <a:extLst>
                        <a:ext uri="{FF2B5EF4-FFF2-40B4-BE49-F238E27FC236}">
                          <a16:creationId xmlns:a16="http://schemas.microsoft.com/office/drawing/2014/main" id="{9C1F23A3-1D33-B7C3-378A-29ECCC9745E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325040" y="4708980"/>
                    <a:ext cx="360" cy="360"/>
                  </p14:xfrm>
                </p:contentPart>
              </mc:Choice>
              <mc:Fallback>
                <p:pic>
                  <p:nvPicPr>
                    <p:cNvPr id="12" name="잉크 11">
                      <a:extLst>
                        <a:ext uri="{FF2B5EF4-FFF2-40B4-BE49-F238E27FC236}">
                          <a16:creationId xmlns:a16="http://schemas.microsoft.com/office/drawing/2014/main" id="{9C1F23A3-1D33-B7C3-378A-29ECCC9745EA}"/>
                        </a:ext>
                      </a:extLst>
                    </p:cNvPr>
                    <p:cNvPicPr/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10316040" y="4699980"/>
                      <a:ext cx="18000" cy="18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7">
                  <p14:nvContentPartPr>
                    <p14:cNvPr id="13" name="잉크 12">
                      <a:extLst>
                        <a:ext uri="{FF2B5EF4-FFF2-40B4-BE49-F238E27FC236}">
                          <a16:creationId xmlns:a16="http://schemas.microsoft.com/office/drawing/2014/main" id="{BCC110D0-966F-B301-938D-F7457EB81F1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439160" y="4670820"/>
                    <a:ext cx="360" cy="360"/>
                  </p14:xfrm>
                </p:contentPart>
              </mc:Choice>
              <mc:Fallback>
                <p:pic>
                  <p:nvPicPr>
                    <p:cNvPr id="13" name="잉크 12">
                      <a:extLst>
                        <a:ext uri="{FF2B5EF4-FFF2-40B4-BE49-F238E27FC236}">
                          <a16:creationId xmlns:a16="http://schemas.microsoft.com/office/drawing/2014/main" id="{BCC110D0-966F-B301-938D-F7457EB81F14}"/>
                        </a:ext>
                      </a:extLst>
                    </p:cNvPr>
                    <p:cNvPicPr/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10430160" y="4661820"/>
                      <a:ext cx="18000" cy="18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8">
                  <p14:nvContentPartPr>
                    <p14:cNvPr id="14" name="잉크 13">
                      <a:extLst>
                        <a:ext uri="{FF2B5EF4-FFF2-40B4-BE49-F238E27FC236}">
                          <a16:creationId xmlns:a16="http://schemas.microsoft.com/office/drawing/2014/main" id="{DC914AE4-B813-BEB2-7BDC-0194437EA10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347720" y="4740660"/>
                    <a:ext cx="138240" cy="90000"/>
                  </p14:xfrm>
                </p:contentPart>
              </mc:Choice>
              <mc:Fallback>
                <p:pic>
                  <p:nvPicPr>
                    <p:cNvPr id="14" name="잉크 13">
                      <a:extLst>
                        <a:ext uri="{FF2B5EF4-FFF2-40B4-BE49-F238E27FC236}">
                          <a16:creationId xmlns:a16="http://schemas.microsoft.com/office/drawing/2014/main" id="{DC914AE4-B813-BEB2-7BDC-0194437EA102}"/>
                        </a:ext>
                      </a:extLst>
                    </p:cNvPr>
                    <p:cNvPicPr/>
                    <p:nvPr/>
                  </p:nvPicPr>
                  <p:blipFill>
                    <a:blip r:embed="rId9"/>
                    <a:stretch>
                      <a:fillRect/>
                    </a:stretch>
                  </p:blipFill>
                  <p:spPr>
                    <a:xfrm>
                      <a:off x="10336426" y="4729353"/>
                      <a:ext cx="160376" cy="112161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0D865779-75AC-FAA6-2686-F01479525F1C}"/>
                  </a:ext>
                </a:extLst>
              </p:cNvPr>
              <p:cNvGrpSpPr/>
              <p:nvPr/>
            </p:nvGrpSpPr>
            <p:grpSpPr>
              <a:xfrm>
                <a:off x="7641600" y="5462820"/>
                <a:ext cx="534960" cy="610560"/>
                <a:chOff x="7641600" y="5462820"/>
                <a:chExt cx="534960" cy="610560"/>
              </a:xfrm>
            </p:grpSpPr>
            <mc:AlternateContent xmlns:mc="http://schemas.openxmlformats.org/markup-compatibility/2006">
              <mc:Choice xmlns:p14="http://schemas.microsoft.com/office/powerpoint/2010/main" Requires="p14">
                <p:contentPart p14:bwMode="auto" r:id="rId10">
                  <p14:nvContentPartPr>
                    <p14:cNvPr id="16" name="잉크 15">
                      <a:extLst>
                        <a:ext uri="{FF2B5EF4-FFF2-40B4-BE49-F238E27FC236}">
                          <a16:creationId xmlns:a16="http://schemas.microsoft.com/office/drawing/2014/main" id="{543F3B5E-22E8-5AA7-66BB-3C2BF3BBB81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641600" y="5462820"/>
                    <a:ext cx="534960" cy="610560"/>
                  </p14:xfrm>
                </p:contentPart>
              </mc:Choice>
              <mc:Fallback>
                <p:pic>
                  <p:nvPicPr>
                    <p:cNvPr id="16" name="잉크 15">
                      <a:extLst>
                        <a:ext uri="{FF2B5EF4-FFF2-40B4-BE49-F238E27FC236}">
                          <a16:creationId xmlns:a16="http://schemas.microsoft.com/office/drawing/2014/main" id="{543F3B5E-22E8-5AA7-66BB-3C2BF3BBB811}"/>
                        </a:ext>
                      </a:extLst>
                    </p:cNvPr>
                    <p:cNvPicPr/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7630276" y="5451497"/>
                      <a:ext cx="557156" cy="63275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2">
                  <p14:nvContentPartPr>
                    <p14:cNvPr id="17" name="잉크 16">
                      <a:extLst>
                        <a:ext uri="{FF2B5EF4-FFF2-40B4-BE49-F238E27FC236}">
                          <a16:creationId xmlns:a16="http://schemas.microsoft.com/office/drawing/2014/main" id="{F541A8B3-0C85-38B7-8BAD-61EB97EB156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810080" y="5760540"/>
                    <a:ext cx="360" cy="360"/>
                  </p14:xfrm>
                </p:contentPart>
              </mc:Choice>
              <mc:Fallback>
                <p:pic>
                  <p:nvPicPr>
                    <p:cNvPr id="17" name="잉크 16">
                      <a:extLst>
                        <a:ext uri="{FF2B5EF4-FFF2-40B4-BE49-F238E27FC236}">
                          <a16:creationId xmlns:a16="http://schemas.microsoft.com/office/drawing/2014/main" id="{F541A8B3-0C85-38B7-8BAD-61EB97EB1561}"/>
                        </a:ext>
                      </a:extLst>
                    </p:cNvPr>
                    <p:cNvPicPr/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7801080" y="5751540"/>
                      <a:ext cx="18000" cy="18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3">
                  <p14:nvContentPartPr>
                    <p14:cNvPr id="18" name="잉크 17">
                      <a:extLst>
                        <a:ext uri="{FF2B5EF4-FFF2-40B4-BE49-F238E27FC236}">
                          <a16:creationId xmlns:a16="http://schemas.microsoft.com/office/drawing/2014/main" id="{8FA9225B-292B-6BE6-5E51-0E5C448A229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962720" y="5692140"/>
                    <a:ext cx="360" cy="360"/>
                  </p14:xfrm>
                </p:contentPart>
              </mc:Choice>
              <mc:Fallback>
                <p:pic>
                  <p:nvPicPr>
                    <p:cNvPr id="18" name="잉크 17">
                      <a:extLst>
                        <a:ext uri="{FF2B5EF4-FFF2-40B4-BE49-F238E27FC236}">
                          <a16:creationId xmlns:a16="http://schemas.microsoft.com/office/drawing/2014/main" id="{8FA9225B-292B-6BE6-5E51-0E5C448A2294}"/>
                        </a:ext>
                      </a:extLst>
                    </p:cNvPr>
                    <p:cNvPicPr/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7953720" y="5683140"/>
                      <a:ext cx="18000" cy="18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4">
                  <p14:nvContentPartPr>
                    <p14:cNvPr id="19" name="잉크 18">
                      <a:extLst>
                        <a:ext uri="{FF2B5EF4-FFF2-40B4-BE49-F238E27FC236}">
                          <a16:creationId xmlns:a16="http://schemas.microsoft.com/office/drawing/2014/main" id="{0FA98877-32E3-F866-0FA4-558DEC9CF3E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863720" y="5785740"/>
                    <a:ext cx="154440" cy="81720"/>
                  </p14:xfrm>
                </p:contentPart>
              </mc:Choice>
              <mc:Fallback>
                <p:pic>
                  <p:nvPicPr>
                    <p:cNvPr id="19" name="잉크 18">
                      <a:extLst>
                        <a:ext uri="{FF2B5EF4-FFF2-40B4-BE49-F238E27FC236}">
                          <a16:creationId xmlns:a16="http://schemas.microsoft.com/office/drawing/2014/main" id="{0FA98877-32E3-F866-0FA4-558DEC9CF3E2}"/>
                        </a:ext>
                      </a:extLst>
                    </p:cNvPr>
                    <p:cNvPicPr/>
                    <p:nvPr/>
                  </p:nvPicPr>
                  <p:blipFill>
                    <a:blip r:embed="rId15"/>
                    <a:stretch>
                      <a:fillRect/>
                    </a:stretch>
                  </p:blipFill>
                  <p:spPr>
                    <a:xfrm>
                      <a:off x="7852397" y="5774453"/>
                      <a:ext cx="176632" cy="103843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D105185D-8683-EAE7-7380-FF8B9C4C5DE7}"/>
                  </a:ext>
                </a:extLst>
              </p:cNvPr>
              <p:cNvGrpSpPr/>
              <p:nvPr/>
            </p:nvGrpSpPr>
            <p:grpSpPr>
              <a:xfrm>
                <a:off x="11536440" y="5669100"/>
                <a:ext cx="200160" cy="304920"/>
                <a:chOff x="11536440" y="5669100"/>
                <a:chExt cx="200160" cy="304920"/>
              </a:xfrm>
            </p:grpSpPr>
            <mc:AlternateContent xmlns:mc="http://schemas.openxmlformats.org/markup-compatibility/2006">
              <mc:Choice xmlns:p14="http://schemas.microsoft.com/office/powerpoint/2010/main" Requires="p14">
                <p:contentPart p14:bwMode="auto" r:id="rId16">
                  <p14:nvContentPartPr>
                    <p14:cNvPr id="31" name="잉크 30">
                      <a:extLst>
                        <a:ext uri="{FF2B5EF4-FFF2-40B4-BE49-F238E27FC236}">
                          <a16:creationId xmlns:a16="http://schemas.microsoft.com/office/drawing/2014/main" id="{E5F932F8-A26C-ED06-0D08-C86FB7E3601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614920" y="5669100"/>
                    <a:ext cx="51480" cy="93240"/>
                  </p14:xfrm>
                </p:contentPart>
              </mc:Choice>
              <mc:Fallback>
                <p:pic>
                  <p:nvPicPr>
                    <p:cNvPr id="31" name="잉크 30">
                      <a:extLst>
                        <a:ext uri="{FF2B5EF4-FFF2-40B4-BE49-F238E27FC236}">
                          <a16:creationId xmlns:a16="http://schemas.microsoft.com/office/drawing/2014/main" id="{E5F932F8-A26C-ED06-0D08-C86FB7E36015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11603631" y="5657784"/>
                      <a:ext cx="73607" cy="115418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8">
                  <p14:nvContentPartPr>
                    <p14:cNvPr id="22" name="잉크 21">
                      <a:extLst>
                        <a:ext uri="{FF2B5EF4-FFF2-40B4-BE49-F238E27FC236}">
                          <a16:creationId xmlns:a16="http://schemas.microsoft.com/office/drawing/2014/main" id="{70B5DF55-F7AF-D21F-5663-B3E5D011DF4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544000" y="5821380"/>
                    <a:ext cx="360" cy="360"/>
                  </p14:xfrm>
                </p:contentPart>
              </mc:Choice>
              <mc:Fallback>
                <p:pic>
                  <p:nvPicPr>
                    <p:cNvPr id="22" name="잉크 21">
                      <a:extLst>
                        <a:ext uri="{FF2B5EF4-FFF2-40B4-BE49-F238E27FC236}">
                          <a16:creationId xmlns:a16="http://schemas.microsoft.com/office/drawing/2014/main" id="{70B5DF55-F7AF-D21F-5663-B3E5D011DF49}"/>
                        </a:ext>
                      </a:extLst>
                    </p:cNvPr>
                    <p:cNvPicPr/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11535000" y="5812380"/>
                      <a:ext cx="18000" cy="18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9">
                  <p14:nvContentPartPr>
                    <p14:cNvPr id="23" name="잉크 22">
                      <a:extLst>
                        <a:ext uri="{FF2B5EF4-FFF2-40B4-BE49-F238E27FC236}">
                          <a16:creationId xmlns:a16="http://schemas.microsoft.com/office/drawing/2014/main" id="{985A73BC-4DEB-FAE1-8239-1DFAB71D34D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658480" y="5820300"/>
                    <a:ext cx="360" cy="1800"/>
                  </p14:xfrm>
                </p:contentPart>
              </mc:Choice>
              <mc:Fallback>
                <p:pic>
                  <p:nvPicPr>
                    <p:cNvPr id="23" name="잉크 22">
                      <a:extLst>
                        <a:ext uri="{FF2B5EF4-FFF2-40B4-BE49-F238E27FC236}">
                          <a16:creationId xmlns:a16="http://schemas.microsoft.com/office/drawing/2014/main" id="{985A73BC-4DEB-FAE1-8239-1DFAB71D34D4}"/>
                        </a:ext>
                      </a:extLst>
                    </p:cNvPr>
                    <p:cNvPicPr/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11649480" y="5811300"/>
                      <a:ext cx="18000" cy="194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20">
                  <p14:nvContentPartPr>
                    <p14:cNvPr id="34" name="잉크 33">
                      <a:extLst>
                        <a:ext uri="{FF2B5EF4-FFF2-40B4-BE49-F238E27FC236}">
                          <a16:creationId xmlns:a16="http://schemas.microsoft.com/office/drawing/2014/main" id="{1E27758A-A4CB-80D4-8B0A-EE7D39D98BE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536440" y="5892300"/>
                    <a:ext cx="200160" cy="81720"/>
                  </p14:xfrm>
                </p:contentPart>
              </mc:Choice>
              <mc:Fallback>
                <p:pic>
                  <p:nvPicPr>
                    <p:cNvPr id="34" name="잉크 33">
                      <a:extLst>
                        <a:ext uri="{FF2B5EF4-FFF2-40B4-BE49-F238E27FC236}">
                          <a16:creationId xmlns:a16="http://schemas.microsoft.com/office/drawing/2014/main" id="{1E27758A-A4CB-80D4-8B0A-EE7D39D98BE7}"/>
                        </a:ext>
                      </a:extLst>
                    </p:cNvPr>
                    <p:cNvPicPr/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11525119" y="5881013"/>
                      <a:ext cx="222350" cy="103843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39CECC7-15DB-2611-18D5-648DBA765DCC}"/>
                </a:ext>
              </a:extLst>
            </p:cNvPr>
            <p:cNvSpPr/>
            <p:nvPr/>
          </p:nvSpPr>
          <p:spPr>
            <a:xfrm>
              <a:off x="10179240" y="5462820"/>
              <a:ext cx="1695820" cy="6826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200" b="1">
                  <a:solidFill>
                    <a:schemeClr val="tx1"/>
                  </a:solidFill>
                </a:rPr>
                <a:t>Sad</a:t>
              </a:r>
              <a:endParaRPr lang="ko-KR" altLang="en-US" sz="2200" b="1">
                <a:solidFill>
                  <a:schemeClr val="tx1"/>
                </a:solidFill>
              </a:endParaRPr>
            </a:p>
          </p:txBody>
        </p:sp>
      </p:grpSp>
      <p:sp>
        <p:nvSpPr>
          <p:cNvPr id="39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EMOTIONGAME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(감정 가위바위보)</a:t>
            </a:r>
          </a:p>
        </p:txBody>
      </p:sp>
      <p:sp>
        <p:nvSpPr>
          <p:cNvPr id="40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3092810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97C8-12D7-ACBE-C5A4-75DBE4566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2240280"/>
            <a:ext cx="10515600" cy="1143000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3000" b="1">
                <a:solidFill>
                  <a:srgbClr val="FFFFFF"/>
                </a:solidFill>
                <a:latin typeface="맑은 고딕"/>
                <a:ea typeface="맑은 고딕"/>
              </a:rPr>
              <a:t>몬스터 기획</a:t>
            </a:r>
            <a:br>
              <a:rPr lang="ko-KR" altLang="en-US" dirty="0">
                <a:ea typeface="맑은 고딕"/>
              </a:rPr>
            </a:br>
            <a:r>
              <a:rPr lang="en-US" altLang="ko-KR" sz="3000" b="1" err="1">
                <a:solidFill>
                  <a:srgbClr val="FFFFFF"/>
                </a:solidFill>
                <a:latin typeface="맑은 고딕"/>
                <a:ea typeface="맑은 고딕"/>
              </a:rPr>
              <a:t>PollutionMonitor</a:t>
            </a:r>
            <a:endParaRPr lang="ko-KR" altLang="en-US">
              <a:ea typeface="맑은 고딕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DB0B14-7B93-035D-6893-C7A5FA5E3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60" y="3822191"/>
            <a:ext cx="3657600" cy="320040"/>
          </a:xfrm>
        </p:spPr>
        <p:txBody>
          <a:bodyPr wrap="square" lIns="0" tIns="0" rIns="0" bIns="0" anchor="ctr"/>
          <a:lstStyle/>
          <a:p>
            <a:pPr algn="l"/>
            <a:r>
              <a:rPr lang="en-US" altLang="ko-KR" sz="1100" b="0">
                <a:solidFill>
                  <a:srgbClr val="9A9FA8"/>
                </a:solidFill>
                <a:latin typeface="맑은 고딕"/>
              </a:rPr>
              <a:t>(</a:t>
            </a:r>
            <a:r>
              <a:rPr lang="ko-KR" altLang="en-US" sz="1100" b="0">
                <a:solidFill>
                  <a:srgbClr val="9A9FA8"/>
                </a:solidFill>
                <a:latin typeface="맑은 고딕"/>
              </a:rPr>
              <a:t>오염 감시자</a:t>
            </a:r>
            <a:r>
              <a:rPr lang="en-US" altLang="ko-KR" sz="1100" b="0">
                <a:solidFill>
                  <a:srgbClr val="9A9FA8"/>
                </a:solidFill>
                <a:latin typeface="맑은 고딕"/>
              </a:rPr>
              <a:t>)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1A4CF-75CA-73D9-FBFB-9F192FB89E8E}"/>
              </a:ext>
            </a:extLst>
          </p:cNvPr>
          <p:cNvSpPr txBox="1"/>
          <p:nvPr/>
        </p:nvSpPr>
        <p:spPr>
          <a:xfrm>
            <a:off x="822960" y="3897572"/>
            <a:ext cx="3657600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US" altLang="ko-KR" sz="1100" b="0">
                <a:solidFill>
                  <a:srgbClr val="9A9FA8"/>
                </a:solidFill>
                <a:latin typeface="맑은 고딕"/>
                <a:ea typeface="맑은 고딕"/>
              </a:rPr>
              <a:t>2026.05.10</a:t>
            </a:r>
          </a:p>
        </p:txBody>
      </p:sp>
      <p:sp>
        <p:nvSpPr>
          <p:cNvPr id="5" name="Unified Section Number"/>
          <p:cNvSpPr txBox="1"/>
          <p:nvPr/>
        </p:nvSpPr>
        <p:spPr>
          <a:xfrm>
            <a:off x="804672" y="132588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E33B4E"/>
                </a:solidFill>
                <a:latin typeface="맑은 고딕"/>
              </a:rPr>
              <a:t>08</a:t>
            </a:r>
          </a:p>
        </p:txBody>
      </p:sp>
      <p:sp>
        <p:nvSpPr>
          <p:cNvPr id="6" name="Unified Divider Accent"/>
          <p:cNvSpPr/>
          <p:nvPr/>
        </p:nvSpPr>
        <p:spPr>
          <a:xfrm>
            <a:off x="804672" y="3502152"/>
            <a:ext cx="1143000" cy="50800"/>
          </a:xfrm>
          <a:prstGeom prst="rect">
            <a:avLst/>
          </a:prstGeom>
          <a:solidFill>
            <a:srgbClr val="E33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Divider Footer"/>
          <p:cNvSpPr txBox="1"/>
          <p:nvPr/>
        </p:nvSpPr>
        <p:spPr>
          <a:xfrm>
            <a:off x="822960" y="61447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77C85"/>
                </a:solidFill>
                <a:latin typeface="맑은 고딕"/>
              </a:rPr>
              <a:t>SPACE ROBBER  ·  GAME DESIGN DOCUMENT</a:t>
            </a:r>
          </a:p>
        </p:txBody>
      </p:sp>
    </p:spTree>
    <p:extLst>
      <p:ext uri="{BB962C8B-B14F-4D97-AF65-F5344CB8AC3E}">
        <p14:creationId xmlns:p14="http://schemas.microsoft.com/office/powerpoint/2010/main" val="14189695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7071E3-36E2-32DD-49A2-B70E62B8E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몬스터 사이즈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63F831B-9825-15DA-0BF9-2C9E6AE4B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768" y="1115568"/>
            <a:ext cx="4065773" cy="5138928"/>
          </a:xfrm>
          <a:prstGeom prst="rect">
            <a:avLst/>
          </a:prstGeom>
        </p:spPr>
      </p:pic>
      <p:sp>
        <p:nvSpPr>
          <p:cNvPr id="10" name="제목 2">
            <a:extLst>
              <a:ext uri="{FF2B5EF4-FFF2-40B4-BE49-F238E27FC236}">
                <a16:creationId xmlns:a16="http://schemas.microsoft.com/office/drawing/2014/main" id="{BA36012C-D2B2-6673-E9ED-D566DE11534B}"/>
              </a:ext>
            </a:extLst>
          </p:cNvPr>
          <p:cNvSpPr txBox="1">
            <a:spLocks/>
          </p:cNvSpPr>
          <p:nvPr/>
        </p:nvSpPr>
        <p:spPr>
          <a:xfrm>
            <a:off x="6529915" y="1399576"/>
            <a:ext cx="3326268" cy="49054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0"/>
              <a:t>88, 84, 234</a:t>
            </a:r>
            <a:endParaRPr lang="ko-KR" altLang="en-US" b="0" dirty="0"/>
          </a:p>
        </p:txBody>
      </p:sp>
      <p:sp>
        <p:nvSpPr>
          <p:cNvPr id="11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POLLUTIONMONITOR</a:t>
            </a:r>
          </a:p>
        </p:txBody>
      </p:sp>
      <p:sp>
        <p:nvSpPr>
          <p:cNvPr id="12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6055970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06F81B6-C842-CBBE-37A2-60167BF6F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기능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A01F31-24D2-89D5-3088-824B003D8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/>
          <a:lstStyle/>
          <a:p>
            <a:r>
              <a:rPr lang="ko-KR" altLang="en-US" dirty="0" err="1"/>
              <a:t>스폰</a:t>
            </a:r>
            <a:r>
              <a:rPr lang="ko-KR" altLang="en-US" dirty="0"/>
              <a:t> 조건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Fear</a:t>
            </a:r>
            <a:r>
              <a:rPr lang="ko-KR" altLang="en-US" dirty="0"/>
              <a:t>와 </a:t>
            </a:r>
            <a:r>
              <a:rPr lang="en-US" altLang="ko-KR" dirty="0"/>
              <a:t>Surprise</a:t>
            </a:r>
            <a:r>
              <a:rPr lang="ko-KR" altLang="en-US" dirty="0"/>
              <a:t>의 누적된 값이 일정 이상이 되면</a:t>
            </a:r>
            <a:r>
              <a:rPr lang="en-US" altLang="ko-KR" dirty="0"/>
              <a:t>, 40</a:t>
            </a:r>
            <a:r>
              <a:rPr lang="ko-KR" altLang="en-US" dirty="0"/>
              <a:t>초에 한 번씩 </a:t>
            </a:r>
            <a:r>
              <a:rPr lang="ko-KR" altLang="en-US" dirty="0" err="1"/>
              <a:t>스폰</a:t>
            </a:r>
            <a:r>
              <a:rPr lang="ko-KR" altLang="en-US" dirty="0"/>
              <a:t> 확률을 체크함</a:t>
            </a:r>
            <a:r>
              <a:rPr lang="en-US" altLang="ko-KR" dirty="0"/>
              <a:t>(30% </a:t>
            </a:r>
            <a:r>
              <a:rPr lang="ko-KR" altLang="en-US" dirty="0"/>
              <a:t>확률로 </a:t>
            </a:r>
            <a:r>
              <a:rPr lang="ko-KR" altLang="en-US" dirty="0" err="1"/>
              <a:t>스폰됨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 err="1"/>
              <a:t>스폰</a:t>
            </a:r>
            <a:r>
              <a:rPr lang="ko-KR" altLang="en-US" dirty="0"/>
              <a:t> 후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맵의</a:t>
            </a:r>
            <a:r>
              <a:rPr lang="ko-KR" altLang="en-US" dirty="0"/>
              <a:t> </a:t>
            </a:r>
            <a:r>
              <a:rPr lang="ko-KR" altLang="en-US" dirty="0" err="1"/>
              <a:t>랜덤한</a:t>
            </a:r>
            <a:r>
              <a:rPr lang="ko-KR" altLang="en-US" dirty="0"/>
              <a:t> 위치에 </a:t>
            </a:r>
            <a:r>
              <a:rPr lang="ko-KR" altLang="en-US" dirty="0" err="1"/>
              <a:t>스폰됨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스폰된</a:t>
            </a:r>
            <a:r>
              <a:rPr lang="ko-KR" altLang="en-US" dirty="0"/>
              <a:t> 후</a:t>
            </a:r>
            <a:r>
              <a:rPr lang="en-US" altLang="ko-KR" dirty="0"/>
              <a:t>, </a:t>
            </a:r>
            <a:r>
              <a:rPr lang="ko-KR" altLang="en-US" dirty="0"/>
              <a:t>대기 시간이 종료되면 기지를 제외한 나머지 큐브에 있는 모든 플레이어의 </a:t>
            </a:r>
            <a:r>
              <a:rPr lang="en-US" altLang="ko-KR" dirty="0"/>
              <a:t>HP</a:t>
            </a:r>
            <a:r>
              <a:rPr lang="ko-KR" altLang="en-US" dirty="0"/>
              <a:t>를 감소시킴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그러나 </a:t>
            </a:r>
            <a:r>
              <a:rPr lang="ko-KR" altLang="en-US" dirty="0" err="1"/>
              <a:t>스폰된</a:t>
            </a:r>
            <a:r>
              <a:rPr lang="ko-KR" altLang="en-US" dirty="0"/>
              <a:t> 후</a:t>
            </a:r>
            <a:r>
              <a:rPr lang="en-US" altLang="ko-KR" dirty="0"/>
              <a:t>, </a:t>
            </a:r>
            <a:r>
              <a:rPr lang="ko-KR" altLang="en-US" dirty="0"/>
              <a:t>대기 시간 안에 죽이면 사라짐</a:t>
            </a:r>
          </a:p>
        </p:txBody>
      </p:sp>
      <p:sp>
        <p:nvSpPr>
          <p:cNvPr id="5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POLLUTIONMONITOR</a:t>
            </a:r>
          </a:p>
        </p:txBody>
      </p:sp>
      <p:sp>
        <p:nvSpPr>
          <p:cNvPr id="6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27096618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821D27-AA96-11D7-2A4F-5F42E5CD5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B8F6189-7C92-C239-D73C-51C27314E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en-US" altLang="ko-KR" sz="2400" b="1">
                <a:solidFill>
                  <a:srgbClr val="16181D"/>
                </a:solidFill>
                <a:latin typeface="맑은 고딕"/>
                <a:ea typeface="맑은 고딕"/>
              </a:rPr>
              <a:t>State,</a:t>
            </a:r>
            <a:br>
              <a:rPr lang="en-US" altLang="ko-KR" dirty="0">
                <a:ea typeface="맑은 고딕"/>
              </a:rPr>
            </a:br>
            <a:r>
              <a:rPr lang="en-US" altLang="ko-KR" sz="2400" b="1">
                <a:solidFill>
                  <a:srgbClr val="16181D"/>
                </a:solidFill>
                <a:latin typeface="맑은 고딕"/>
                <a:ea typeface="맑은 고딕"/>
              </a:rPr>
              <a:t>Stat</a:t>
            </a:r>
            <a:endParaRPr lang="ko-KR" altLang="en-US">
              <a:ea typeface="맑은 고딕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FA18E49-8E88-DB32-6642-9CB3500C8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502752"/>
              </p:ext>
            </p:extLst>
          </p:nvPr>
        </p:nvGraphicFramePr>
        <p:xfrm>
          <a:off x="2676722" y="1056386"/>
          <a:ext cx="5901365" cy="2797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380">
                  <a:extLst>
                    <a:ext uri="{9D8B030D-6E8A-4147-A177-3AD203B41FA5}">
                      <a16:colId xmlns:a16="http://schemas.microsoft.com/office/drawing/2014/main" val="3126723540"/>
                    </a:ext>
                  </a:extLst>
                </a:gridCol>
                <a:gridCol w="4780985">
                  <a:extLst>
                    <a:ext uri="{9D8B030D-6E8A-4147-A177-3AD203B41FA5}">
                      <a16:colId xmlns:a16="http://schemas.microsoft.com/office/drawing/2014/main" val="1756523170"/>
                    </a:ext>
                  </a:extLst>
                </a:gridCol>
              </a:tblGrid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Idle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다음 상태로 전이될 때까지 대기한다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943581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Check</a:t>
                      </a:r>
                      <a:br>
                        <a:rPr lang="en-US" altLang="ko-KR" sz="12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조건 확인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누적된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Fear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Surprise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의 횟수가 기준을 충족했는지 확인함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감정 값이 서버로 보내질 때마다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충족하는 순간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확인을 멈추고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40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초에 한 번씩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스폰할지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말지 판정함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(30%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확률로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스폰함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27171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Spawn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맵에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스폰되어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대기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Timer’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동안 대기한다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399162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Attack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FontTx/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기지를 제외한 나머지 큐브에 있는 모든 플레이어의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HP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를 감소시킨다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91894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Hit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44593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Die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FontTx/>
                        <a:buNone/>
                      </a:pP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047824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8F33489-AA9A-ED34-AA51-D1330E4A7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828072"/>
              </p:ext>
            </p:extLst>
          </p:nvPr>
        </p:nvGraphicFramePr>
        <p:xfrm>
          <a:off x="1839477" y="3941455"/>
          <a:ext cx="7575854" cy="2581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301">
                  <a:extLst>
                    <a:ext uri="{9D8B030D-6E8A-4147-A177-3AD203B41FA5}">
                      <a16:colId xmlns:a16="http://schemas.microsoft.com/office/drawing/2014/main" val="3126723540"/>
                    </a:ext>
                  </a:extLst>
                </a:gridCol>
                <a:gridCol w="572834">
                  <a:extLst>
                    <a:ext uri="{9D8B030D-6E8A-4147-A177-3AD203B41FA5}">
                      <a16:colId xmlns:a16="http://schemas.microsoft.com/office/drawing/2014/main" val="1756523170"/>
                    </a:ext>
                  </a:extLst>
                </a:gridCol>
                <a:gridCol w="489268">
                  <a:extLst>
                    <a:ext uri="{9D8B030D-6E8A-4147-A177-3AD203B41FA5}">
                      <a16:colId xmlns:a16="http://schemas.microsoft.com/office/drawing/2014/main" val="1821012966"/>
                    </a:ext>
                  </a:extLst>
                </a:gridCol>
                <a:gridCol w="4363451">
                  <a:extLst>
                    <a:ext uri="{9D8B030D-6E8A-4147-A177-3AD203B41FA5}">
                      <a16:colId xmlns:a16="http://schemas.microsoft.com/office/drawing/2014/main" val="2574364205"/>
                    </a:ext>
                  </a:extLst>
                </a:gridCol>
              </a:tblGrid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</a:rPr>
                        <a:t>스폰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16964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파워 레벨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080359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HP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12405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공격력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8722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Surprise, Fear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횟수 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0560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누적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Surprise, Fear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Idle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일 때부터 감정 값 서버로 보낼 때마다 더한다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algn="l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Die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가 되면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으로 초기화한다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98098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공격 대기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Timer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571281"/>
                  </a:ext>
                </a:extLst>
              </a:tr>
            </a:tbl>
          </a:graphicData>
        </a:graphic>
      </p:graphicFrame>
      <p:sp>
        <p:nvSpPr>
          <p:cNvPr id="9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POLLUTIONMONITOR</a:t>
            </a:r>
          </a:p>
        </p:txBody>
      </p:sp>
      <p:sp>
        <p:nvSpPr>
          <p:cNvPr id="10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41112202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1CA971-E8CA-E8D3-58BF-1B1C0621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17E5282-4EC3-8FEB-BF71-BE9856BD5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  <a:ea typeface="맑은 고딕"/>
              </a:rPr>
              <a:t>FSM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77EDCE-83F2-D099-09C6-8CAD6C685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979" y="1115568"/>
            <a:ext cx="7414992" cy="5138928"/>
          </a:xfrm>
          <a:prstGeom prst="rect">
            <a:avLst/>
          </a:prstGeom>
        </p:spPr>
      </p:pic>
      <p:sp>
        <p:nvSpPr>
          <p:cNvPr id="7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POLLUTIONMONITOR</a:t>
            </a:r>
          </a:p>
        </p:txBody>
      </p:sp>
      <p:sp>
        <p:nvSpPr>
          <p:cNvPr id="8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41794328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D82D2E-2854-E065-C776-24258C1C7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323CEB3-F0FF-DF47-63A8-11CCA0240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설명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6F7941-A96F-B60F-1EC1-1F5261F92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Idle</a:t>
            </a:r>
            <a:r>
              <a:rPr lang="ko-KR" altLang="en-US" sz="1600" dirty="0"/>
              <a:t>로 시작함</a:t>
            </a:r>
            <a:r>
              <a:rPr lang="en-US" altLang="ko-KR" sz="1600" dirty="0"/>
              <a:t>. 120</a:t>
            </a:r>
            <a:r>
              <a:rPr lang="ko-KR" altLang="en-US" sz="1600" dirty="0"/>
              <a:t>초 지나면 </a:t>
            </a:r>
            <a:r>
              <a:rPr lang="en-US" altLang="ko-KR" sz="1600" dirty="0"/>
              <a:t>Check</a:t>
            </a:r>
            <a:r>
              <a:rPr lang="ko-KR" altLang="en-US" sz="1600" dirty="0"/>
              <a:t>가 됨</a:t>
            </a:r>
            <a:r>
              <a:rPr lang="en-US" altLang="ko-KR" sz="1600" dirty="0"/>
              <a:t>.</a:t>
            </a:r>
          </a:p>
          <a:p>
            <a:pPr latinLnBrk="0"/>
            <a:r>
              <a:rPr lang="en-US" altLang="ko-KR" sz="1600" dirty="0"/>
              <a:t>Check</a:t>
            </a:r>
            <a:r>
              <a:rPr lang="ko-KR" altLang="en-US" sz="1600" dirty="0"/>
              <a:t>일 때는 현재까지 누적된 </a:t>
            </a:r>
            <a:r>
              <a:rPr lang="en-US" altLang="ko-KR" sz="1600" dirty="0"/>
              <a:t>Fear</a:t>
            </a:r>
            <a:r>
              <a:rPr lang="ko-KR" altLang="en-US" sz="1600" dirty="0"/>
              <a:t>와 </a:t>
            </a:r>
            <a:r>
              <a:rPr lang="en-US" altLang="ko-KR" sz="1600" dirty="0"/>
              <a:t>Surprise</a:t>
            </a:r>
            <a:r>
              <a:rPr lang="ko-KR" altLang="en-US" sz="1600" dirty="0"/>
              <a:t>의 횟수가 기준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스탯에</a:t>
            </a:r>
            <a:r>
              <a:rPr lang="ko-KR" altLang="en-US" sz="1600" dirty="0"/>
              <a:t> 있는</a:t>
            </a:r>
            <a:r>
              <a:rPr lang="en-US" altLang="ko-KR" sz="1600" dirty="0"/>
              <a:t>)</a:t>
            </a:r>
            <a:r>
              <a:rPr lang="ko-KR" altLang="en-US" sz="1600" dirty="0"/>
              <a:t>을 넘었는지 확인한다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ko-KR" altLang="en-US" sz="1600" dirty="0"/>
              <a:t>확인은</a:t>
            </a:r>
            <a:r>
              <a:rPr lang="en-US" altLang="ko-KR" sz="1600" dirty="0"/>
              <a:t> </a:t>
            </a:r>
            <a:r>
              <a:rPr lang="ko-KR" altLang="en-US" sz="1600" dirty="0"/>
              <a:t>감정 값이 서버로 보내질 때마다 한다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ko-KR" altLang="en-US" sz="1600" dirty="0"/>
              <a:t>합이 기준을 충족하는 순간</a:t>
            </a:r>
            <a:r>
              <a:rPr lang="en-US" altLang="ko-KR" sz="1600" dirty="0"/>
              <a:t>, </a:t>
            </a:r>
            <a:r>
              <a:rPr lang="ko-KR" altLang="en-US" sz="1600" dirty="0"/>
              <a:t>확인을 멈추고 </a:t>
            </a:r>
            <a:r>
              <a:rPr lang="ko-KR" altLang="en-US" sz="1600" dirty="0" err="1"/>
              <a:t>스폰</a:t>
            </a:r>
            <a:r>
              <a:rPr lang="ko-KR" altLang="en-US" sz="1600" dirty="0"/>
              <a:t> 확률을 판정한다</a:t>
            </a:r>
            <a:r>
              <a:rPr lang="en-US" altLang="ko-KR" sz="1600" dirty="0"/>
              <a:t>.</a:t>
            </a:r>
          </a:p>
          <a:p>
            <a:pPr latinLnBrk="0"/>
            <a:r>
              <a:rPr lang="en-US" altLang="ko-KR" sz="1600" dirty="0"/>
              <a:t>30%</a:t>
            </a:r>
            <a:r>
              <a:rPr lang="ko-KR" altLang="en-US" sz="1600" dirty="0"/>
              <a:t> 확률로 성공하게 되면 </a:t>
            </a:r>
            <a:r>
              <a:rPr lang="en-US" altLang="ko-KR" sz="1600" dirty="0"/>
              <a:t>Spawn</a:t>
            </a:r>
            <a:r>
              <a:rPr lang="ko-KR" altLang="en-US" sz="1600" dirty="0"/>
              <a:t>이 된다</a:t>
            </a:r>
            <a:r>
              <a:rPr lang="en-US" altLang="ko-KR" sz="1600" dirty="0"/>
              <a:t>.</a:t>
            </a:r>
          </a:p>
          <a:p>
            <a:pPr latinLnBrk="0"/>
            <a:r>
              <a:rPr lang="en-US" altLang="ko-KR" sz="1600" dirty="0"/>
              <a:t>Spawn </a:t>
            </a:r>
            <a:r>
              <a:rPr lang="ko-KR" altLang="en-US" sz="1600" dirty="0"/>
              <a:t>중일 때</a:t>
            </a:r>
            <a:r>
              <a:rPr lang="en-US" altLang="ko-KR" sz="1600" dirty="0"/>
              <a:t>, HP</a:t>
            </a:r>
            <a:r>
              <a:rPr lang="ko-KR" altLang="en-US" sz="1600" dirty="0"/>
              <a:t>가 감소하면 </a:t>
            </a:r>
            <a:r>
              <a:rPr lang="en-US" altLang="ko-KR" sz="1600" dirty="0"/>
              <a:t>Hit</a:t>
            </a:r>
            <a:r>
              <a:rPr lang="ko-KR" altLang="en-US" sz="1600" dirty="0"/>
              <a:t>가 된다</a:t>
            </a:r>
            <a:r>
              <a:rPr lang="en-US" altLang="ko-KR" sz="1600" dirty="0"/>
              <a:t>. </a:t>
            </a:r>
          </a:p>
          <a:p>
            <a:pPr latinLnBrk="0"/>
            <a:r>
              <a:rPr lang="ko-KR" altLang="en-US" sz="1600" dirty="0"/>
              <a:t>공격 대기 </a:t>
            </a:r>
            <a:r>
              <a:rPr lang="en-US" altLang="ko-KR" sz="1600" dirty="0"/>
              <a:t>timer</a:t>
            </a:r>
            <a:r>
              <a:rPr lang="ko-KR" altLang="en-US" sz="1600" dirty="0"/>
              <a:t>가 종료하면 </a:t>
            </a:r>
            <a:r>
              <a:rPr lang="en-US" altLang="ko-KR" sz="1600" dirty="0"/>
              <a:t>Spawn</a:t>
            </a:r>
            <a:r>
              <a:rPr lang="ko-KR" altLang="en-US" sz="1600" dirty="0"/>
              <a:t>이나 </a:t>
            </a:r>
            <a:r>
              <a:rPr lang="en-US" altLang="ko-KR" sz="1600" dirty="0"/>
              <a:t>Hit</a:t>
            </a:r>
            <a:r>
              <a:rPr lang="ko-KR" altLang="en-US" sz="1600" dirty="0"/>
              <a:t>에서 </a:t>
            </a:r>
            <a:r>
              <a:rPr lang="en-US" altLang="ko-KR" sz="1600" dirty="0"/>
              <a:t>Attack</a:t>
            </a:r>
            <a:r>
              <a:rPr lang="ko-KR" altLang="en-US" sz="1600" dirty="0"/>
              <a:t>이 된다</a:t>
            </a:r>
            <a:r>
              <a:rPr lang="en-US" altLang="ko-KR" sz="1600" dirty="0"/>
              <a:t>.</a:t>
            </a:r>
          </a:p>
          <a:p>
            <a:pPr latinLnBrk="0"/>
            <a:r>
              <a:rPr lang="ko-KR" altLang="en-US" sz="1600" dirty="0"/>
              <a:t>공격이 끝나거나 </a:t>
            </a:r>
            <a:r>
              <a:rPr lang="en-US" altLang="ko-KR" sz="1600" dirty="0"/>
              <a:t>HP</a:t>
            </a:r>
            <a:r>
              <a:rPr lang="ko-KR" altLang="en-US" sz="1600" dirty="0"/>
              <a:t>가 </a:t>
            </a:r>
            <a:r>
              <a:rPr lang="en-US" altLang="ko-KR" sz="1600" dirty="0"/>
              <a:t>0</a:t>
            </a:r>
            <a:r>
              <a:rPr lang="ko-KR" altLang="en-US" sz="1600" dirty="0"/>
              <a:t> 이하가 되면 </a:t>
            </a:r>
            <a:r>
              <a:rPr lang="en-US" altLang="ko-KR" sz="1600" dirty="0"/>
              <a:t>Die</a:t>
            </a:r>
            <a:r>
              <a:rPr lang="ko-KR" altLang="en-US" sz="1600" dirty="0"/>
              <a:t>가 된다</a:t>
            </a:r>
            <a:r>
              <a:rPr lang="en-US" altLang="ko-KR" sz="1600" dirty="0"/>
              <a:t>.</a:t>
            </a:r>
          </a:p>
          <a:p>
            <a:pPr latinLnBrk="0"/>
            <a:r>
              <a:rPr lang="en-US" altLang="ko-KR" sz="1600" dirty="0"/>
              <a:t>Die</a:t>
            </a:r>
            <a:r>
              <a:rPr lang="ko-KR" altLang="en-US" sz="1600" dirty="0"/>
              <a:t>가 끝나면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r>
              <a:rPr lang="en-US" altLang="ko-KR" sz="1600" dirty="0"/>
              <a:t>Idle</a:t>
            </a:r>
            <a:r>
              <a:rPr lang="ko-KR" altLang="en-US" sz="1600" dirty="0"/>
              <a:t>이 된다</a:t>
            </a:r>
            <a:r>
              <a:rPr lang="en-US" altLang="ko-KR" sz="1600" dirty="0"/>
              <a:t>. </a:t>
            </a:r>
            <a:r>
              <a:rPr lang="ko-KR" altLang="en-US" sz="1600" dirty="0"/>
              <a:t>이때 </a:t>
            </a:r>
            <a:r>
              <a:rPr lang="ko-KR" altLang="en-US" sz="1600" dirty="0" err="1"/>
              <a:t>스탯을</a:t>
            </a:r>
            <a:r>
              <a:rPr lang="ko-KR" altLang="en-US" sz="1600" dirty="0"/>
              <a:t> 초기화한다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5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POLLUTIONMONITOR</a:t>
            </a:r>
          </a:p>
        </p:txBody>
      </p:sp>
      <p:sp>
        <p:nvSpPr>
          <p:cNvPr id="6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14018398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97C8-12D7-ACBE-C5A4-75DBE4566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2240280"/>
            <a:ext cx="10515600" cy="1143000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3800" b="1">
                <a:solidFill>
                  <a:srgbClr val="FFFFFF"/>
                </a:solidFill>
                <a:latin typeface="맑은 고딕"/>
                <a:ea typeface="맑은 고딕"/>
              </a:rPr>
              <a:t>몬스터 기획</a:t>
            </a:r>
            <a:br>
              <a:rPr lang="ko-KR" altLang="en-US" dirty="0">
                <a:ea typeface="맑은 고딕"/>
              </a:rPr>
            </a:br>
            <a:r>
              <a:rPr lang="en-US" altLang="ko-KR" sz="3800" b="1">
                <a:solidFill>
                  <a:srgbClr val="FFFFFF"/>
                </a:solidFill>
                <a:latin typeface="맑은 고딕"/>
                <a:ea typeface="맑은 고딕"/>
              </a:rPr>
              <a:t>Ghost</a:t>
            </a:r>
            <a:endParaRPr lang="ko-KR" altLang="en-US" err="1">
              <a:ea typeface="맑은 고딕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1A4CF-75CA-73D9-FBFB-9F192FB89E8E}"/>
              </a:ext>
            </a:extLst>
          </p:cNvPr>
          <p:cNvSpPr txBox="1"/>
          <p:nvPr/>
        </p:nvSpPr>
        <p:spPr>
          <a:xfrm>
            <a:off x="822960" y="3897572"/>
            <a:ext cx="3657600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US" altLang="ko-KR" sz="1100" b="0">
                <a:solidFill>
                  <a:srgbClr val="9A9FA8"/>
                </a:solidFill>
                <a:latin typeface="맑은 고딕"/>
                <a:ea typeface="맑은 고딕"/>
              </a:rPr>
              <a:t>2026.05.10</a:t>
            </a:r>
          </a:p>
        </p:txBody>
      </p:sp>
      <p:sp>
        <p:nvSpPr>
          <p:cNvPr id="5" name="Unified Section Number"/>
          <p:cNvSpPr txBox="1"/>
          <p:nvPr/>
        </p:nvSpPr>
        <p:spPr>
          <a:xfrm>
            <a:off x="804672" y="132588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E33B4E"/>
                </a:solidFill>
                <a:latin typeface="맑은 고딕"/>
              </a:rPr>
              <a:t>09</a:t>
            </a:r>
          </a:p>
        </p:txBody>
      </p:sp>
      <p:sp>
        <p:nvSpPr>
          <p:cNvPr id="6" name="Unified Divider Accent"/>
          <p:cNvSpPr/>
          <p:nvPr/>
        </p:nvSpPr>
        <p:spPr>
          <a:xfrm>
            <a:off x="804672" y="3502152"/>
            <a:ext cx="1143000" cy="50800"/>
          </a:xfrm>
          <a:prstGeom prst="rect">
            <a:avLst/>
          </a:prstGeom>
          <a:solidFill>
            <a:srgbClr val="E33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Divider Footer"/>
          <p:cNvSpPr txBox="1"/>
          <p:nvPr/>
        </p:nvSpPr>
        <p:spPr>
          <a:xfrm>
            <a:off x="822960" y="61447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77C85"/>
                </a:solidFill>
                <a:latin typeface="맑은 고딕"/>
              </a:rPr>
              <a:t>SPACE ROBBER  ·  GAME DESIGN DOCUMENT</a:t>
            </a:r>
          </a:p>
        </p:txBody>
      </p:sp>
    </p:spTree>
    <p:extLst>
      <p:ext uri="{BB962C8B-B14F-4D97-AF65-F5344CB8AC3E}">
        <p14:creationId xmlns:p14="http://schemas.microsoft.com/office/powerpoint/2010/main" val="915178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AC1B3E0-AEA6-FB11-B255-2B9524CF9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몬스터 사이즈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67AD035-E9BF-E41F-A516-4A73B686F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075" y="1522857"/>
            <a:ext cx="4181475" cy="4324350"/>
          </a:xfrm>
          <a:prstGeom prst="rect">
            <a:avLst/>
          </a:prstGeom>
        </p:spPr>
      </p:pic>
      <p:sp>
        <p:nvSpPr>
          <p:cNvPr id="8" name="제목 2">
            <a:extLst>
              <a:ext uri="{FF2B5EF4-FFF2-40B4-BE49-F238E27FC236}">
                <a16:creationId xmlns:a16="http://schemas.microsoft.com/office/drawing/2014/main" id="{AD85AA83-A5CB-FE0C-1156-D15A37765574}"/>
              </a:ext>
            </a:extLst>
          </p:cNvPr>
          <p:cNvSpPr txBox="1">
            <a:spLocks/>
          </p:cNvSpPr>
          <p:nvPr/>
        </p:nvSpPr>
        <p:spPr>
          <a:xfrm>
            <a:off x="6660002" y="1745250"/>
            <a:ext cx="3094875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0" dirty="0"/>
              <a:t>72, 65, 108</a:t>
            </a:r>
            <a:endParaRPr lang="ko-KR" altLang="en-US" b="0" dirty="0"/>
          </a:p>
        </p:txBody>
      </p:sp>
      <p:sp>
        <p:nvSpPr>
          <p:cNvPr id="9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GHOST</a:t>
            </a:r>
          </a:p>
        </p:txBody>
      </p:sp>
      <p:sp>
        <p:nvSpPr>
          <p:cNvPr id="10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19523859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821D27-AA96-11D7-2A4F-5F42E5CD5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B8F6189-7C92-C239-D73C-51C27314E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en-US" altLang="ko-KR" sz="2400" b="1">
                <a:solidFill>
                  <a:srgbClr val="16181D"/>
                </a:solidFill>
                <a:latin typeface="맑은 고딕"/>
                <a:ea typeface="맑은 고딕"/>
              </a:rPr>
              <a:t>State,</a:t>
            </a:r>
            <a:br>
              <a:rPr lang="en-US" altLang="ko-KR" dirty="0">
                <a:ea typeface="맑은 고딕"/>
              </a:rPr>
            </a:br>
            <a:r>
              <a:rPr lang="en-US" altLang="ko-KR" sz="2400" b="1">
                <a:solidFill>
                  <a:srgbClr val="16181D"/>
                </a:solidFill>
                <a:latin typeface="맑은 고딕"/>
                <a:ea typeface="맑은 고딕"/>
              </a:rPr>
              <a:t>Stat</a:t>
            </a:r>
            <a:endParaRPr lang="ko-KR" altLang="en-US">
              <a:ea typeface="맑은 고딕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FA18E49-8E88-DB32-6642-9CB3500C8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033688"/>
              </p:ext>
            </p:extLst>
          </p:nvPr>
        </p:nvGraphicFramePr>
        <p:xfrm>
          <a:off x="3156264" y="363779"/>
          <a:ext cx="5876424" cy="25257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3724">
                  <a:extLst>
                    <a:ext uri="{9D8B030D-6E8A-4147-A177-3AD203B41FA5}">
                      <a16:colId xmlns:a16="http://schemas.microsoft.com/office/drawing/2014/main" val="3126723540"/>
                    </a:ext>
                  </a:extLst>
                </a:gridCol>
                <a:gridCol w="3822700">
                  <a:extLst>
                    <a:ext uri="{9D8B030D-6E8A-4147-A177-3AD203B41FA5}">
                      <a16:colId xmlns:a16="http://schemas.microsoft.com/office/drawing/2014/main" val="1756523170"/>
                    </a:ext>
                  </a:extLst>
                </a:gridCol>
              </a:tblGrid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Idle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다른 상태가 실행되기 전까지 대기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948956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Absent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부재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타겟이 지정되어 있지 않다면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타겟을 지정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타겟이 지정되어 있으면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탐색에 성공할 때까지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초에 한 번씩 목적지를 탐색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2361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Staring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주시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목적지에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스폰되어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타겟을 주시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751913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Vanishing 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증발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즉시 사라짐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해당 위치에서 즉시 사라진다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맵에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특수한 효과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(Vanishing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상태가 된 방의 조명이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깜빡거림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 나타난다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90807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Chase 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추적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타겟을 쫓아간다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타겟에 닿으면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HP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감소시킨다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58848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8F33489-AA9A-ED34-AA51-D1330E4A7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33182"/>
              </p:ext>
            </p:extLst>
          </p:nvPr>
        </p:nvGraphicFramePr>
        <p:xfrm>
          <a:off x="1916373" y="3076716"/>
          <a:ext cx="8359254" cy="3616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343">
                  <a:extLst>
                    <a:ext uri="{9D8B030D-6E8A-4147-A177-3AD203B41FA5}">
                      <a16:colId xmlns:a16="http://schemas.microsoft.com/office/drawing/2014/main" val="3126723540"/>
                    </a:ext>
                  </a:extLst>
                </a:gridCol>
                <a:gridCol w="602615">
                  <a:extLst>
                    <a:ext uri="{9D8B030D-6E8A-4147-A177-3AD203B41FA5}">
                      <a16:colId xmlns:a16="http://schemas.microsoft.com/office/drawing/2014/main" val="1756523170"/>
                    </a:ext>
                  </a:extLst>
                </a:gridCol>
                <a:gridCol w="481330">
                  <a:extLst>
                    <a:ext uri="{9D8B030D-6E8A-4147-A177-3AD203B41FA5}">
                      <a16:colId xmlns:a16="http://schemas.microsoft.com/office/drawing/2014/main" val="1821012966"/>
                    </a:ext>
                  </a:extLst>
                </a:gridCol>
                <a:gridCol w="5423966">
                  <a:extLst>
                    <a:ext uri="{9D8B030D-6E8A-4147-A177-3AD203B41FA5}">
                      <a16:colId xmlns:a16="http://schemas.microsoft.com/office/drawing/2014/main" val="3693825494"/>
                    </a:ext>
                  </a:extLst>
                </a:gridCol>
              </a:tblGrid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스폰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16964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파워 레벨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974834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타겟 플레이어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타겟이 새로 지정될 때 갱신함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휴식시간을 보내면 초기화됨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초기값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-1)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97671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공격력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8722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Staring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타이머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(s)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571281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목격 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STARING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중 자신이 타겟 플레이어의 카메라 범위에 들어갈 때마다 증가함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조건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A1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또는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A3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가 확률에 성공하면 초기화됨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휴식 시간을 보내면 초기화됨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초기값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14841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비목격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횟수</a:t>
                      </a:r>
                      <a:endParaRPr lang="en-US" altLang="ko-KR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STARING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중 자신이 목격되지 않았다면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STARING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타이머가 종료될 때 증가함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조건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 A2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가 확률에 성공하면 초기화됨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휴식 시간을 보내면 초기화됨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초기값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80521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Chase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종료 시간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66483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Chase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속도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(m/s)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4.5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332496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휴식 시간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타겟이 죽거나 게임을 나가서 몬스터가 활동을 하지 않는 시간을 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952891"/>
                  </a:ext>
                </a:extLst>
              </a:tr>
            </a:tbl>
          </a:graphicData>
        </a:graphic>
      </p:graphicFrame>
      <p:sp>
        <p:nvSpPr>
          <p:cNvPr id="9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GHOST</a:t>
            </a:r>
          </a:p>
        </p:txBody>
      </p:sp>
      <p:sp>
        <p:nvSpPr>
          <p:cNvPr id="10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33940213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1CA971-E8CA-E8D3-58BF-1B1C0621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17E5282-4EC3-8FEB-BF71-BE9856BD5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  <a:ea typeface="맑은 고딕"/>
              </a:rPr>
              <a:t>FSM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D3E6EB6-D2D7-D827-3E79-448A225F5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186" y="1115568"/>
            <a:ext cx="5924578" cy="51389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289EED0-E0CB-90EE-0CE8-89AF8E1B63B9}"/>
              </a:ext>
            </a:extLst>
          </p:cNvPr>
          <p:cNvSpPr txBox="1"/>
          <p:nvPr/>
        </p:nvSpPr>
        <p:spPr>
          <a:xfrm>
            <a:off x="3132186" y="3084591"/>
            <a:ext cx="46250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/>
              <a:t>**</a:t>
            </a:r>
            <a:r>
              <a:rPr lang="ko-KR" altLang="en-US" sz="1000"/>
              <a:t>조건 </a:t>
            </a:r>
            <a:r>
              <a:rPr lang="en-US" altLang="ko-KR" sz="1000"/>
              <a:t>A1,2,3</a:t>
            </a:r>
            <a:r>
              <a:rPr lang="ko-KR" altLang="en-US" sz="1000"/>
              <a:t>는 현재 </a:t>
            </a:r>
            <a:r>
              <a:rPr lang="en-US" altLang="ko-KR" sz="1000"/>
              <a:t>Staring </a:t>
            </a:r>
            <a:r>
              <a:rPr lang="ko-KR" altLang="en-US" sz="1000"/>
              <a:t>상태 내에서 각 조건에 최초로 부합하는 순간 딱 한 번씩만 검사한다</a:t>
            </a:r>
            <a:r>
              <a:rPr lang="en-US" altLang="ko-KR" sz="1000"/>
              <a:t>. (</a:t>
            </a:r>
            <a:r>
              <a:rPr lang="ko-KR" altLang="en-US" sz="1000"/>
              <a:t>실패해도 상태가 바뀌기 전까지 해당 조건은 다시 검사하지 않는다</a:t>
            </a:r>
            <a:r>
              <a:rPr lang="en-US" altLang="ko-KR" sz="1000"/>
              <a:t>.)</a:t>
            </a:r>
            <a:endParaRPr lang="ko-KR" altLang="en-US" sz="1050" dirty="0"/>
          </a:p>
        </p:txBody>
      </p:sp>
      <p:sp>
        <p:nvSpPr>
          <p:cNvPr id="18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GHOST</a:t>
            </a:r>
          </a:p>
        </p:txBody>
      </p:sp>
      <p:sp>
        <p:nvSpPr>
          <p:cNvPr id="19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3382364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2D09FC-C5AA-2D1C-F75A-CE5689DF2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839" y="1389851"/>
            <a:ext cx="10137320" cy="4861244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1542" dirty="0"/>
              <a:t>유령은 </a:t>
            </a:r>
            <a:r>
              <a:rPr lang="en-US" altLang="ko-KR" sz="1542" dirty="0"/>
              <a:t>Chase</a:t>
            </a:r>
            <a:r>
              <a:rPr lang="ko-KR" altLang="en-US" sz="1542" dirty="0"/>
              <a:t>할 때 문 통과할 수 있음</a:t>
            </a:r>
            <a:endParaRPr lang="en-US" altLang="ko-KR" sz="1600" dirty="0"/>
          </a:p>
          <a:p>
            <a:pPr latinLnBrk="0"/>
            <a:endParaRPr lang="en-US" altLang="ko-KR" sz="1600" dirty="0"/>
          </a:p>
          <a:p>
            <a:pPr latinLnBrk="0"/>
            <a:r>
              <a:rPr lang="en-US" altLang="ko-KR" sz="1542" dirty="0"/>
              <a:t>IDLE</a:t>
            </a:r>
            <a:r>
              <a:rPr lang="ko-KR" altLang="en-US" sz="1542" dirty="0"/>
              <a:t>에서 시작한다</a:t>
            </a:r>
            <a:r>
              <a:rPr lang="en-US" altLang="ko-KR" sz="1542" dirty="0"/>
              <a:t>. 15</a:t>
            </a:r>
            <a:r>
              <a:rPr lang="ko-KR" altLang="en-US" sz="1542" dirty="0"/>
              <a:t>초 후 </a:t>
            </a:r>
            <a:r>
              <a:rPr lang="en-US" altLang="ko-KR" sz="1542" dirty="0"/>
              <a:t>ABSENT</a:t>
            </a:r>
            <a:r>
              <a:rPr lang="ko-KR" altLang="en-US" sz="1542" dirty="0"/>
              <a:t>가 된다</a:t>
            </a:r>
            <a:r>
              <a:rPr lang="en-US" altLang="ko-KR" sz="1542" dirty="0"/>
              <a:t>.</a:t>
            </a:r>
          </a:p>
          <a:p>
            <a:pPr latinLnBrk="0"/>
            <a:r>
              <a:rPr lang="en-US" altLang="ko-KR" sz="1542" dirty="0"/>
              <a:t>ABSENT</a:t>
            </a:r>
            <a:r>
              <a:rPr lang="ko-KR" altLang="en-US" sz="1542" dirty="0"/>
              <a:t>일 때</a:t>
            </a:r>
            <a:r>
              <a:rPr lang="en-US" altLang="ko-KR" sz="1542" dirty="0"/>
              <a:t>, </a:t>
            </a:r>
            <a:r>
              <a:rPr lang="ko-KR" altLang="en-US" sz="1542" dirty="0"/>
              <a:t>타겟이 지정되어 있지 않다면 타겟을 지정한다</a:t>
            </a:r>
            <a:r>
              <a:rPr lang="en-US" altLang="ko-KR" sz="1542" dirty="0"/>
              <a:t>. </a:t>
            </a:r>
            <a:r>
              <a:rPr lang="ko-KR" altLang="en-US" sz="1542" dirty="0"/>
              <a:t>타겟이 지정되어 있으면</a:t>
            </a:r>
            <a:r>
              <a:rPr lang="en-US" altLang="ko-KR" sz="1542" dirty="0"/>
              <a:t> </a:t>
            </a:r>
            <a:r>
              <a:rPr lang="ko-KR" altLang="en-US" sz="1542" dirty="0"/>
              <a:t>목적지를 탐색하고 탐색에 성공하면 </a:t>
            </a:r>
            <a:r>
              <a:rPr lang="en-US" altLang="ko-KR" sz="1542" dirty="0"/>
              <a:t>STAIRING</a:t>
            </a:r>
            <a:r>
              <a:rPr lang="ko-KR" altLang="en-US" sz="1542" dirty="0"/>
              <a:t>이 된다</a:t>
            </a:r>
            <a:r>
              <a:rPr lang="en-US" altLang="ko-KR" sz="1542" dirty="0"/>
              <a:t>.</a:t>
            </a:r>
          </a:p>
          <a:p>
            <a:pPr latinLnBrk="0"/>
            <a:r>
              <a:rPr lang="en-US" altLang="ko-KR" sz="1542" dirty="0"/>
              <a:t>STAIRING</a:t>
            </a:r>
            <a:r>
              <a:rPr lang="ko-KR" altLang="en-US" sz="1542" dirty="0"/>
              <a:t>일 때</a:t>
            </a:r>
            <a:r>
              <a:rPr lang="en-US" altLang="ko-KR" sz="1542" dirty="0"/>
              <a:t>, ‘STARING </a:t>
            </a:r>
            <a:r>
              <a:rPr lang="ko-KR" altLang="en-US" sz="1542" dirty="0"/>
              <a:t>타이머가 종료</a:t>
            </a:r>
            <a:r>
              <a:rPr lang="en-US" altLang="ko-KR" sz="1542" dirty="0"/>
              <a:t>’</a:t>
            </a:r>
            <a:r>
              <a:rPr lang="ko-KR" altLang="en-US" sz="1542" dirty="0"/>
              <a:t>되거나 </a:t>
            </a:r>
            <a:r>
              <a:rPr lang="en-US" altLang="ko-KR" sz="1542" dirty="0"/>
              <a:t>‘</a:t>
            </a:r>
            <a:r>
              <a:rPr lang="ko-KR" altLang="en-US" sz="1542" dirty="0"/>
              <a:t>타겟이 쳐다본 횟수가 </a:t>
            </a:r>
            <a:r>
              <a:rPr lang="en-US" altLang="ko-KR" sz="1542" dirty="0"/>
              <a:t>1</a:t>
            </a:r>
            <a:r>
              <a:rPr lang="ko-KR" altLang="en-US" sz="1542" dirty="0"/>
              <a:t>회 이하이고 타겟과의 거리가 </a:t>
            </a:r>
            <a:r>
              <a:rPr lang="en-US" altLang="ko-KR" sz="1542" dirty="0"/>
              <a:t>2m </a:t>
            </a:r>
            <a:r>
              <a:rPr lang="ko-KR" altLang="en-US" sz="1542" dirty="0"/>
              <a:t>초과 </a:t>
            </a:r>
            <a:r>
              <a:rPr lang="en-US" altLang="ko-KR" sz="1542" dirty="0"/>
              <a:t>2.5m </a:t>
            </a:r>
            <a:r>
              <a:rPr lang="ko-KR" altLang="en-US" sz="1542" dirty="0"/>
              <a:t>이하</a:t>
            </a:r>
            <a:r>
              <a:rPr lang="en-US" altLang="ko-KR" sz="1542" dirty="0"/>
              <a:t>’</a:t>
            </a:r>
            <a:r>
              <a:rPr lang="ko-KR" altLang="en-US" sz="1542" dirty="0"/>
              <a:t>이거나 </a:t>
            </a:r>
            <a:r>
              <a:rPr lang="en-US" altLang="ko-KR" sz="1542" dirty="0"/>
              <a:t>‘</a:t>
            </a:r>
            <a:r>
              <a:rPr lang="ko-KR" altLang="en-US" sz="1542" dirty="0"/>
              <a:t>타겟과의 거리가 </a:t>
            </a:r>
            <a:r>
              <a:rPr lang="en-US" altLang="ko-KR" sz="1542" dirty="0"/>
              <a:t>10m </a:t>
            </a:r>
            <a:r>
              <a:rPr lang="ko-KR" altLang="en-US" sz="1542" dirty="0"/>
              <a:t>이상</a:t>
            </a:r>
            <a:r>
              <a:rPr lang="en-US" altLang="ko-KR" sz="1542" dirty="0"/>
              <a:t>’</a:t>
            </a:r>
            <a:r>
              <a:rPr lang="ko-KR" altLang="en-US" sz="1542" dirty="0"/>
              <a:t>이면 </a:t>
            </a:r>
            <a:r>
              <a:rPr lang="en-US" altLang="ko-KR" sz="1542" dirty="0"/>
              <a:t>VANISHING</a:t>
            </a:r>
            <a:r>
              <a:rPr lang="ko-KR" altLang="en-US" sz="1542" dirty="0"/>
              <a:t>이 된다</a:t>
            </a:r>
            <a:r>
              <a:rPr lang="en-US" altLang="ko-KR" sz="1542" dirty="0"/>
              <a:t>.</a:t>
            </a:r>
          </a:p>
          <a:p>
            <a:pPr latinLnBrk="0"/>
            <a:r>
              <a:rPr lang="en-US" altLang="ko-KR" sz="1542" dirty="0"/>
              <a:t>STARING</a:t>
            </a:r>
            <a:r>
              <a:rPr lang="ko-KR" altLang="en-US" sz="1542" dirty="0"/>
              <a:t>일 때</a:t>
            </a:r>
            <a:r>
              <a:rPr lang="en-US" altLang="ko-KR" sz="1542" dirty="0"/>
              <a:t>, ‘</a:t>
            </a:r>
            <a:r>
              <a:rPr lang="ko-KR" altLang="en-US" sz="1542" dirty="0"/>
              <a:t>조건 </a:t>
            </a:r>
            <a:r>
              <a:rPr lang="en-US" altLang="ko-KR" sz="1542" dirty="0"/>
              <a:t>A1,2,3 </a:t>
            </a:r>
            <a:r>
              <a:rPr lang="ko-KR" altLang="en-US" sz="1542" dirty="0"/>
              <a:t>중 하나라도 성공</a:t>
            </a:r>
            <a:r>
              <a:rPr lang="en-US" altLang="ko-KR" sz="1542" dirty="0"/>
              <a:t>’</a:t>
            </a:r>
            <a:r>
              <a:rPr lang="ko-KR" altLang="en-US" sz="1542" dirty="0"/>
              <a:t>하거나 </a:t>
            </a:r>
            <a:r>
              <a:rPr lang="en-US" altLang="ko-KR" sz="1542" dirty="0"/>
              <a:t>‘</a:t>
            </a:r>
            <a:r>
              <a:rPr lang="ko-KR" altLang="en-US" sz="1542" dirty="0"/>
              <a:t>타겟과의 거리가 </a:t>
            </a:r>
            <a:r>
              <a:rPr lang="en-US" altLang="ko-KR" sz="1542" dirty="0"/>
              <a:t>1.5m</a:t>
            </a:r>
            <a:r>
              <a:rPr lang="ko-KR" altLang="en-US" sz="1542" dirty="0"/>
              <a:t>이하</a:t>
            </a:r>
            <a:r>
              <a:rPr lang="en-US" altLang="ko-KR" sz="1542" dirty="0"/>
              <a:t>’</a:t>
            </a:r>
            <a:r>
              <a:rPr lang="ko-KR" altLang="en-US" sz="1542" dirty="0"/>
              <a:t>이면 </a:t>
            </a:r>
            <a:r>
              <a:rPr lang="en-US" altLang="ko-KR" sz="1542" dirty="0"/>
              <a:t>CHASE</a:t>
            </a:r>
            <a:r>
              <a:rPr lang="ko-KR" altLang="en-US" sz="1542" dirty="0"/>
              <a:t>가 된다</a:t>
            </a:r>
            <a:r>
              <a:rPr lang="en-US" altLang="ko-KR" sz="1542" dirty="0"/>
              <a:t>. </a:t>
            </a:r>
            <a:r>
              <a:rPr lang="ko-KR" altLang="en-US" sz="1542" dirty="0"/>
              <a:t>조건 </a:t>
            </a:r>
            <a:r>
              <a:rPr lang="en-US" altLang="ko-KR" sz="1542" dirty="0"/>
              <a:t>A1,2,3</a:t>
            </a:r>
            <a:r>
              <a:rPr lang="ko-KR" altLang="en-US" sz="1542" dirty="0"/>
              <a:t>는 현재 </a:t>
            </a:r>
            <a:r>
              <a:rPr lang="en-US" altLang="ko-KR" sz="1542" dirty="0"/>
              <a:t>Staring </a:t>
            </a:r>
            <a:r>
              <a:rPr lang="ko-KR" altLang="en-US" sz="1542" dirty="0"/>
              <a:t>상태 내에서 각 조건에 최초로 부합하는 순간 딱 한 번씩만 검사한다</a:t>
            </a:r>
            <a:r>
              <a:rPr lang="en-US" altLang="ko-KR" sz="1542" dirty="0"/>
              <a:t>. (</a:t>
            </a:r>
            <a:r>
              <a:rPr lang="ko-KR" altLang="en-US" sz="1542" dirty="0"/>
              <a:t>실패해도 상태가 바뀌기 전까지 해당 조건은 다시 검사하지 않는다</a:t>
            </a:r>
            <a:r>
              <a:rPr lang="en-US" altLang="ko-KR" sz="1542" dirty="0"/>
              <a:t>.)</a:t>
            </a:r>
          </a:p>
          <a:p>
            <a:pPr latinLnBrk="0"/>
            <a:r>
              <a:rPr lang="en-US" altLang="ko-KR" sz="1542" dirty="0"/>
              <a:t>CHASE</a:t>
            </a:r>
            <a:r>
              <a:rPr lang="ko-KR" altLang="en-US" sz="1542" dirty="0"/>
              <a:t>일 때</a:t>
            </a:r>
            <a:r>
              <a:rPr lang="en-US" altLang="ko-KR" sz="1542" dirty="0"/>
              <a:t>, </a:t>
            </a:r>
            <a:r>
              <a:rPr lang="en-US" altLang="ko-KR" sz="1542" dirty="0">
                <a:solidFill>
                  <a:srgbClr val="000000"/>
                </a:solidFill>
                <a:latin typeface="Helvetica" panose="020B0604020202020204" pitchFamily="34" charset="0"/>
              </a:rPr>
              <a:t>‘</a:t>
            </a:r>
            <a:r>
              <a:rPr lang="ko-KR" altLang="en-US" sz="1542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추적 종료 시간이</a:t>
            </a:r>
            <a:r>
              <a:rPr lang="en-US" altLang="ko-KR" sz="1542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ko-KR" altLang="en-US" sz="1542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경과</a:t>
            </a:r>
            <a:r>
              <a:rPr lang="en-US" altLang="ko-KR" sz="1542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’</a:t>
            </a:r>
            <a:r>
              <a:rPr lang="ko-KR" altLang="en-US" sz="1542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하거나 </a:t>
            </a:r>
            <a:r>
              <a:rPr lang="en-US" altLang="ko-KR" sz="1542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‘</a:t>
            </a:r>
            <a:r>
              <a:rPr lang="ko-KR" altLang="en-US" sz="1542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타겟과의 거리가 </a:t>
            </a:r>
            <a:r>
              <a:rPr lang="en-US" altLang="ko-KR" sz="1542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30m </a:t>
            </a:r>
            <a:r>
              <a:rPr lang="ko-KR" altLang="en-US" sz="1542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이상</a:t>
            </a:r>
            <a:r>
              <a:rPr lang="en-US" altLang="ko-KR" sz="1542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’</a:t>
            </a:r>
            <a:r>
              <a:rPr lang="ko-KR" altLang="en-US" sz="1542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이 되거나 </a:t>
            </a:r>
            <a:r>
              <a:rPr lang="en-US" altLang="ko-KR" sz="1542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‘</a:t>
            </a:r>
            <a:r>
              <a:rPr lang="ko-KR" altLang="en-US" sz="1542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타겟과 충돌</a:t>
            </a:r>
            <a:r>
              <a:rPr lang="en-US" altLang="ko-KR" sz="1542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‘</a:t>
            </a:r>
            <a:r>
              <a:rPr lang="ko-KR" altLang="en-US" sz="1542" dirty="0">
                <a:solidFill>
                  <a:srgbClr val="000000"/>
                </a:solidFill>
                <a:latin typeface="Helvetica" panose="020B0604020202020204" pitchFamily="34" charset="0"/>
              </a:rPr>
              <a:t>하면 </a:t>
            </a:r>
            <a:r>
              <a:rPr lang="en-US" altLang="ko-KR" sz="1542" dirty="0">
                <a:solidFill>
                  <a:srgbClr val="000000"/>
                </a:solidFill>
                <a:latin typeface="Helvetica" panose="020B0604020202020204" pitchFamily="34" charset="0"/>
              </a:rPr>
              <a:t>VANISHING</a:t>
            </a:r>
            <a:r>
              <a:rPr lang="ko-KR" altLang="en-US" sz="1542" dirty="0">
                <a:solidFill>
                  <a:srgbClr val="000000"/>
                </a:solidFill>
                <a:latin typeface="Helvetica" panose="020B0604020202020204" pitchFamily="34" charset="0"/>
              </a:rPr>
              <a:t>이 된다</a:t>
            </a:r>
            <a:r>
              <a:rPr lang="en-US" altLang="ko-KR" sz="1542" dirty="0">
                <a:solidFill>
                  <a:srgbClr val="000000"/>
                </a:solidFill>
                <a:latin typeface="Helvetica" panose="020B0604020202020204" pitchFamily="34" charset="0"/>
              </a:rPr>
              <a:t>.</a:t>
            </a:r>
          </a:p>
          <a:p>
            <a:pPr latinLnBrk="0"/>
            <a:r>
              <a:rPr lang="en-US" altLang="ko-KR" sz="1542" dirty="0">
                <a:solidFill>
                  <a:srgbClr val="000000"/>
                </a:solidFill>
                <a:latin typeface="Helvetica" panose="020B0604020202020204" pitchFamily="34" charset="0"/>
              </a:rPr>
              <a:t>VANISHNG</a:t>
            </a:r>
            <a:r>
              <a:rPr lang="ko-KR" altLang="en-US" sz="1542" dirty="0">
                <a:solidFill>
                  <a:srgbClr val="000000"/>
                </a:solidFill>
                <a:latin typeface="Helvetica" panose="020B0604020202020204" pitchFamily="34" charset="0"/>
              </a:rPr>
              <a:t>이후 아무 조건 없이 </a:t>
            </a:r>
            <a:r>
              <a:rPr lang="en-US" altLang="ko-KR" sz="1542" dirty="0">
                <a:solidFill>
                  <a:srgbClr val="000000"/>
                </a:solidFill>
                <a:latin typeface="Helvetica" panose="020B0604020202020204" pitchFamily="34" charset="0"/>
              </a:rPr>
              <a:t>IDLE</a:t>
            </a:r>
            <a:r>
              <a:rPr lang="ko-KR" altLang="en-US" sz="1542" dirty="0">
                <a:solidFill>
                  <a:srgbClr val="000000"/>
                </a:solidFill>
                <a:latin typeface="Helvetica" panose="020B0604020202020204" pitchFamily="34" charset="0"/>
              </a:rPr>
              <a:t>이 된다</a:t>
            </a:r>
            <a:r>
              <a:rPr lang="en-US" altLang="ko-KR" sz="1542" dirty="0">
                <a:solidFill>
                  <a:srgbClr val="000000"/>
                </a:solidFill>
                <a:latin typeface="Helvetica" panose="020B0604020202020204" pitchFamily="34" charset="0"/>
              </a:rPr>
              <a:t>.</a:t>
            </a:r>
          </a:p>
        </p:txBody>
      </p:sp>
      <p:sp>
        <p:nvSpPr>
          <p:cNvPr id="7" name="제목 2">
            <a:extLst>
              <a:ext uri="{FF2B5EF4-FFF2-40B4-BE49-F238E27FC236}">
                <a16:creationId xmlns:a16="http://schemas.microsoft.com/office/drawing/2014/main" id="{807D3CDE-51FC-4237-6A79-20DD8AF19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설명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FDAB6D4-B28B-8A96-F843-760CA5FE7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671" y="5330353"/>
            <a:ext cx="8426089" cy="1225895"/>
          </a:xfrm>
          <a:prstGeom prst="rect">
            <a:avLst/>
          </a:prstGeom>
        </p:spPr>
      </p:pic>
      <p:sp>
        <p:nvSpPr>
          <p:cNvPr id="10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GHOST</a:t>
            </a:r>
          </a:p>
        </p:txBody>
      </p:sp>
      <p:sp>
        <p:nvSpPr>
          <p:cNvPr id="11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62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093978-945C-97B8-7589-5ED65CECF4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9767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24546C-ECF7-9744-CD19-CC835A950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B0D78C3-2131-502D-B080-AFD5C7BF1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368724"/>
            <a:ext cx="9372600" cy="332399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 dirty="0">
                <a:solidFill>
                  <a:srgbClr val="16181D"/>
                </a:solidFill>
                <a:latin typeface="맑은 고딕"/>
              </a:rPr>
              <a:t>설명 </a:t>
            </a:r>
            <a:r>
              <a:rPr lang="en-US" altLang="ko-KR" sz="2400" b="1" dirty="0">
                <a:solidFill>
                  <a:srgbClr val="16181D"/>
                </a:solidFill>
                <a:latin typeface="맑은 고딕"/>
              </a:rPr>
              <a:t>– </a:t>
            </a:r>
            <a:r>
              <a:rPr lang="ko-KR" altLang="en-US" sz="2400" b="1" dirty="0">
                <a:solidFill>
                  <a:srgbClr val="16181D"/>
                </a:solidFill>
                <a:latin typeface="맑은 고딕"/>
              </a:rPr>
              <a:t>타겟 지정 조건과 방식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9CE85B-EADC-8C6D-9DCB-FC4092504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780" y="1421515"/>
            <a:ext cx="9440379" cy="4527033"/>
          </a:xfrm>
        </p:spPr>
        <p:txBody>
          <a:bodyPr>
            <a:normAutofit/>
          </a:bodyPr>
          <a:lstStyle/>
          <a:p>
            <a:pPr marL="342900" indent="-342900" latinLnBrk="0">
              <a:buAutoNum type="arabicPeriod"/>
            </a:pPr>
            <a:r>
              <a:rPr lang="ko-KR" altLang="en-US" sz="1256">
                <a:ea typeface="+mn-lt"/>
                <a:cs typeface="+mn-lt"/>
              </a:rPr>
              <a:t>타겟이 지정되지 않았을 때</a:t>
            </a:r>
            <a:r>
              <a:rPr lang="en-US" altLang="ko-KR" sz="1256">
                <a:ea typeface="+mn-lt"/>
                <a:cs typeface="+mn-lt"/>
              </a:rPr>
              <a:t>, Absent </a:t>
            </a:r>
            <a:r>
              <a:rPr lang="ko-KR" altLang="en-US" sz="1256">
                <a:ea typeface="+mn-lt"/>
                <a:cs typeface="+mn-lt"/>
              </a:rPr>
              <a:t>가 된 순간을 기준으로</a:t>
            </a:r>
            <a:r>
              <a:rPr lang="en-US" altLang="ko-KR" sz="1256">
                <a:ea typeface="+mn-lt"/>
                <a:cs typeface="+mn-lt"/>
              </a:rPr>
              <a:t>, </a:t>
            </a:r>
            <a:r>
              <a:rPr lang="ko-KR" altLang="en-US" sz="1256">
                <a:ea typeface="+mn-lt"/>
                <a:cs typeface="+mn-lt"/>
              </a:rPr>
              <a:t>아래 조건을 하나라도 만족하는 플레이어는 </a:t>
            </a:r>
            <a:r>
              <a:rPr lang="en-US" altLang="ko-KR" sz="1256">
                <a:ea typeface="+mn-lt"/>
                <a:cs typeface="+mn-lt"/>
              </a:rPr>
              <a:t>‘</a:t>
            </a:r>
            <a:r>
              <a:rPr lang="ko-KR" altLang="en-US" sz="1256">
                <a:ea typeface="+mn-lt"/>
                <a:cs typeface="+mn-lt"/>
              </a:rPr>
              <a:t>타겟 후보</a:t>
            </a:r>
            <a:r>
              <a:rPr lang="en-US" altLang="ko-KR" sz="1256">
                <a:ea typeface="+mn-lt"/>
                <a:cs typeface="+mn-lt"/>
              </a:rPr>
              <a:t>’</a:t>
            </a:r>
            <a:r>
              <a:rPr lang="ko-KR" altLang="en-US" sz="1256">
                <a:ea typeface="+mn-lt"/>
                <a:cs typeface="+mn-lt"/>
              </a:rPr>
              <a:t>가 된다</a:t>
            </a:r>
            <a:r>
              <a:rPr lang="en-US" altLang="ko-KR" sz="1256">
                <a:ea typeface="+mn-lt"/>
                <a:cs typeface="+mn-lt"/>
              </a:rPr>
              <a:t>.</a:t>
            </a:r>
            <a:r>
              <a:rPr lang="ko-KR" altLang="en-US" sz="1256">
                <a:ea typeface="+mn-lt"/>
                <a:cs typeface="+mn-lt"/>
              </a:rPr>
              <a:t> </a:t>
            </a:r>
            <a:br>
              <a:rPr lang="en-US" altLang="ko-KR" sz="1400" dirty="0">
                <a:ea typeface="+mn-lt"/>
                <a:cs typeface="+mn-lt"/>
              </a:rPr>
            </a:br>
            <a:r>
              <a:rPr lang="ko-KR" altLang="en-US" sz="1256">
                <a:ea typeface="+mn-lt"/>
                <a:cs typeface="+mn-lt"/>
              </a:rPr>
              <a:t>타겟 후보 중 무작위로 선택된 </a:t>
            </a:r>
            <a:r>
              <a:rPr lang="en-US" altLang="ko-KR" sz="1256">
                <a:ea typeface="+mn-lt"/>
                <a:cs typeface="+mn-lt"/>
              </a:rPr>
              <a:t>1 </a:t>
            </a:r>
            <a:r>
              <a:rPr lang="ko-KR" altLang="en-US" sz="1256">
                <a:ea typeface="+mn-lt"/>
                <a:cs typeface="+mn-lt"/>
              </a:rPr>
              <a:t>인이 </a:t>
            </a:r>
            <a:r>
              <a:rPr lang="en-US" altLang="ko-KR" sz="1256">
                <a:ea typeface="+mn-lt"/>
                <a:cs typeface="+mn-lt"/>
              </a:rPr>
              <a:t>‘</a:t>
            </a:r>
            <a:r>
              <a:rPr lang="ko-KR" altLang="en-US" sz="1256">
                <a:ea typeface="+mn-lt"/>
                <a:cs typeface="+mn-lt"/>
              </a:rPr>
              <a:t>타겟</a:t>
            </a:r>
            <a:r>
              <a:rPr lang="en-US" altLang="ko-KR" sz="1256">
                <a:ea typeface="+mn-lt"/>
                <a:cs typeface="+mn-lt"/>
              </a:rPr>
              <a:t>’</a:t>
            </a:r>
            <a:r>
              <a:rPr lang="ko-KR" altLang="en-US" sz="1256">
                <a:ea typeface="+mn-lt"/>
                <a:cs typeface="+mn-lt"/>
              </a:rPr>
              <a:t>이 된다</a:t>
            </a:r>
            <a:r>
              <a:rPr lang="en-US" altLang="ko-KR" sz="1256">
                <a:ea typeface="+mn-lt"/>
                <a:cs typeface="+mn-lt"/>
              </a:rPr>
              <a:t>.</a:t>
            </a:r>
            <a:br>
              <a:rPr lang="en-US" altLang="ko-KR" sz="1400" dirty="0">
                <a:ea typeface="+mn-lt"/>
                <a:cs typeface="+mn-lt"/>
              </a:rPr>
            </a:br>
            <a:br>
              <a:rPr lang="en-US" altLang="ko-KR" sz="1400" dirty="0">
                <a:ea typeface="+mn-lt"/>
                <a:cs typeface="+mn-lt"/>
              </a:rPr>
            </a:br>
            <a:r>
              <a:rPr lang="ko-KR" altLang="en-US" sz="1256">
                <a:ea typeface="+mn-lt"/>
                <a:cs typeface="+mn-lt"/>
              </a:rPr>
              <a:t>조건 </a:t>
            </a:r>
            <a:r>
              <a:rPr lang="en-US" altLang="ko-KR" sz="1256">
                <a:ea typeface="+mn-lt"/>
                <a:cs typeface="+mn-lt"/>
              </a:rPr>
              <a:t>1. </a:t>
            </a:r>
            <a:r>
              <a:rPr lang="ko-KR" altLang="en-US" sz="1256">
                <a:ea typeface="+mn-lt"/>
                <a:cs typeface="+mn-lt"/>
              </a:rPr>
              <a:t>누적된 </a:t>
            </a:r>
            <a:r>
              <a:rPr lang="en-US" altLang="ko-KR" sz="1256">
                <a:ea typeface="+mn-lt"/>
                <a:cs typeface="+mn-lt"/>
              </a:rPr>
              <a:t>Fear </a:t>
            </a:r>
            <a:r>
              <a:rPr lang="ko-KR" altLang="en-US" sz="1256">
                <a:ea typeface="+mn-lt"/>
                <a:cs typeface="+mn-lt"/>
              </a:rPr>
              <a:t>값이 가장 높음</a:t>
            </a:r>
            <a:br>
              <a:rPr lang="en-US" altLang="ko-KR" sz="1400" dirty="0">
                <a:ea typeface="+mn-lt"/>
                <a:cs typeface="+mn-lt"/>
              </a:rPr>
            </a:br>
            <a:r>
              <a:rPr lang="ko-KR" altLang="en-US" sz="1256">
                <a:ea typeface="+mn-lt"/>
                <a:cs typeface="+mn-lt"/>
              </a:rPr>
              <a:t>조건 </a:t>
            </a:r>
            <a:r>
              <a:rPr lang="en-US" altLang="ko-KR" sz="1256">
                <a:ea typeface="+mn-lt"/>
                <a:cs typeface="+mn-lt"/>
              </a:rPr>
              <a:t>2. </a:t>
            </a:r>
            <a:r>
              <a:rPr lang="ko-KR" altLang="en-US" sz="1256">
                <a:ea typeface="+mn-lt"/>
                <a:cs typeface="+mn-lt"/>
              </a:rPr>
              <a:t>누적된 </a:t>
            </a:r>
            <a:r>
              <a:rPr lang="en-US" altLang="ko-KR" sz="1256">
                <a:ea typeface="+mn-lt"/>
                <a:cs typeface="+mn-lt"/>
              </a:rPr>
              <a:t>Fear </a:t>
            </a:r>
            <a:r>
              <a:rPr lang="ko-KR" altLang="en-US" sz="1256">
                <a:ea typeface="+mn-lt"/>
                <a:cs typeface="+mn-lt"/>
              </a:rPr>
              <a:t>값이 가장 낮음</a:t>
            </a:r>
            <a:br>
              <a:rPr lang="en-US" altLang="ko-KR" sz="1400" dirty="0">
                <a:ea typeface="+mn-lt"/>
                <a:cs typeface="+mn-lt"/>
              </a:rPr>
            </a:br>
            <a:r>
              <a:rPr lang="ko-KR" altLang="en-US" sz="1256">
                <a:ea typeface="+mn-lt"/>
                <a:cs typeface="+mn-lt"/>
              </a:rPr>
              <a:t>조건 </a:t>
            </a:r>
            <a:r>
              <a:rPr lang="en-US" altLang="ko-KR" sz="1256">
                <a:ea typeface="+mn-lt"/>
                <a:cs typeface="+mn-lt"/>
              </a:rPr>
              <a:t>3. </a:t>
            </a:r>
            <a:r>
              <a:rPr lang="ko-KR" altLang="en-US" sz="1256">
                <a:ea typeface="+mn-lt"/>
                <a:cs typeface="+mn-lt"/>
              </a:rPr>
              <a:t>습득한 스크랩들의 총 가격이 가장 높음</a:t>
            </a:r>
            <a:endParaRPr lang="en-US" altLang="ko-KR" sz="1400" dirty="0">
              <a:ea typeface="+mn-lt"/>
              <a:cs typeface="+mn-lt"/>
            </a:endParaRPr>
          </a:p>
          <a:p>
            <a:pPr marL="342900" indent="-342900" latinLnBrk="0">
              <a:buAutoNum type="arabicPeriod"/>
            </a:pPr>
            <a:r>
              <a:rPr lang="ko-KR" altLang="en-US" sz="1256">
                <a:ea typeface="+mn-lt"/>
                <a:cs typeface="+mn-lt"/>
              </a:rPr>
              <a:t>각 조건에 부합하는 플레이어가 여러 명일 경우</a:t>
            </a:r>
            <a:r>
              <a:rPr lang="en-US" altLang="ko-KR" sz="1256">
                <a:ea typeface="+mn-lt"/>
                <a:cs typeface="+mn-lt"/>
              </a:rPr>
              <a:t>, </a:t>
            </a:r>
            <a:r>
              <a:rPr lang="ko-KR" altLang="en-US" sz="1256">
                <a:ea typeface="+mn-lt"/>
                <a:cs typeface="+mn-lt"/>
              </a:rPr>
              <a:t>모두 타겟 후보가 된다</a:t>
            </a:r>
            <a:r>
              <a:rPr lang="en-US" altLang="ko-KR" sz="1256">
                <a:ea typeface="+mn-lt"/>
                <a:cs typeface="+mn-lt"/>
              </a:rPr>
              <a:t>.</a:t>
            </a:r>
            <a:br>
              <a:rPr lang="en-US" altLang="ko-KR" sz="1400" dirty="0">
                <a:ea typeface="+mn-lt"/>
                <a:cs typeface="+mn-lt"/>
              </a:rPr>
            </a:br>
            <a:r>
              <a:rPr lang="en-US" altLang="ko-KR" sz="1256">
                <a:ea typeface="+mn-lt"/>
                <a:cs typeface="+mn-lt"/>
              </a:rPr>
              <a:t>(Ex. </a:t>
            </a:r>
            <a:r>
              <a:rPr lang="ko-KR" altLang="en-US" sz="1256">
                <a:ea typeface="+mn-lt"/>
                <a:cs typeface="+mn-lt"/>
              </a:rPr>
              <a:t>모든 플레이어의 누적된 </a:t>
            </a:r>
            <a:r>
              <a:rPr lang="en-US" altLang="ko-KR" sz="1256">
                <a:ea typeface="+mn-lt"/>
                <a:cs typeface="+mn-lt"/>
              </a:rPr>
              <a:t>Fear </a:t>
            </a:r>
            <a:r>
              <a:rPr lang="ko-KR" altLang="en-US" sz="1256">
                <a:ea typeface="+mn-lt"/>
                <a:cs typeface="+mn-lt"/>
              </a:rPr>
              <a:t>값이 동일할 경우</a:t>
            </a:r>
            <a:r>
              <a:rPr lang="en-US" altLang="ko-KR" sz="1256">
                <a:ea typeface="+mn-lt"/>
                <a:cs typeface="+mn-lt"/>
              </a:rPr>
              <a:t>, </a:t>
            </a:r>
            <a:r>
              <a:rPr lang="ko-KR" altLang="en-US" sz="1256">
                <a:ea typeface="+mn-lt"/>
                <a:cs typeface="+mn-lt"/>
              </a:rPr>
              <a:t>타겟 후보는 전원</a:t>
            </a:r>
            <a:r>
              <a:rPr lang="en-US" altLang="ko-KR" sz="1256">
                <a:ea typeface="+mn-lt"/>
                <a:cs typeface="+mn-lt"/>
              </a:rPr>
              <a:t>.)</a:t>
            </a:r>
          </a:p>
          <a:p>
            <a:pPr marL="342900" indent="-342900" latinLnBrk="0">
              <a:buAutoNum type="arabicPeriod"/>
            </a:pPr>
            <a:r>
              <a:rPr lang="ko-KR" altLang="en-US" sz="1256"/>
              <a:t>단</a:t>
            </a:r>
            <a:r>
              <a:rPr lang="en-US" altLang="ko-KR" sz="1256"/>
              <a:t>, </a:t>
            </a:r>
            <a:r>
              <a:rPr lang="ko-KR" altLang="en-US" sz="1256"/>
              <a:t>한 플레이어가 여러 조건을 동시에 만족하더라도 타겟 후보 목록에는 중복 없이 </a:t>
            </a:r>
            <a:r>
              <a:rPr lang="en-US" altLang="ko-KR" sz="1256"/>
              <a:t>1</a:t>
            </a:r>
            <a:r>
              <a:rPr lang="ko-KR" altLang="en-US" sz="1256"/>
              <a:t>번만 등록된다</a:t>
            </a:r>
            <a:endParaRPr lang="en-US" altLang="ko-KR" sz="1400" dirty="0">
              <a:ea typeface="+mn-lt"/>
              <a:cs typeface="+mn-lt"/>
            </a:endParaRPr>
          </a:p>
          <a:p>
            <a:pPr marL="342900" indent="-342900" latinLnBrk="0">
              <a:buAutoNum type="arabicPeriod"/>
            </a:pPr>
            <a:r>
              <a:rPr lang="ko-KR" altLang="en-US" sz="1256">
                <a:ea typeface="+mn-lt"/>
                <a:cs typeface="+mn-lt"/>
              </a:rPr>
              <a:t>게임 도중</a:t>
            </a:r>
            <a:r>
              <a:rPr lang="en-US" altLang="ko-KR" sz="1256">
                <a:ea typeface="+mn-lt"/>
                <a:cs typeface="+mn-lt"/>
              </a:rPr>
              <a:t>, </a:t>
            </a:r>
            <a:r>
              <a:rPr lang="ko-KR" altLang="en-US" sz="1256">
                <a:ea typeface="+mn-lt"/>
                <a:cs typeface="+mn-lt"/>
              </a:rPr>
              <a:t>타겟 플레이어가 게임을 나가거나 사망한다면</a:t>
            </a:r>
            <a:r>
              <a:rPr lang="en-US" altLang="ko-KR" sz="1256">
                <a:ea typeface="+mn-lt"/>
                <a:cs typeface="+mn-lt"/>
              </a:rPr>
              <a:t>, </a:t>
            </a:r>
            <a:r>
              <a:rPr lang="ko-KR" altLang="en-US" sz="1256">
                <a:ea typeface="+mn-lt"/>
                <a:cs typeface="+mn-lt"/>
              </a:rPr>
              <a:t>유령은 활동을 멈추고 즉시 사라진다</a:t>
            </a:r>
            <a:r>
              <a:rPr lang="en-US" altLang="ko-KR" sz="1256">
                <a:ea typeface="+mn-lt"/>
                <a:cs typeface="+mn-lt"/>
              </a:rPr>
              <a:t>. </a:t>
            </a:r>
            <a:r>
              <a:rPr lang="ko-KR" altLang="en-US" sz="1256" err="1">
                <a:ea typeface="+mn-lt"/>
                <a:cs typeface="+mn-lt"/>
              </a:rPr>
              <a:t>스탯을</a:t>
            </a:r>
            <a:r>
              <a:rPr lang="ko-KR" altLang="en-US" sz="1256">
                <a:ea typeface="+mn-lt"/>
                <a:cs typeface="+mn-lt"/>
              </a:rPr>
              <a:t> 초기화한다</a:t>
            </a:r>
            <a:r>
              <a:rPr lang="en-US" altLang="ko-KR" sz="1256">
                <a:ea typeface="+mn-lt"/>
                <a:cs typeface="+mn-lt"/>
              </a:rPr>
              <a:t>.</a:t>
            </a:r>
          </a:p>
          <a:p>
            <a:pPr marL="342900" indent="-342900" latinLnBrk="0">
              <a:buAutoNum type="arabicPeriod"/>
            </a:pPr>
            <a:r>
              <a:rPr lang="ko-KR" altLang="en-US" sz="1256">
                <a:ea typeface="+mn-lt"/>
                <a:cs typeface="+mn-lt"/>
              </a:rPr>
              <a:t>휴식 시간 후</a:t>
            </a:r>
            <a:r>
              <a:rPr lang="en-US" altLang="ko-KR" sz="1256">
                <a:ea typeface="+mn-lt"/>
                <a:cs typeface="+mn-lt"/>
              </a:rPr>
              <a:t>, </a:t>
            </a:r>
            <a:r>
              <a:rPr lang="ko-KR" altLang="en-US" sz="1256">
                <a:ea typeface="+mn-lt"/>
                <a:cs typeface="+mn-lt"/>
              </a:rPr>
              <a:t>유령은 </a:t>
            </a:r>
            <a:r>
              <a:rPr lang="en-US" altLang="ko-KR" sz="1256">
                <a:ea typeface="+mn-lt"/>
                <a:cs typeface="+mn-lt"/>
              </a:rPr>
              <a:t>Idle </a:t>
            </a:r>
            <a:r>
              <a:rPr lang="ko-KR" altLang="en-US" sz="1256">
                <a:ea typeface="+mn-lt"/>
                <a:cs typeface="+mn-lt"/>
              </a:rPr>
              <a:t>상태에서 다시 시작한다</a:t>
            </a:r>
            <a:r>
              <a:rPr lang="en-US" altLang="ko-KR" sz="1256">
                <a:ea typeface="+mn-lt"/>
                <a:cs typeface="+mn-lt"/>
              </a:rPr>
              <a:t>.</a:t>
            </a:r>
          </a:p>
        </p:txBody>
      </p:sp>
      <p:sp>
        <p:nvSpPr>
          <p:cNvPr id="5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GHOST</a:t>
            </a:r>
          </a:p>
        </p:txBody>
      </p:sp>
      <p:sp>
        <p:nvSpPr>
          <p:cNvPr id="6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63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B23C299-1E39-E663-8BA4-0D523D6A0B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19131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B8F3CD-3C6A-4334-1694-89A98E2FE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FAB249A-0CC1-9AC0-FDA8-04B7E272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368724"/>
            <a:ext cx="9372600" cy="332399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 dirty="0">
                <a:solidFill>
                  <a:srgbClr val="16181D"/>
                </a:solidFill>
                <a:latin typeface="맑은 고딕"/>
              </a:rPr>
              <a:t>설명 </a:t>
            </a:r>
            <a:r>
              <a:rPr lang="en-US" altLang="ko-KR" sz="2400" b="1" dirty="0">
                <a:solidFill>
                  <a:srgbClr val="16181D"/>
                </a:solidFill>
                <a:latin typeface="맑은 고딕"/>
              </a:rPr>
              <a:t>– </a:t>
            </a:r>
            <a:r>
              <a:rPr lang="ko-KR" altLang="en-US" sz="2400" b="1" dirty="0">
                <a:solidFill>
                  <a:srgbClr val="16181D"/>
                </a:solidFill>
                <a:latin typeface="맑은 고딕"/>
              </a:rPr>
              <a:t>목적지 탐색 방식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C11541-C71F-8525-A499-A8CBE94B2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2088" y="1115568"/>
            <a:ext cx="8993324" cy="4312653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1368" b="1">
                <a:solidFill>
                  <a:srgbClr val="FF0000"/>
                </a:solidFill>
                <a:ea typeface="+mn-lt"/>
                <a:cs typeface="+mn-lt"/>
              </a:rPr>
              <a:t>플레이어와 동일한 큐브 안에서</a:t>
            </a:r>
            <a:r>
              <a:rPr lang="en-US" altLang="ko-KR" sz="1368" b="1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ko-KR" altLang="en-US" sz="1368" b="1">
                <a:solidFill>
                  <a:srgbClr val="FF0000"/>
                </a:solidFill>
                <a:ea typeface="+mn-lt"/>
                <a:cs typeface="+mn-lt"/>
              </a:rPr>
              <a:t>플레이어 방향의 반대 방향 </a:t>
            </a:r>
            <a:r>
              <a:rPr lang="en-US" altLang="ko-KR" sz="1368" b="1">
                <a:solidFill>
                  <a:srgbClr val="FF0000"/>
                </a:solidFill>
                <a:ea typeface="+mn-lt"/>
                <a:cs typeface="+mn-lt"/>
              </a:rPr>
              <a:t>4m </a:t>
            </a:r>
            <a:r>
              <a:rPr lang="ko-KR" altLang="en-US" sz="1368" b="1">
                <a:solidFill>
                  <a:srgbClr val="FF0000"/>
                </a:solidFill>
                <a:ea typeface="+mn-lt"/>
                <a:cs typeface="+mn-lt"/>
              </a:rPr>
              <a:t>떨어진 빈 지점</a:t>
            </a:r>
            <a:r>
              <a:rPr lang="ko-KR" altLang="en-US" sz="1368">
                <a:ea typeface="+mn-lt"/>
                <a:cs typeface="+mn-lt"/>
              </a:rPr>
              <a:t>을 목적지로 설정한다</a:t>
            </a:r>
            <a:r>
              <a:rPr lang="en-US" altLang="ko-KR" sz="1368">
                <a:ea typeface="+mn-lt"/>
                <a:cs typeface="+mn-lt"/>
              </a:rPr>
              <a:t>.</a:t>
            </a:r>
            <a:br>
              <a:rPr lang="en-US" altLang="ko-KR" sz="1600" dirty="0">
                <a:ea typeface="+mn-lt"/>
                <a:cs typeface="+mn-lt"/>
              </a:rPr>
            </a:br>
            <a:r>
              <a:rPr lang="en-US" altLang="ko-KR" sz="1026">
                <a:ea typeface="+mn-lt"/>
                <a:cs typeface="+mn-lt"/>
              </a:rPr>
              <a:t>(*</a:t>
            </a:r>
            <a:r>
              <a:rPr lang="ko-KR" altLang="en-US" sz="1026">
                <a:ea typeface="+mn-lt"/>
                <a:cs typeface="+mn-lt"/>
              </a:rPr>
              <a:t>빈 지점</a:t>
            </a:r>
            <a:r>
              <a:rPr lang="en-US" altLang="ko-KR" sz="1026">
                <a:ea typeface="+mn-lt"/>
                <a:cs typeface="+mn-lt"/>
              </a:rPr>
              <a:t>: </a:t>
            </a:r>
            <a:r>
              <a:rPr lang="ko-KR" altLang="en-US" sz="1026">
                <a:ea typeface="+mn-lt"/>
                <a:cs typeface="+mn-lt"/>
              </a:rPr>
              <a:t>해당 위치에 벽</a:t>
            </a:r>
            <a:r>
              <a:rPr lang="en-US" altLang="ko-KR" sz="1026">
                <a:ea typeface="+mn-lt"/>
                <a:cs typeface="+mn-lt"/>
              </a:rPr>
              <a:t>, </a:t>
            </a:r>
            <a:r>
              <a:rPr lang="ko-KR" altLang="en-US" sz="1026">
                <a:ea typeface="+mn-lt"/>
                <a:cs typeface="+mn-lt"/>
              </a:rPr>
              <a:t>문</a:t>
            </a:r>
            <a:r>
              <a:rPr lang="en-US" altLang="ko-KR" sz="1026">
                <a:ea typeface="+mn-lt"/>
                <a:cs typeface="+mn-lt"/>
              </a:rPr>
              <a:t>, </a:t>
            </a:r>
            <a:r>
              <a:rPr lang="ko-KR" altLang="en-US" sz="1026">
                <a:ea typeface="+mn-lt"/>
                <a:cs typeface="+mn-lt"/>
              </a:rPr>
              <a:t>가구</a:t>
            </a:r>
            <a:r>
              <a:rPr lang="en-US" altLang="ko-KR" sz="1026">
                <a:ea typeface="+mn-lt"/>
                <a:cs typeface="+mn-lt"/>
              </a:rPr>
              <a:t>(</a:t>
            </a:r>
            <a:r>
              <a:rPr lang="ko-KR" altLang="en-US" sz="1026">
                <a:ea typeface="+mn-lt"/>
                <a:cs typeface="+mn-lt"/>
              </a:rPr>
              <a:t>선반</a:t>
            </a:r>
            <a:r>
              <a:rPr lang="en-US" altLang="ko-KR" sz="1026">
                <a:ea typeface="+mn-lt"/>
                <a:cs typeface="+mn-lt"/>
              </a:rPr>
              <a:t>, </a:t>
            </a:r>
            <a:r>
              <a:rPr lang="ko-KR" altLang="en-US" sz="1026">
                <a:ea typeface="+mn-lt"/>
                <a:cs typeface="+mn-lt"/>
              </a:rPr>
              <a:t>판매기 등</a:t>
            </a:r>
            <a:r>
              <a:rPr lang="en-US" altLang="ko-KR" sz="1026">
                <a:ea typeface="+mn-lt"/>
                <a:cs typeface="+mn-lt"/>
              </a:rPr>
              <a:t>), </a:t>
            </a:r>
            <a:r>
              <a:rPr lang="ko-KR" altLang="en-US" sz="1026">
                <a:ea typeface="+mn-lt"/>
                <a:cs typeface="+mn-lt"/>
              </a:rPr>
              <a:t>계단</a:t>
            </a:r>
            <a:r>
              <a:rPr lang="en-US" altLang="ko-KR" sz="1026">
                <a:ea typeface="+mn-lt"/>
                <a:cs typeface="+mn-lt"/>
              </a:rPr>
              <a:t>, </a:t>
            </a:r>
            <a:r>
              <a:rPr lang="ko-KR" altLang="en-US" sz="1026">
                <a:ea typeface="+mn-lt"/>
                <a:cs typeface="+mn-lt"/>
              </a:rPr>
              <a:t>다른 플레이어가 없는 지점</a:t>
            </a:r>
            <a:r>
              <a:rPr lang="en-US" altLang="ko-KR" sz="1026">
                <a:ea typeface="+mn-lt"/>
                <a:cs typeface="+mn-lt"/>
              </a:rPr>
              <a:t>)</a:t>
            </a:r>
          </a:p>
          <a:p>
            <a:pPr latinLnBrk="0"/>
            <a:r>
              <a:rPr lang="ko-KR" altLang="en-US" sz="1368">
                <a:ea typeface="+mn-lt"/>
                <a:cs typeface="+mn-lt"/>
              </a:rPr>
              <a:t>단</a:t>
            </a:r>
            <a:r>
              <a:rPr lang="en-US" altLang="ko-KR" sz="1368">
                <a:ea typeface="+mn-lt"/>
                <a:cs typeface="+mn-lt"/>
              </a:rPr>
              <a:t>, </a:t>
            </a:r>
            <a:r>
              <a:rPr lang="ko-KR" altLang="en-US" sz="1368">
                <a:ea typeface="+mn-lt"/>
                <a:cs typeface="+mn-lt"/>
              </a:rPr>
              <a:t>해당 지점은 플레이어와 같은 평면이어야 하고</a:t>
            </a:r>
            <a:r>
              <a:rPr lang="en-US" altLang="ko-KR" sz="1368">
                <a:ea typeface="+mn-lt"/>
                <a:cs typeface="+mn-lt"/>
              </a:rPr>
              <a:t>, </a:t>
            </a:r>
            <a:r>
              <a:rPr lang="ko-KR" altLang="en-US" sz="1368">
                <a:ea typeface="+mn-lt"/>
                <a:cs typeface="+mn-lt"/>
              </a:rPr>
              <a:t>바닥이 있어야 한다</a:t>
            </a:r>
            <a:r>
              <a:rPr lang="en-US" altLang="ko-KR" sz="1368">
                <a:ea typeface="+mn-lt"/>
                <a:cs typeface="+mn-lt"/>
              </a:rPr>
              <a:t>.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8CE6B5F-F6D0-A29E-A994-322AD36317E9}"/>
              </a:ext>
            </a:extLst>
          </p:cNvPr>
          <p:cNvGrpSpPr/>
          <p:nvPr/>
        </p:nvGrpSpPr>
        <p:grpSpPr>
          <a:xfrm>
            <a:off x="2924895" y="3617227"/>
            <a:ext cx="7515647" cy="2637268"/>
            <a:chOff x="1892300" y="1079500"/>
            <a:chExt cx="8385427" cy="294247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D82ED24-A6D3-91CF-0BD8-127AA35FD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833" r="67961" b="45208"/>
            <a:stretch>
              <a:fillRect/>
            </a:stretch>
          </p:blipFill>
          <p:spPr>
            <a:xfrm>
              <a:off x="1892300" y="1559765"/>
              <a:ext cx="1699133" cy="1643063"/>
            </a:xfrm>
            <a:prstGeom prst="rect">
              <a:avLst/>
            </a:prstGeom>
          </p:spPr>
        </p:pic>
        <p:sp>
          <p:nvSpPr>
            <p:cNvPr id="8" name="텍스트 개체 틀 1">
              <a:extLst>
                <a:ext uri="{FF2B5EF4-FFF2-40B4-BE49-F238E27FC236}">
                  <a16:creationId xmlns:a16="http://schemas.microsoft.com/office/drawing/2014/main" id="{25A9E452-9B49-B36C-D5B5-DBC8993CDDF6}"/>
                </a:ext>
              </a:extLst>
            </p:cNvPr>
            <p:cNvSpPr txBox="1">
              <a:spLocks/>
            </p:cNvSpPr>
            <p:nvPr/>
          </p:nvSpPr>
          <p:spPr>
            <a:xfrm>
              <a:off x="1892300" y="1079500"/>
              <a:ext cx="1600200" cy="23495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1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latinLnBrk="0">
                <a:buNone/>
              </a:pPr>
              <a:r>
                <a:rPr lang="en-US" altLang="ko-KR" sz="1400" b="1"/>
                <a:t>Case1</a:t>
              </a:r>
              <a:br>
                <a:rPr lang="en-US" altLang="ko-KR" sz="1400" b="1"/>
              </a:br>
              <a:r>
                <a:rPr lang="ko-KR" altLang="en-US" sz="1400"/>
                <a:t>유령 </a:t>
              </a:r>
              <a:r>
                <a:rPr lang="ko-KR" altLang="en-US" sz="1400" err="1"/>
                <a:t>스폰됨</a:t>
              </a:r>
              <a:endParaRPr lang="ko-KR" altLang="en-US" sz="1400"/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DBE16385-8B12-D718-1CDE-4E35AA420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069" r="53353" b="9028"/>
            <a:stretch>
              <a:fillRect/>
            </a:stretch>
          </p:blipFill>
          <p:spPr>
            <a:xfrm>
              <a:off x="3883533" y="1559765"/>
              <a:ext cx="2473833" cy="2462212"/>
            </a:xfrm>
            <a:prstGeom prst="rect">
              <a:avLst/>
            </a:prstGeom>
          </p:spPr>
        </p:pic>
        <p:sp>
          <p:nvSpPr>
            <p:cNvPr id="11" name="텍스트 개체 틀 1">
              <a:extLst>
                <a:ext uri="{FF2B5EF4-FFF2-40B4-BE49-F238E27FC236}">
                  <a16:creationId xmlns:a16="http://schemas.microsoft.com/office/drawing/2014/main" id="{A87564E6-67D9-A51C-997C-CBE58A1E3823}"/>
                </a:ext>
              </a:extLst>
            </p:cNvPr>
            <p:cNvSpPr txBox="1">
              <a:spLocks/>
            </p:cNvSpPr>
            <p:nvPr/>
          </p:nvSpPr>
          <p:spPr>
            <a:xfrm>
              <a:off x="3883533" y="1079500"/>
              <a:ext cx="1600200" cy="23495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1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latinLnBrk="0">
                <a:buNone/>
              </a:pPr>
              <a:r>
                <a:rPr lang="en-US" altLang="ko-KR" sz="1400" b="1"/>
                <a:t>Case2</a:t>
              </a:r>
              <a:br>
                <a:rPr lang="en-US" altLang="ko-KR" sz="1400" b="1"/>
              </a:br>
              <a:r>
                <a:rPr lang="ko-KR" altLang="en-US" sz="1400"/>
                <a:t>유령 </a:t>
              </a:r>
              <a:r>
                <a:rPr lang="ko-KR" altLang="en-US" sz="1400" err="1"/>
                <a:t>스폰</a:t>
              </a:r>
              <a:r>
                <a:rPr lang="ko-KR" altLang="en-US" sz="1400"/>
                <a:t> 안됨</a:t>
              </a: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549013A6-1641-8983-A93C-1B54BC4CF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767" t="57639" r="28627" b="8472"/>
            <a:stretch>
              <a:fillRect/>
            </a:stretch>
          </p:blipFill>
          <p:spPr>
            <a:xfrm>
              <a:off x="6785227" y="1559765"/>
              <a:ext cx="1304926" cy="2324101"/>
            </a:xfrm>
            <a:prstGeom prst="rect">
              <a:avLst/>
            </a:prstGeom>
          </p:spPr>
        </p:pic>
        <p:sp>
          <p:nvSpPr>
            <p:cNvPr id="14" name="텍스트 개체 틀 1">
              <a:extLst>
                <a:ext uri="{FF2B5EF4-FFF2-40B4-BE49-F238E27FC236}">
                  <a16:creationId xmlns:a16="http://schemas.microsoft.com/office/drawing/2014/main" id="{B66B0BD6-F74D-4C9E-E119-C05C34134D93}"/>
                </a:ext>
              </a:extLst>
            </p:cNvPr>
            <p:cNvSpPr txBox="1">
              <a:spLocks/>
            </p:cNvSpPr>
            <p:nvPr/>
          </p:nvSpPr>
          <p:spPr>
            <a:xfrm>
              <a:off x="6785227" y="1079500"/>
              <a:ext cx="1600200" cy="23495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1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latinLnBrk="0">
                <a:buNone/>
              </a:pPr>
              <a:r>
                <a:rPr lang="en-US" altLang="ko-KR" sz="1400" b="1"/>
                <a:t>Case3</a:t>
              </a:r>
              <a:br>
                <a:rPr lang="en-US" altLang="ko-KR" sz="1400" b="1"/>
              </a:br>
              <a:r>
                <a:rPr lang="ko-KR" altLang="en-US" sz="1400"/>
                <a:t>유령 </a:t>
              </a:r>
              <a:r>
                <a:rPr lang="ko-KR" altLang="en-US" sz="1400" err="1"/>
                <a:t>스폰</a:t>
              </a:r>
              <a:r>
                <a:rPr lang="ko-KR" altLang="en-US" sz="1400"/>
                <a:t> 안됨</a:t>
              </a:r>
            </a:p>
          </p:txBody>
        </p: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C3F3F31C-83D3-1465-889B-F263AEC77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643" t="57083" b="21250"/>
            <a:stretch>
              <a:fillRect/>
            </a:stretch>
          </p:blipFill>
          <p:spPr>
            <a:xfrm>
              <a:off x="8696865" y="1559765"/>
              <a:ext cx="1503870" cy="1485901"/>
            </a:xfrm>
            <a:prstGeom prst="rect">
              <a:avLst/>
            </a:prstGeom>
          </p:spPr>
        </p:pic>
        <p:sp>
          <p:nvSpPr>
            <p:cNvPr id="17" name="텍스트 개체 틀 1">
              <a:extLst>
                <a:ext uri="{FF2B5EF4-FFF2-40B4-BE49-F238E27FC236}">
                  <a16:creationId xmlns:a16="http://schemas.microsoft.com/office/drawing/2014/main" id="{45DA32FC-3F06-96F7-59F6-384500102DE3}"/>
                </a:ext>
              </a:extLst>
            </p:cNvPr>
            <p:cNvSpPr txBox="1">
              <a:spLocks/>
            </p:cNvSpPr>
            <p:nvPr/>
          </p:nvSpPr>
          <p:spPr>
            <a:xfrm>
              <a:off x="8677527" y="1079500"/>
              <a:ext cx="1600200" cy="23495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1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latinLnBrk="0">
                <a:buNone/>
              </a:pPr>
              <a:r>
                <a:rPr lang="en-US" altLang="ko-KR" sz="1400" b="1"/>
                <a:t>Case4</a:t>
              </a:r>
              <a:br>
                <a:rPr lang="en-US" altLang="ko-KR" sz="1400" b="1"/>
              </a:br>
              <a:r>
                <a:rPr lang="ko-KR" altLang="en-US" sz="1400"/>
                <a:t>유령 </a:t>
              </a:r>
              <a:r>
                <a:rPr lang="ko-KR" altLang="en-US" sz="1400" err="1"/>
                <a:t>스폰</a:t>
              </a:r>
              <a:r>
                <a:rPr lang="ko-KR" altLang="en-US" sz="1400"/>
                <a:t> 안됨</a:t>
              </a:r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1888834E-4353-E8E4-7990-C9C008BE3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50" t="29166" r="8420" b="48333"/>
          <a:stretch>
            <a:fillRect/>
          </a:stretch>
        </p:blipFill>
        <p:spPr>
          <a:xfrm>
            <a:off x="5746163" y="2139800"/>
            <a:ext cx="2217233" cy="1416929"/>
          </a:xfrm>
          <a:prstGeom prst="rect">
            <a:avLst/>
          </a:prstGeom>
        </p:spPr>
      </p:pic>
      <p:sp>
        <p:nvSpPr>
          <p:cNvPr id="23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몬스터 기획</a:t>
            </a:r>
            <a:br/>
            <a:r>
              <a:rPr sz="800" b="1">
                <a:solidFill>
                  <a:srgbClr val="E33B4E"/>
                </a:solidFill>
                <a:latin typeface="맑은 고딕"/>
              </a:rPr>
              <a:t>GHOST</a:t>
            </a:r>
          </a:p>
        </p:txBody>
      </p:sp>
      <p:sp>
        <p:nvSpPr>
          <p:cNvPr id="24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187473410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97C8-12D7-ACBE-C5A4-75DBE4566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2240280"/>
            <a:ext cx="10515600" cy="1143000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3800" b="1">
                <a:solidFill>
                  <a:srgbClr val="FFFFFF"/>
                </a:solidFill>
                <a:latin typeface="맑은 고딕"/>
                <a:ea typeface="맑은 고딕"/>
              </a:rPr>
              <a:t>퀘스트</a:t>
            </a:r>
          </a:p>
        </p:txBody>
      </p:sp>
      <p:sp>
        <p:nvSpPr>
          <p:cNvPr id="3" name="Unified Section Number"/>
          <p:cNvSpPr txBox="1"/>
          <p:nvPr/>
        </p:nvSpPr>
        <p:spPr>
          <a:xfrm>
            <a:off x="804672" y="132588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E33B4E"/>
                </a:solidFill>
                <a:latin typeface="맑은 고딕"/>
              </a:rPr>
              <a:t>10</a:t>
            </a:r>
          </a:p>
        </p:txBody>
      </p:sp>
      <p:sp>
        <p:nvSpPr>
          <p:cNvPr id="4" name="Unified Divider Accent"/>
          <p:cNvSpPr/>
          <p:nvPr/>
        </p:nvSpPr>
        <p:spPr>
          <a:xfrm>
            <a:off x="804672" y="3502152"/>
            <a:ext cx="1143000" cy="50800"/>
          </a:xfrm>
          <a:prstGeom prst="rect">
            <a:avLst/>
          </a:prstGeom>
          <a:solidFill>
            <a:srgbClr val="E33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Unified Divider Footer"/>
          <p:cNvSpPr txBox="1"/>
          <p:nvPr/>
        </p:nvSpPr>
        <p:spPr>
          <a:xfrm>
            <a:off x="822960" y="61447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77C85"/>
                </a:solidFill>
                <a:latin typeface="맑은 고딕"/>
              </a:rPr>
              <a:t>SPACE ROBBER  ·  GAME DESIGN DOCUMENT</a:t>
            </a:r>
          </a:p>
        </p:txBody>
      </p:sp>
    </p:spTree>
    <p:extLst>
      <p:ext uri="{BB962C8B-B14F-4D97-AF65-F5344CB8AC3E}">
        <p14:creationId xmlns:p14="http://schemas.microsoft.com/office/powerpoint/2010/main" val="18574497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58708F8-EE8F-00AA-DEBC-D839CFE02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퀘스트 키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82C629-3C9D-5C8A-27BE-1CC40BF0A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/>
          <a:lstStyle/>
          <a:p>
            <a:r>
              <a:rPr lang="ko-KR" altLang="ko-KR" dirty="0"/>
              <a:t>오른쪽 컴퓨터 앞에 다가가면 </a:t>
            </a:r>
            <a:r>
              <a:rPr lang="en-US" altLang="ko-KR" dirty="0"/>
              <a:t>‘</a:t>
            </a:r>
            <a:r>
              <a:rPr lang="ko-KR" altLang="ko-KR" dirty="0"/>
              <a:t>의뢰 확인</a:t>
            </a:r>
            <a:r>
              <a:rPr lang="en-US" altLang="ko-KR" dirty="0"/>
              <a:t>: [Q]’, Q</a:t>
            </a:r>
            <a:r>
              <a:rPr lang="ko-KR" altLang="ko-KR" dirty="0"/>
              <a:t>키 입력하면 </a:t>
            </a:r>
            <a:r>
              <a:rPr lang="ko-KR" altLang="ko-KR" dirty="0" err="1"/>
              <a:t>퀘스트창</a:t>
            </a:r>
            <a:r>
              <a:rPr lang="ko-KR" altLang="ko-KR" dirty="0"/>
              <a:t> 나옴</a:t>
            </a:r>
            <a:r>
              <a:rPr lang="en-US" altLang="ko-KR" dirty="0"/>
              <a:t>, </a:t>
            </a:r>
            <a:r>
              <a:rPr lang="ko-KR" altLang="ko-KR" dirty="0" err="1"/>
              <a:t>퀘스트창에서</a:t>
            </a:r>
            <a:r>
              <a:rPr lang="ko-KR" altLang="ko-KR" dirty="0"/>
              <a:t> </a:t>
            </a:r>
            <a:r>
              <a:rPr lang="en-US" altLang="ko-KR" dirty="0"/>
              <a:t>Q</a:t>
            </a:r>
            <a:r>
              <a:rPr lang="ko-KR" altLang="ko-KR" dirty="0"/>
              <a:t>키나</a:t>
            </a:r>
            <a:r>
              <a:rPr lang="en-US" altLang="ko-KR" dirty="0"/>
              <a:t> ESC</a:t>
            </a:r>
            <a:r>
              <a:rPr lang="ko-KR" altLang="ko-KR" dirty="0"/>
              <a:t>키 누르면 </a:t>
            </a:r>
            <a:r>
              <a:rPr lang="ko-KR" altLang="ko-KR" dirty="0" err="1"/>
              <a:t>나가짐</a:t>
            </a:r>
            <a:endParaRPr lang="ko-KR" altLang="en-US" dirty="0"/>
          </a:p>
        </p:txBody>
      </p:sp>
      <p:sp>
        <p:nvSpPr>
          <p:cNvPr id="5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퀘스트</a:t>
            </a:r>
          </a:p>
        </p:txBody>
      </p:sp>
      <p:sp>
        <p:nvSpPr>
          <p:cNvPr id="6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87912031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44493C5-3505-9B60-7B51-6064C9C21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구성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8D1863-F498-41F8-3D86-3B0435E18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/>
          <a:lstStyle/>
          <a:p>
            <a:pPr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	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생성 조건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		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이전 퀘스트를 완료했을 때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새로운 판이 시작할 때</a:t>
            </a:r>
          </a:p>
          <a:p>
            <a:pPr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	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내용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		- </a:t>
            </a: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사냥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Kill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특정 몬스터를 지정된 수만큼 처치</a:t>
            </a:r>
          </a:p>
          <a:p>
            <a:pPr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		- </a:t>
            </a: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수집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Collect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스크랩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도구를 주워서 인벤토리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툴바에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넣기</a:t>
            </a:r>
          </a:p>
          <a:p>
            <a:pPr marL="508000" indent="508000">
              <a:spcAft>
                <a:spcPts val="800"/>
              </a:spcAft>
              <a:buNone/>
            </a:pP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판매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Sell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특정 스크랩을 판매기에 팔거나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특정 금액 이상 팔기</a:t>
            </a:r>
          </a:p>
          <a:p>
            <a:pPr marL="1016000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심부름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Courier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특정 아이템을 기지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(Base)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가져다 놓기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(=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기지 안에 특정 아이템 버리기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016000" indent="3175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상호작용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Interact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특정 도구를 특정 횟수만큼 사용하기</a:t>
            </a:r>
          </a:p>
          <a:p>
            <a:pPr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		- </a:t>
            </a: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송금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Remit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크레딧 보내기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5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퀘스트</a:t>
            </a:r>
          </a:p>
        </p:txBody>
      </p:sp>
      <p:sp>
        <p:nvSpPr>
          <p:cNvPr id="6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26550914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C093C73-5198-00D8-E5BF-9F62EA5BA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구성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8C6F41-22F1-155F-B4CE-70D53650B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>
            <a:normAutofit fontScale="92500" lnSpcReduction="10000"/>
          </a:bodyPr>
          <a:lstStyle/>
          <a:p>
            <a:pPr indent="508000">
              <a:spcAft>
                <a:spcPts val="800"/>
              </a:spcAft>
              <a:buNone/>
            </a:pP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판 수 제한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016000" indent="3175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판 수 제한이 있는 경우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(n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판 이내에 클리어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이번 판 안에 클리어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기한 내에 해당 퀘스트를 성공해야 함</a:t>
            </a:r>
          </a:p>
          <a:p>
            <a:pPr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	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보상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		-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퀘스트 성공 후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퀘스트 창에서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‘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보상 수령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’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버튼을 눌러 수령함</a:t>
            </a:r>
          </a:p>
          <a:p>
            <a:pPr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		- </a:t>
            </a: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보상 목록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크레딧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HP, </a:t>
            </a: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아이템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스크랩과 도구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		- </a:t>
            </a: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보상 수령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공통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520825" indent="3175">
              <a:spcAft>
                <a:spcPts val="800"/>
              </a:spcAft>
              <a:buNone/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아이템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스크랩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도구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):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해당 아이템이 지정된 개수만큼 기지에 생성됨</a:t>
            </a:r>
          </a:p>
          <a:p>
            <a:pPr marL="1520825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HP: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모든 플레이어의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HP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변화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단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HP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 최소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최대 이상으로 감소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증가할 수 없음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520825">
              <a:spcAft>
                <a:spcPts val="800"/>
              </a:spcAft>
              <a:buNone/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크레딧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현재 보유 중인 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크레딧에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추가됨</a:t>
            </a:r>
          </a:p>
          <a:p>
            <a:pPr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	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텍스트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		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퀘스트 의뢰 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완료 시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5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퀘스트</a:t>
            </a:r>
          </a:p>
        </p:txBody>
      </p:sp>
      <p:sp>
        <p:nvSpPr>
          <p:cNvPr id="6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74709688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1649A2C-1B7B-076F-985A-2362CF4C2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분류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03A714-E927-7B0F-65C5-DC779D618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메인 </a:t>
            </a:r>
            <a:r>
              <a:rPr lang="en-US" altLang="ko-KR" dirty="0"/>
              <a:t>/ </a:t>
            </a:r>
            <a:r>
              <a:rPr lang="ko-KR" altLang="en-US" dirty="0"/>
              <a:t>서브 퀘스트</a:t>
            </a:r>
            <a:br>
              <a:rPr lang="en-US" altLang="ko-KR" dirty="0"/>
            </a:br>
            <a:r>
              <a:rPr lang="en-US" altLang="ko-KR" b="1" dirty="0"/>
              <a:t>*</a:t>
            </a:r>
            <a:r>
              <a:rPr lang="ko-KR" altLang="ko-KR" b="1" dirty="0"/>
              <a:t>모든 퀘스트</a:t>
            </a:r>
            <a:r>
              <a:rPr lang="en-US" altLang="ko-KR" b="1" dirty="0"/>
              <a:t>(</a:t>
            </a:r>
            <a:r>
              <a:rPr lang="ko-KR" altLang="ko-KR" b="1" dirty="0"/>
              <a:t>메인</a:t>
            </a:r>
            <a:r>
              <a:rPr lang="en-US" altLang="ko-KR" b="1" dirty="0"/>
              <a:t>/</a:t>
            </a:r>
            <a:r>
              <a:rPr lang="ko-KR" altLang="ko-KR" b="1" dirty="0"/>
              <a:t>서브</a:t>
            </a:r>
            <a:r>
              <a:rPr lang="en-US" altLang="ko-KR" b="1" dirty="0"/>
              <a:t>)</a:t>
            </a:r>
            <a:r>
              <a:rPr lang="ko-KR" altLang="ko-KR" b="1" dirty="0"/>
              <a:t>는 공통으로</a:t>
            </a:r>
            <a:r>
              <a:rPr lang="en-US" altLang="ko-KR" b="1" dirty="0"/>
              <a:t>, </a:t>
            </a:r>
            <a:r>
              <a:rPr lang="ko-KR" altLang="ko-KR" b="1" dirty="0"/>
              <a:t>순서대로 제공됨</a:t>
            </a:r>
            <a:r>
              <a:rPr lang="en-US" altLang="ko-KR" b="1" dirty="0"/>
              <a:t>*</a:t>
            </a:r>
          </a:p>
          <a:p>
            <a:endParaRPr lang="en-US" altLang="ko-KR" b="1" dirty="0"/>
          </a:p>
          <a:p>
            <a:pPr>
              <a:spcBef>
                <a:spcPts val="800"/>
              </a:spcBef>
              <a:spcAft>
                <a:spcPts val="400"/>
              </a:spcAft>
              <a:buNone/>
            </a:pPr>
            <a:r>
              <a:rPr lang="ko-KR" altLang="ko-KR" sz="2000" b="1" kern="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메인 퀘스트</a:t>
            </a:r>
            <a:r>
              <a:rPr lang="en-US" altLang="ko-KR" sz="2000" b="1" kern="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endParaRPr lang="ko-KR" altLang="ko-KR" sz="2000" b="1" kern="10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508000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이전에 받은 퀘스트를 성공하기 전까지 갱신되지 않음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b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메인 퀘스트는 기한 제한 없음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indent="508000">
              <a:spcAft>
                <a:spcPts val="800"/>
              </a:spcAft>
              <a:buNone/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 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spcAft>
                <a:spcPts val="400"/>
              </a:spcAft>
              <a:buNone/>
            </a:pPr>
            <a:r>
              <a:rPr lang="ko-KR" altLang="ko-KR" sz="2000" b="1" kern="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서브 퀘스트</a:t>
            </a:r>
            <a:r>
              <a:rPr lang="en-US" altLang="ko-KR" sz="2000" b="1" kern="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</a:t>
            </a:r>
            <a:endParaRPr lang="ko-KR" altLang="ko-KR" sz="2000" b="1" kern="10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indent="508000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*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미완료된 서브 퀘스트를 </a:t>
            </a: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최대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2</a:t>
            </a: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개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보유할 수 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indent="508000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*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미완료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기간이 남아있고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아직 성공하지 못한 퀘스트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indent="508000">
              <a:spcAft>
                <a:spcPts val="800"/>
              </a:spcAft>
              <a:buNone/>
              <a:tabLst>
                <a:tab pos="3119755" algn="ctr"/>
              </a:tabLst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새로운 판이 시작할 때 완료된 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서브퀘가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새로운 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서브퀘로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갱신됨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508000">
              <a:spcAft>
                <a:spcPts val="800"/>
              </a:spcAft>
              <a:buNone/>
              <a:tabLst>
                <a:tab pos="3119755" algn="ctr"/>
              </a:tabLst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(ex.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미완료 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서브퀘스트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한 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완료 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서브퀘스트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한 개인 경우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새로 갱신되는 서브 퀘스트는 한 개이다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.)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508000">
              <a:spcAft>
                <a:spcPts val="800"/>
              </a:spcAft>
              <a:buNone/>
              <a:tabLst>
                <a:tab pos="3119755" algn="ctr"/>
              </a:tabLst>
            </a:pPr>
            <a:endParaRPr lang="ko-KR" altLang="ko-KR" dirty="0"/>
          </a:p>
          <a:p>
            <a:endParaRPr lang="en-US" altLang="ko-KR" dirty="0"/>
          </a:p>
        </p:txBody>
      </p:sp>
      <p:sp>
        <p:nvSpPr>
          <p:cNvPr id="5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퀘스트</a:t>
            </a:r>
          </a:p>
        </p:txBody>
      </p:sp>
      <p:sp>
        <p:nvSpPr>
          <p:cNvPr id="6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7942264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8A1C2D5-5F4B-6659-4D12-18578E8B1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기타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1A15BD-173C-05EC-D981-FE8315061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/>
          <a:lstStyle/>
          <a:p>
            <a:pPr>
              <a:spcAft>
                <a:spcPts val="800"/>
              </a:spcAft>
              <a:buFontTx/>
              <a:buChar char="-"/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성공한 퀘스트는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‘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보상 수령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’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을 마치면 퀘스트 창에서 사라짐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FontTx/>
              <a:buChar char="-"/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실패한 퀘스트는 자동으로 사라짐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FontTx/>
              <a:buChar char="-"/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보상 수령 여부와 상관없이 성공한 퀘스트는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‘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완료된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’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퀘스트가 된다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퀘스트</a:t>
            </a:r>
          </a:p>
        </p:txBody>
      </p:sp>
      <p:sp>
        <p:nvSpPr>
          <p:cNvPr id="6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11163378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8E6AA7E-1DEB-E3FD-5E9B-2763D7277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en-US" altLang="ko-KR" sz="2400" b="1">
                <a:solidFill>
                  <a:srgbClr val="16181D"/>
                </a:solidFill>
                <a:latin typeface="맑은 고딕"/>
              </a:rPr>
              <a:t>UI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1897EB-6DEA-42B4-66DC-C21E5ADF5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762" y="1115568"/>
            <a:ext cx="8987427" cy="4309825"/>
          </a:xfrm>
        </p:spPr>
        <p:txBody>
          <a:bodyPr/>
          <a:lstStyle/>
          <a:p>
            <a:r>
              <a:rPr lang="ko-KR" altLang="ko-KR" dirty="0"/>
              <a:t>의뢰</a:t>
            </a:r>
            <a:r>
              <a:rPr lang="en-US" altLang="ko-KR" dirty="0"/>
              <a:t>, </a:t>
            </a:r>
            <a:r>
              <a:rPr lang="ko-KR" altLang="ko-KR" dirty="0"/>
              <a:t>완료</a:t>
            </a:r>
            <a:r>
              <a:rPr lang="en-US" altLang="ko-KR" dirty="0"/>
              <a:t> UI</a:t>
            </a:r>
            <a:endParaRPr lang="ko-KR" altLang="ko-KR" dirty="0"/>
          </a:p>
          <a:p>
            <a:r>
              <a:rPr lang="ko-KR" altLang="ko-KR" dirty="0"/>
              <a:t>진행도 알림</a:t>
            </a:r>
            <a:r>
              <a:rPr lang="en-US" altLang="ko-KR" dirty="0"/>
              <a:t> UI</a:t>
            </a:r>
            <a:endParaRPr lang="ko-KR" altLang="ko-KR" dirty="0"/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6B71306-85B8-B41C-98E9-C838363E43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520" y="2172567"/>
            <a:ext cx="5852682" cy="4081928"/>
          </a:xfrm>
          <a:prstGeom prst="rect">
            <a:avLst/>
          </a:prstGeom>
        </p:spPr>
      </p:pic>
      <p:sp>
        <p:nvSpPr>
          <p:cNvPr id="7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퀘스트</a:t>
            </a:r>
          </a:p>
        </p:txBody>
      </p:sp>
      <p:sp>
        <p:nvSpPr>
          <p:cNvPr id="8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41982531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97C8-12D7-ACBE-C5A4-75DBE4566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2240280"/>
            <a:ext cx="10515600" cy="1143000"/>
          </a:xfrm>
        </p:spPr>
        <p:txBody>
          <a:bodyPr wrap="square" lIns="0" tIns="0" rIns="0" bIns="0" anchor="ctr"/>
          <a:lstStyle/>
          <a:p>
            <a:pPr algn="l"/>
            <a:r>
              <a:rPr lang="en-US" altLang="ko-KR" sz="3800" b="1">
                <a:solidFill>
                  <a:srgbClr val="FFFFFF"/>
                </a:solidFill>
                <a:latin typeface="맑은 고딕"/>
                <a:ea typeface="맑은 고딕"/>
              </a:rPr>
              <a:t>UI_</a:t>
            </a:r>
            <a:r>
              <a:rPr lang="ko-KR" altLang="en-US" sz="3800" b="1">
                <a:solidFill>
                  <a:srgbClr val="FFFFFF"/>
                </a:solidFill>
                <a:latin typeface="맑은 고딕"/>
                <a:ea typeface="맑은 고딕"/>
              </a:rPr>
              <a:t>타이틀</a:t>
            </a:r>
            <a:r>
              <a:rPr lang="en-US" altLang="ko-KR" sz="3800" b="1">
                <a:solidFill>
                  <a:srgbClr val="FFFFFF"/>
                </a:solidFill>
                <a:latin typeface="맑은 고딕"/>
                <a:ea typeface="맑은 고딕"/>
              </a:rPr>
              <a:t>, </a:t>
            </a:r>
            <a:r>
              <a:rPr lang="ko-KR" altLang="en-US" sz="3800" b="1">
                <a:solidFill>
                  <a:srgbClr val="FFFFFF"/>
                </a:solidFill>
                <a:latin typeface="맑은 고딕"/>
                <a:ea typeface="맑은 고딕"/>
              </a:rPr>
              <a:t>로비</a:t>
            </a:r>
            <a:r>
              <a:rPr lang="en-US" altLang="ko-KR" sz="3800" b="1">
                <a:solidFill>
                  <a:srgbClr val="FFFFFF"/>
                </a:solidFill>
                <a:latin typeface="맑은 고딕"/>
                <a:ea typeface="맑은 고딕"/>
              </a:rPr>
              <a:t>, </a:t>
            </a:r>
            <a:r>
              <a:rPr lang="ko-KR" altLang="en-US" sz="3800" b="1">
                <a:solidFill>
                  <a:srgbClr val="FFFFFF"/>
                </a:solidFill>
                <a:latin typeface="맑은 고딕"/>
                <a:ea typeface="맑은 고딕"/>
              </a:rPr>
              <a:t>결과</a:t>
            </a:r>
          </a:p>
        </p:txBody>
      </p:sp>
      <p:sp>
        <p:nvSpPr>
          <p:cNvPr id="3" name="Unified Section Number"/>
          <p:cNvSpPr txBox="1"/>
          <p:nvPr/>
        </p:nvSpPr>
        <p:spPr>
          <a:xfrm>
            <a:off x="804672" y="132588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E33B4E"/>
                </a:solidFill>
                <a:latin typeface="맑은 고딕"/>
              </a:rPr>
              <a:t>11</a:t>
            </a:r>
          </a:p>
        </p:txBody>
      </p:sp>
      <p:sp>
        <p:nvSpPr>
          <p:cNvPr id="4" name="Unified Divider Accent"/>
          <p:cNvSpPr/>
          <p:nvPr/>
        </p:nvSpPr>
        <p:spPr>
          <a:xfrm>
            <a:off x="804672" y="3502152"/>
            <a:ext cx="1143000" cy="50800"/>
          </a:xfrm>
          <a:prstGeom prst="rect">
            <a:avLst/>
          </a:prstGeom>
          <a:solidFill>
            <a:srgbClr val="E33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Unified Divider Footer"/>
          <p:cNvSpPr txBox="1"/>
          <p:nvPr/>
        </p:nvSpPr>
        <p:spPr>
          <a:xfrm>
            <a:off x="822960" y="61447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77C85"/>
                </a:solidFill>
                <a:latin typeface="맑은 고딕"/>
              </a:rPr>
              <a:t>SPACE ROBBER  ·  GAME DESIGN DOCUMENT</a:t>
            </a:r>
          </a:p>
        </p:txBody>
      </p:sp>
    </p:spTree>
    <p:extLst>
      <p:ext uri="{BB962C8B-B14F-4D97-AF65-F5344CB8AC3E}">
        <p14:creationId xmlns:p14="http://schemas.microsoft.com/office/powerpoint/2010/main" val="69532936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789F802-A3C5-4DCB-17A9-144AA3213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타이틀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FA60A-94AE-1275-B5B1-617CE2FAC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348" y="1115568"/>
            <a:ext cx="10348255" cy="4962395"/>
          </a:xfrm>
        </p:spPr>
        <p:txBody>
          <a:bodyPr/>
          <a:lstStyle/>
          <a:p>
            <a:r>
              <a:rPr lang="en-US" altLang="ko-KR" dirty="0"/>
              <a:t>Start, Exit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92B8F92-F5C0-039C-E2C2-6BB0B31932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156" y="2000973"/>
            <a:ext cx="7562787" cy="4253522"/>
          </a:xfrm>
          <a:prstGeom prst="rect">
            <a:avLst/>
          </a:prstGeom>
        </p:spPr>
      </p:pic>
      <p:sp>
        <p:nvSpPr>
          <p:cNvPr id="8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UI_타이틀, 로비, 결과</a:t>
            </a:r>
          </a:p>
        </p:txBody>
      </p:sp>
      <p:sp>
        <p:nvSpPr>
          <p:cNvPr id="9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293347124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F62BDCE-BAA8-F829-C712-173D9FC39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로비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CD5A3B-EBB1-3602-6B8F-B398C03D2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2011" y="1115568"/>
            <a:ext cx="9684929" cy="4644304"/>
          </a:xfrm>
        </p:spPr>
        <p:txBody>
          <a:bodyPr/>
          <a:lstStyle/>
          <a:p>
            <a:r>
              <a:rPr lang="en-US" altLang="ko-KR" dirty="0"/>
              <a:t>Host(</a:t>
            </a:r>
            <a:r>
              <a:rPr lang="ko-KR" altLang="ko-KR" dirty="0"/>
              <a:t>방 생성</a:t>
            </a:r>
            <a:r>
              <a:rPr lang="en-US" altLang="ko-KR" dirty="0"/>
              <a:t>), Join(</a:t>
            </a:r>
            <a:r>
              <a:rPr lang="ko-KR" altLang="ko-KR" dirty="0"/>
              <a:t>방에 참가</a:t>
            </a:r>
            <a:r>
              <a:rPr lang="en-US" altLang="ko-KR" dirty="0"/>
              <a:t>), Leave(</a:t>
            </a:r>
            <a:r>
              <a:rPr lang="ko-KR" altLang="ko-KR" dirty="0"/>
              <a:t>떠나기</a:t>
            </a:r>
            <a:r>
              <a:rPr lang="en-US" altLang="ko-KR" dirty="0"/>
              <a:t>)</a:t>
            </a:r>
            <a:endParaRPr lang="ko-KR" altLang="ko-KR" dirty="0"/>
          </a:p>
          <a:p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B9E2085-5EAF-8EBD-CA2B-8A20BDEED788}"/>
              </a:ext>
            </a:extLst>
          </p:cNvPr>
          <p:cNvGrpSpPr/>
          <p:nvPr/>
        </p:nvGrpSpPr>
        <p:grpSpPr>
          <a:xfrm>
            <a:off x="2521695" y="1747967"/>
            <a:ext cx="2652243" cy="4506527"/>
            <a:chOff x="2978784" y="875076"/>
            <a:chExt cx="2879725" cy="489305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F8E4DCD-13A6-F65C-C5F6-CC3BFE9FC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78784" y="875076"/>
              <a:ext cx="2879725" cy="1619885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EC0BDB6-34B1-BBE7-41C6-5AB5F87AF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8784" y="2468558"/>
              <a:ext cx="2879725" cy="1619885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F11169C-B37F-E6D2-DA88-5CAD3F631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78784" y="4148242"/>
              <a:ext cx="2879725" cy="1619885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E2FC444-9536-49D6-C691-090F33DE505B}"/>
              </a:ext>
            </a:extLst>
          </p:cNvPr>
          <p:cNvGrpSpPr/>
          <p:nvPr/>
        </p:nvGrpSpPr>
        <p:grpSpPr>
          <a:xfrm>
            <a:off x="5248506" y="1781303"/>
            <a:ext cx="2534106" cy="4439857"/>
            <a:chOff x="5939472" y="911271"/>
            <a:chExt cx="2751455" cy="482066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5219CF5-D6C0-5606-B6A5-39BD9E56A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9472" y="911271"/>
              <a:ext cx="2751455" cy="1547495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D57064E-A4CB-63EC-9A2A-96ACECD70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39472" y="2504753"/>
              <a:ext cx="2751455" cy="1547495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BEA4258-5E2C-D373-47DF-4CD68E7BA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39472" y="4184437"/>
              <a:ext cx="2751455" cy="1547495"/>
            </a:xfrm>
            <a:prstGeom prst="rect">
              <a:avLst/>
            </a:prstGeom>
          </p:spPr>
        </p:pic>
      </p:grpSp>
      <p:sp>
        <p:nvSpPr>
          <p:cNvPr id="18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UI_타이틀, 로비, 결과</a:t>
            </a:r>
          </a:p>
        </p:txBody>
      </p:sp>
      <p:sp>
        <p:nvSpPr>
          <p:cNvPr id="19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186103219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29FDB8F-BF35-A833-6A39-C6F4F278A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 err="1">
                <a:solidFill>
                  <a:srgbClr val="16181D"/>
                </a:solidFill>
                <a:latin typeface="맑은 고딕"/>
              </a:rPr>
              <a:t>결과창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789C83-7DE3-19B9-F945-DFD6A66BE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163710"/>
            <a:ext cx="10515600" cy="5042644"/>
          </a:xfrm>
        </p:spPr>
        <p:txBody>
          <a:bodyPr/>
          <a:lstStyle/>
          <a:p>
            <a:r>
              <a:rPr lang="en-US" altLang="ko-KR" dirty="0" err="1"/>
              <a:t>PlayerID</a:t>
            </a:r>
            <a:r>
              <a:rPr lang="en-US" altLang="ko-KR" dirty="0"/>
              <a:t>, </a:t>
            </a:r>
            <a:r>
              <a:rPr lang="ko-KR" altLang="ko-KR" dirty="0"/>
              <a:t>각 플레이어별 사망 여부</a:t>
            </a:r>
            <a:r>
              <a:rPr lang="en-US" altLang="ko-KR" dirty="0"/>
              <a:t>(</a:t>
            </a:r>
            <a:r>
              <a:rPr lang="ko-KR" altLang="ko-KR" dirty="0"/>
              <a:t>사망한 플레이어만 표시</a:t>
            </a:r>
            <a:r>
              <a:rPr lang="en-US" altLang="ko-KR" dirty="0"/>
              <a:t>), </a:t>
            </a:r>
            <a:r>
              <a:rPr lang="ko-KR" altLang="ko-KR" dirty="0"/>
              <a:t>현재 크레딧</a:t>
            </a:r>
            <a:r>
              <a:rPr lang="en-US" altLang="ko-KR" dirty="0"/>
              <a:t>/</a:t>
            </a:r>
            <a:r>
              <a:rPr lang="ko-KR" altLang="ko-KR" dirty="0"/>
              <a:t>할당량</a:t>
            </a:r>
            <a:r>
              <a:rPr lang="en-US" altLang="ko-KR" dirty="0"/>
              <a:t>, </a:t>
            </a:r>
            <a:r>
              <a:rPr lang="ko-KR" altLang="ko-KR" dirty="0"/>
              <a:t>마감일까지 남은 일</a:t>
            </a:r>
          </a:p>
          <a:p>
            <a:r>
              <a:rPr lang="ko-KR" altLang="ko-KR" dirty="0"/>
              <a:t>아무데나 누르면 </a:t>
            </a:r>
            <a:r>
              <a:rPr lang="ko-KR" altLang="ko-KR" dirty="0" err="1"/>
              <a:t>나가짐</a:t>
            </a:r>
            <a:endParaRPr lang="ko-KR" altLang="ko-KR" dirty="0"/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E13AAD9-5E15-FC6D-CDAF-EF4C39B19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033" y="3226507"/>
            <a:ext cx="4540885" cy="2459355"/>
          </a:xfrm>
          <a:prstGeom prst="rect">
            <a:avLst/>
          </a:prstGeom>
        </p:spPr>
      </p:pic>
      <p:sp>
        <p:nvSpPr>
          <p:cNvPr id="7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UI_타이틀, 로비, 결과</a:t>
            </a:r>
          </a:p>
        </p:txBody>
      </p:sp>
      <p:sp>
        <p:nvSpPr>
          <p:cNvPr id="8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158485565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B71838-A6B8-73F3-83AE-0DCD2D4DD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46888"/>
            <a:ext cx="9372600" cy="576072"/>
          </a:xfrm>
        </p:spPr>
        <p:txBody>
          <a:bodyPr wrap="square" lIns="0" tIns="0" rIns="0" bIns="0" anchor="ctr"/>
          <a:lstStyle/>
          <a:p>
            <a:pPr algn="l"/>
            <a:r>
              <a:rPr lang="ko-KR" altLang="en-US" sz="2400" b="1">
                <a:solidFill>
                  <a:srgbClr val="16181D"/>
                </a:solidFill>
                <a:latin typeface="맑은 고딕"/>
              </a:rPr>
              <a:t>연출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EE6EBE-2DB3-2672-01CA-4BB8E36B0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8481" y="1115568"/>
            <a:ext cx="9671988" cy="5138928"/>
          </a:xfrm>
        </p:spPr>
        <p:txBody>
          <a:bodyPr>
            <a:normAutofit lnSpcReduction="10000"/>
          </a:bodyPr>
          <a:lstStyle/>
          <a:p>
            <a:r>
              <a:rPr lang="ko-KR" altLang="ko-KR" dirty="0"/>
              <a:t>스테이지 바뀔 때</a:t>
            </a:r>
            <a:r>
              <a:rPr lang="en-US" altLang="ko-KR" dirty="0"/>
              <a:t>, </a:t>
            </a:r>
            <a:r>
              <a:rPr lang="ko-KR" altLang="ko-KR" dirty="0"/>
              <a:t>아래 위치로 카메라 전환</a:t>
            </a:r>
            <a:r>
              <a:rPr lang="en-US" altLang="ko-KR" dirty="0"/>
              <a:t> -&gt; </a:t>
            </a:r>
            <a:r>
              <a:rPr lang="ko-KR" altLang="ko-KR" dirty="0" err="1"/>
              <a:t>결과창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ko-KR" dirty="0"/>
              <a:t>간소화</a:t>
            </a:r>
            <a:r>
              <a:rPr lang="en-US" altLang="ko-KR" dirty="0"/>
              <a:t>/</a:t>
            </a:r>
            <a:r>
              <a:rPr lang="ko-KR" altLang="ko-KR" dirty="0"/>
              <a:t>변경하여도 상관 없음</a:t>
            </a:r>
          </a:p>
          <a:p>
            <a:endParaRPr lang="ko-KR" altLang="en-US" dirty="0"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F61D3511-5A43-057A-4BAF-443F07E56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362" y="1338967"/>
            <a:ext cx="5202104" cy="3997782"/>
          </a:xfrm>
          <a:prstGeom prst="rect">
            <a:avLst/>
          </a:prstGeom>
        </p:spPr>
      </p:pic>
      <p:sp>
        <p:nvSpPr>
          <p:cNvPr id="50" name="Unified Section Label"/>
          <p:cNvSpPr txBox="1"/>
          <p:nvPr/>
        </p:nvSpPr>
        <p:spPr>
          <a:xfrm>
            <a:off x="9738360" y="301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33B4E"/>
                </a:solidFill>
                <a:latin typeface="맑은 고딕"/>
              </a:rPr>
              <a:t>UI_타이틀, 로비, 결과</a:t>
            </a:r>
          </a:p>
        </p:txBody>
      </p:sp>
      <p:sp>
        <p:nvSpPr>
          <p:cNvPr id="51" name="Unified Header Rule"/>
          <p:cNvSpPr/>
          <p:nvPr/>
        </p:nvSpPr>
        <p:spPr>
          <a:xfrm>
            <a:off x="621792" y="932688"/>
            <a:ext cx="10945368" cy="1397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Unified Page Number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77C85"/>
                </a:solidFill>
                <a:latin typeface="맑은 고딕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1526180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5583</Words>
  <Application>Microsoft Office PowerPoint</Application>
  <PresentationFormat>와이드스크린</PresentationFormat>
  <Paragraphs>1194</Paragraphs>
  <Slides>77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77</vt:i4>
      </vt:variant>
    </vt:vector>
  </HeadingPairs>
  <TitlesOfParts>
    <vt:vector size="82" baseType="lpstr">
      <vt:lpstr>맑은 고딕</vt:lpstr>
      <vt:lpstr>Arial</vt:lpstr>
      <vt:lpstr>Cambria Math</vt:lpstr>
      <vt:lpstr>Helvetica</vt:lpstr>
      <vt:lpstr>Office 테마</vt:lpstr>
      <vt:lpstr>SpaceRobber 기획서</vt:lpstr>
      <vt:lpstr>&lt;SPACE ROBBER&gt; 정보</vt:lpstr>
      <vt:lpstr>컨트롤_인게임</vt:lpstr>
      <vt:lpstr>플레이어 Stat</vt:lpstr>
      <vt:lpstr>플레이어 State</vt:lpstr>
      <vt:lpstr>플레이어 스캔(Scan) - 기능</vt:lpstr>
      <vt:lpstr>플레이어 스캔- 기능</vt:lpstr>
      <vt:lpstr>무게 시스템 – 무게별 이동 속도 공식/스태미나 소모 공식</vt:lpstr>
      <vt:lpstr>아이템 – 분류(자원/도구)</vt:lpstr>
      <vt:lpstr>아이템 – 목록</vt:lpstr>
      <vt:lpstr>상점</vt:lpstr>
      <vt:lpstr>사용 조건</vt:lpstr>
      <vt:lpstr>기능</vt:lpstr>
      <vt:lpstr>UI (상점창)</vt:lpstr>
      <vt:lpstr>게임진행</vt:lpstr>
      <vt:lpstr>판매기 (SellingMachine)</vt:lpstr>
      <vt:lpstr>판매기 (SellingMachine)</vt:lpstr>
      <vt:lpstr>판매기 (SellingMachine)</vt:lpstr>
      <vt:lpstr>기지</vt:lpstr>
      <vt:lpstr>스테이지 종료 조건</vt:lpstr>
      <vt:lpstr>할당량 공식</vt:lpstr>
      <vt:lpstr>할당량 공식</vt:lpstr>
      <vt:lpstr>난이도 판정식</vt:lpstr>
      <vt:lpstr>난이도 판정식</vt:lpstr>
      <vt:lpstr>절차적 맵 생성</vt:lpstr>
      <vt:lpstr>큐브 설명</vt:lpstr>
      <vt:lpstr>큐브 – 낙사 가능 큐브 기재</vt:lpstr>
      <vt:lpstr>몬스터</vt:lpstr>
      <vt:lpstr>몬스터 스폰</vt:lpstr>
      <vt:lpstr>몬스터 파워레벨 시스템</vt:lpstr>
      <vt:lpstr>파워레벨</vt:lpstr>
      <vt:lpstr>실내 몬스터 기획 Spider (거미)</vt:lpstr>
      <vt:lpstr>몬스터 사이즈</vt:lpstr>
      <vt:lpstr>설명</vt:lpstr>
      <vt:lpstr>State</vt:lpstr>
      <vt:lpstr>FSM</vt:lpstr>
      <vt:lpstr>설명</vt:lpstr>
      <vt:lpstr>정보</vt:lpstr>
      <vt:lpstr>정보 - 거미줄</vt:lpstr>
      <vt:lpstr>몬스터 기획 TrashCollector</vt:lpstr>
      <vt:lpstr>몬스터 사이즈</vt:lpstr>
      <vt:lpstr>기능</vt:lpstr>
      <vt:lpstr>State</vt:lpstr>
      <vt:lpstr>Stat</vt:lpstr>
      <vt:lpstr>FSM</vt:lpstr>
      <vt:lpstr>설명</vt:lpstr>
      <vt:lpstr>설명</vt:lpstr>
      <vt:lpstr>몬스터 기획 EmotionGame (감정 가위바위보)</vt:lpstr>
      <vt:lpstr>몬스터 사이즈</vt:lpstr>
      <vt:lpstr>State, Stat</vt:lpstr>
      <vt:lpstr>FSM</vt:lpstr>
      <vt:lpstr>설명</vt:lpstr>
      <vt:lpstr>몬스터 기획 PollutionMonitor</vt:lpstr>
      <vt:lpstr>몬스터 사이즈</vt:lpstr>
      <vt:lpstr>기능</vt:lpstr>
      <vt:lpstr>State, Stat</vt:lpstr>
      <vt:lpstr>FSM</vt:lpstr>
      <vt:lpstr>설명</vt:lpstr>
      <vt:lpstr>몬스터 기획 Ghost</vt:lpstr>
      <vt:lpstr>몬스터 사이즈</vt:lpstr>
      <vt:lpstr>State, Stat</vt:lpstr>
      <vt:lpstr>FSM</vt:lpstr>
      <vt:lpstr>설명</vt:lpstr>
      <vt:lpstr>설명 – 타겟 지정 조건과 방식</vt:lpstr>
      <vt:lpstr>설명 – 목적지 탐색 방식</vt:lpstr>
      <vt:lpstr>퀘스트</vt:lpstr>
      <vt:lpstr>퀘스트 키</vt:lpstr>
      <vt:lpstr>구성</vt:lpstr>
      <vt:lpstr>구성</vt:lpstr>
      <vt:lpstr>분류</vt:lpstr>
      <vt:lpstr>기타</vt:lpstr>
      <vt:lpstr>UI</vt:lpstr>
      <vt:lpstr>UI_타이틀, 로비, 결과</vt:lpstr>
      <vt:lpstr>타이틀</vt:lpstr>
      <vt:lpstr>로비</vt:lpstr>
      <vt:lpstr>결과창</vt:lpstr>
      <vt:lpstr>연출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이하나 윤</dc:creator>
  <cp:lastModifiedBy>이하나 윤</cp:lastModifiedBy>
  <cp:revision>1</cp:revision>
  <dcterms:created xsi:type="dcterms:W3CDTF">2026-07-07T08:02:45Z</dcterms:created>
  <dcterms:modified xsi:type="dcterms:W3CDTF">2026-09-07T23:02:40Z</dcterms:modified>
</cp:coreProperties>
</file>