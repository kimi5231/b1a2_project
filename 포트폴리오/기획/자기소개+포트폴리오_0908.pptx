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7" r:id="rId4"/>
    <p:sldId id="275" r:id="rId5"/>
    <p:sldId id="272" r:id="rId6"/>
    <p:sldId id="271" r:id="rId7"/>
    <p:sldId id="274" r:id="rId8"/>
  </p:sldIdLst>
  <p:sldSz cx="12192000" cy="6858000"/>
  <p:notesSz cx="6858000" cy="9144000"/>
  <p:embeddedFontLst>
    <p:embeddedFont>
      <p:font typeface="SB 어그로 Bold" panose="02020603020101020101" pitchFamily="18" charset="-127"/>
      <p:regular r:id="rId9"/>
    </p:embeddedFont>
    <p:embeddedFont>
      <p:font typeface="SB 어그로 Light" panose="02020603020101020101" pitchFamily="18" charset="-127"/>
      <p:regular r:id="rId10"/>
    </p:embeddedFont>
    <p:embeddedFont>
      <p:font typeface="SB 어그로 Medium" panose="02020603020101020101" pitchFamily="18" charset="-127"/>
      <p:regular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A58FBB"/>
    <a:srgbClr val="5B9BD5"/>
    <a:srgbClr val="D39B00"/>
    <a:srgbClr val="A5A5A5"/>
    <a:srgbClr val="DC9384"/>
    <a:srgbClr val="70AD47"/>
    <a:srgbClr val="2A9D8F"/>
    <a:srgbClr val="E76F51"/>
    <a:srgbClr val="FFE5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57D8B0-8B2A-48D4-87C2-3EECB438CB28}" v="548" dt="2026-09-07T22:52:20.9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3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108" y="468"/>
      </p:cViewPr>
      <p:guideLst>
        <p:guide orient="horz" pos="2115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하나 윤" userId="f658f17427b35de9" providerId="LiveId" clId="{EE219EC4-0B48-4DAA-B6C8-F5305E865B87}"/>
    <pc:docChg chg="undo redo custSel addSld delSld modSld sldOrd">
      <pc:chgData name="이하나 윤" userId="f658f17427b35de9" providerId="LiveId" clId="{EE219EC4-0B48-4DAA-B6C8-F5305E865B87}" dt="2026-09-07T22:53:02.239" v="9944" actId="20577"/>
      <pc:docMkLst>
        <pc:docMk/>
      </pc:docMkLst>
      <pc:sldChg chg="modSp mod">
        <pc:chgData name="이하나 윤" userId="f658f17427b35de9" providerId="LiveId" clId="{EE219EC4-0B48-4DAA-B6C8-F5305E865B87}" dt="2026-09-07T20:31:50.518" v="8453" actId="20577"/>
        <pc:sldMkLst>
          <pc:docMk/>
          <pc:sldMk cId="1179339273" sldId="256"/>
        </pc:sldMkLst>
        <pc:spChg chg="mod">
          <ac:chgData name="이하나 윤" userId="f658f17427b35de9" providerId="LiveId" clId="{EE219EC4-0B48-4DAA-B6C8-F5305E865B87}" dt="2026-09-07T20:31:50.518" v="8453" actId="20577"/>
          <ac:spMkLst>
            <pc:docMk/>
            <pc:sldMk cId="1179339273" sldId="256"/>
            <ac:spMk id="10" creationId="{00000000-0000-0000-0000-000000000000}"/>
          </ac:spMkLst>
        </pc:spChg>
        <pc:spChg chg="mod">
          <ac:chgData name="이하나 윤" userId="f658f17427b35de9" providerId="LiveId" clId="{EE219EC4-0B48-4DAA-B6C8-F5305E865B87}" dt="2026-09-07T20:24:22.186" v="8143" actId="2711"/>
          <ac:spMkLst>
            <pc:docMk/>
            <pc:sldMk cId="1179339273" sldId="256"/>
            <ac:spMk id="18" creationId="{00000000-0000-0000-0000-000000000000}"/>
          </ac:spMkLst>
        </pc:spChg>
      </pc:sldChg>
      <pc:sldChg chg="addSp modSp mod">
        <pc:chgData name="이하나 윤" userId="f658f17427b35de9" providerId="LiveId" clId="{EE219EC4-0B48-4DAA-B6C8-F5305E865B87}" dt="2026-09-07T20:22:18.285" v="7967" actId="20577"/>
        <pc:sldMkLst>
          <pc:docMk/>
          <pc:sldMk cId="4172650350" sldId="257"/>
        </pc:sldMkLst>
        <pc:spChg chg="add mod">
          <ac:chgData name="이하나 윤" userId="f658f17427b35de9" providerId="LiveId" clId="{EE219EC4-0B48-4DAA-B6C8-F5305E865B87}" dt="2026-09-07T20:22:18.285" v="7967" actId="20577"/>
          <ac:spMkLst>
            <pc:docMk/>
            <pc:sldMk cId="4172650350" sldId="257"/>
            <ac:spMk id="3" creationId="{9FE067A9-8CCF-7114-68FF-C94285BB19B4}"/>
          </ac:spMkLst>
        </pc:spChg>
        <pc:spChg chg="mod">
          <ac:chgData name="이하나 윤" userId="f658f17427b35de9" providerId="LiveId" clId="{EE219EC4-0B48-4DAA-B6C8-F5305E865B87}" dt="2026-09-07T20:21:53.897" v="7930"/>
          <ac:spMkLst>
            <pc:docMk/>
            <pc:sldMk cId="4172650350" sldId="257"/>
            <ac:spMk id="7" creationId="{00000000-0000-0000-0000-000000000000}"/>
          </ac:spMkLst>
        </pc:spChg>
        <pc:spChg chg="mod">
          <ac:chgData name="이하나 윤" userId="f658f17427b35de9" providerId="LiveId" clId="{EE219EC4-0B48-4DAA-B6C8-F5305E865B87}" dt="2026-09-07T20:21:53.897" v="7930"/>
          <ac:spMkLst>
            <pc:docMk/>
            <pc:sldMk cId="4172650350" sldId="257"/>
            <ac:spMk id="10" creationId="{00000000-0000-0000-0000-000000000000}"/>
          </ac:spMkLst>
        </pc:spChg>
        <pc:spChg chg="mod">
          <ac:chgData name="이하나 윤" userId="f658f17427b35de9" providerId="LiveId" clId="{EE219EC4-0B48-4DAA-B6C8-F5305E865B87}" dt="2026-09-07T20:21:53.897" v="7930"/>
          <ac:spMkLst>
            <pc:docMk/>
            <pc:sldMk cId="4172650350" sldId="257"/>
            <ac:spMk id="11" creationId="{00000000-0000-0000-0000-000000000000}"/>
          </ac:spMkLst>
        </pc:spChg>
        <pc:spChg chg="mod">
          <ac:chgData name="이하나 윤" userId="f658f17427b35de9" providerId="LiveId" clId="{EE219EC4-0B48-4DAA-B6C8-F5305E865B87}" dt="2026-09-07T20:22:04.292" v="7932" actId="465"/>
          <ac:spMkLst>
            <pc:docMk/>
            <pc:sldMk cId="4172650350" sldId="257"/>
            <ac:spMk id="23" creationId="{00000000-0000-0000-0000-000000000000}"/>
          </ac:spMkLst>
        </pc:spChg>
        <pc:spChg chg="mod">
          <ac:chgData name="이하나 윤" userId="f658f17427b35de9" providerId="LiveId" clId="{EE219EC4-0B48-4DAA-B6C8-F5305E865B87}" dt="2026-09-07T20:22:17.228" v="7964"/>
          <ac:spMkLst>
            <pc:docMk/>
            <pc:sldMk cId="4172650350" sldId="257"/>
            <ac:spMk id="29" creationId="{00000000-0000-0000-0000-000000000000}"/>
          </ac:spMkLst>
        </pc:spChg>
        <pc:grpChg chg="mod">
          <ac:chgData name="이하나 윤" userId="f658f17427b35de9" providerId="LiveId" clId="{EE219EC4-0B48-4DAA-B6C8-F5305E865B87}" dt="2026-09-07T20:21:53.897" v="7930"/>
          <ac:grpSpMkLst>
            <pc:docMk/>
            <pc:sldMk cId="4172650350" sldId="257"/>
            <ac:grpSpMk id="2" creationId="{C282E1B2-E93F-12DB-6023-54C0795B0D2F}"/>
          </ac:grpSpMkLst>
        </pc:grpChg>
      </pc:sldChg>
      <pc:sldChg chg="del">
        <pc:chgData name="이하나 윤" userId="f658f17427b35de9" providerId="LiveId" clId="{EE219EC4-0B48-4DAA-B6C8-F5305E865B87}" dt="2026-09-07T15:03:25.514" v="5888" actId="47"/>
        <pc:sldMkLst>
          <pc:docMk/>
          <pc:sldMk cId="4010694974" sldId="259"/>
        </pc:sldMkLst>
      </pc:sldChg>
      <pc:sldChg chg="del">
        <pc:chgData name="이하나 윤" userId="f658f17427b35de9" providerId="LiveId" clId="{EE219EC4-0B48-4DAA-B6C8-F5305E865B87}" dt="2026-09-07T16:45:12.549" v="6600" actId="47"/>
        <pc:sldMkLst>
          <pc:docMk/>
          <pc:sldMk cId="4265942871" sldId="265"/>
        </pc:sldMkLst>
      </pc:sldChg>
      <pc:sldChg chg="addSp delSp modSp mod">
        <pc:chgData name="이하나 윤" userId="f658f17427b35de9" providerId="LiveId" clId="{EE219EC4-0B48-4DAA-B6C8-F5305E865B87}" dt="2026-09-07T20:30:56.471" v="8440" actId="20577"/>
        <pc:sldMkLst>
          <pc:docMk/>
          <pc:sldMk cId="471028656" sldId="267"/>
        </pc:sldMkLst>
        <pc:spChg chg="mod">
          <ac:chgData name="이하나 윤" userId="f658f17427b35de9" providerId="LiveId" clId="{EE219EC4-0B48-4DAA-B6C8-F5305E865B87}" dt="2026-09-07T20:21:13.756" v="7929" actId="2711"/>
          <ac:spMkLst>
            <pc:docMk/>
            <pc:sldMk cId="471028656" sldId="267"/>
            <ac:spMk id="2" creationId="{79D22B93-2706-9B6F-0618-750B2C0A9759}"/>
          </ac:spMkLst>
        </pc:spChg>
        <pc:spChg chg="mod">
          <ac:chgData name="이하나 윤" userId="f658f17427b35de9" providerId="LiveId" clId="{EE219EC4-0B48-4DAA-B6C8-F5305E865B87}" dt="2026-09-07T20:05:57.160" v="7457" actId="255"/>
          <ac:spMkLst>
            <pc:docMk/>
            <pc:sldMk cId="471028656" sldId="267"/>
            <ac:spMk id="3" creationId="{A6AB8539-477F-F295-7174-0D9451A3FE61}"/>
          </ac:spMkLst>
        </pc:spChg>
        <pc:spChg chg="add mod">
          <ac:chgData name="이하나 윤" userId="f658f17427b35de9" providerId="LiveId" clId="{EE219EC4-0B48-4DAA-B6C8-F5305E865B87}" dt="2026-09-07T20:00:54.380" v="7350" actId="2711"/>
          <ac:spMkLst>
            <pc:docMk/>
            <pc:sldMk cId="471028656" sldId="267"/>
            <ac:spMk id="4" creationId="{B91C63AE-4D25-40E9-9ABA-B1681CB4A0F5}"/>
          </ac:spMkLst>
        </pc:spChg>
        <pc:spChg chg="add mod">
          <ac:chgData name="이하나 윤" userId="f658f17427b35de9" providerId="LiveId" clId="{EE219EC4-0B48-4DAA-B6C8-F5305E865B87}" dt="2026-09-07T16:25:45.020" v="6163" actId="164"/>
          <ac:spMkLst>
            <pc:docMk/>
            <pc:sldMk cId="471028656" sldId="267"/>
            <ac:spMk id="6" creationId="{BB2A66E9-568A-7BDA-B27D-21867B8E66C7}"/>
          </ac:spMkLst>
        </pc:spChg>
        <pc:spChg chg="mod">
          <ac:chgData name="이하나 윤" userId="f658f17427b35de9" providerId="LiveId" clId="{EE219EC4-0B48-4DAA-B6C8-F5305E865B87}" dt="2026-09-07T20:21:09.719" v="7928" actId="2711"/>
          <ac:spMkLst>
            <pc:docMk/>
            <pc:sldMk cId="471028656" sldId="267"/>
            <ac:spMk id="7" creationId="{FF69B4C8-FB4B-650C-66AF-DF0C7AC1FD38}"/>
          </ac:spMkLst>
        </pc:spChg>
        <pc:spChg chg="mod">
          <ac:chgData name="이하나 윤" userId="f658f17427b35de9" providerId="LiveId" clId="{EE219EC4-0B48-4DAA-B6C8-F5305E865B87}" dt="2026-09-07T20:21:09.719" v="7928" actId="2711"/>
          <ac:spMkLst>
            <pc:docMk/>
            <pc:sldMk cId="471028656" sldId="267"/>
            <ac:spMk id="10" creationId="{087A10A3-F181-9519-D299-2F8D8746403E}"/>
          </ac:spMkLst>
        </pc:spChg>
        <pc:spChg chg="add mod">
          <ac:chgData name="이하나 윤" userId="f658f17427b35de9" providerId="LiveId" clId="{EE219EC4-0B48-4DAA-B6C8-F5305E865B87}" dt="2026-09-07T20:02:14.139" v="7429"/>
          <ac:spMkLst>
            <pc:docMk/>
            <pc:sldMk cId="471028656" sldId="267"/>
            <ac:spMk id="13" creationId="{6CB95433-A88B-0456-45A7-C001B06CE749}"/>
          </ac:spMkLst>
        </pc:spChg>
        <pc:spChg chg="mod">
          <ac:chgData name="이하나 윤" userId="f658f17427b35de9" providerId="LiveId" clId="{EE219EC4-0B48-4DAA-B6C8-F5305E865B87}" dt="2026-09-07T16:22:17.480" v="5958" actId="14100"/>
          <ac:spMkLst>
            <pc:docMk/>
            <pc:sldMk cId="471028656" sldId="267"/>
            <ac:spMk id="15" creationId="{3C39C214-E198-B52A-3D41-3EE108FBE469}"/>
          </ac:spMkLst>
        </pc:spChg>
        <pc:spChg chg="mod">
          <ac:chgData name="이하나 윤" userId="f658f17427b35de9" providerId="LiveId" clId="{EE219EC4-0B48-4DAA-B6C8-F5305E865B87}" dt="2026-09-07T19:58:42.587" v="7311" actId="2711"/>
          <ac:spMkLst>
            <pc:docMk/>
            <pc:sldMk cId="471028656" sldId="267"/>
            <ac:spMk id="17" creationId="{86B8FCCB-1FED-5A9E-4461-46D0526B274C}"/>
          </ac:spMkLst>
        </pc:spChg>
        <pc:spChg chg="mod">
          <ac:chgData name="이하나 윤" userId="f658f17427b35de9" providerId="LiveId" clId="{EE219EC4-0B48-4DAA-B6C8-F5305E865B87}" dt="2026-09-07T16:22:58.723" v="5963" actId="6549"/>
          <ac:spMkLst>
            <pc:docMk/>
            <pc:sldMk cId="471028656" sldId="267"/>
            <ac:spMk id="18" creationId="{FE564FB3-52D9-CEFC-4167-3812702A54B9}"/>
          </ac:spMkLst>
        </pc:spChg>
        <pc:spChg chg="del">
          <ac:chgData name="이하나 윤" userId="f658f17427b35de9" providerId="LiveId" clId="{EE219EC4-0B48-4DAA-B6C8-F5305E865B87}" dt="2026-09-07T16:21:06.444" v="5943" actId="478"/>
          <ac:spMkLst>
            <pc:docMk/>
            <pc:sldMk cId="471028656" sldId="267"/>
            <ac:spMk id="19" creationId="{AEEB82DA-FE11-E509-5CD2-AB1E22D54686}"/>
          </ac:spMkLst>
        </pc:spChg>
        <pc:spChg chg="add mod">
          <ac:chgData name="이하나 윤" userId="f658f17427b35de9" providerId="LiveId" clId="{EE219EC4-0B48-4DAA-B6C8-F5305E865B87}" dt="2026-09-07T20:02:14.139" v="7429"/>
          <ac:spMkLst>
            <pc:docMk/>
            <pc:sldMk cId="471028656" sldId="267"/>
            <ac:spMk id="20" creationId="{BA3D3486-FFF2-BF9A-3CD2-038633BB5D9C}"/>
          </ac:spMkLst>
        </pc:spChg>
        <pc:spChg chg="add mod ord topLvl">
          <ac:chgData name="이하나 윤" userId="f658f17427b35de9" providerId="LiveId" clId="{EE219EC4-0B48-4DAA-B6C8-F5305E865B87}" dt="2026-09-07T20:30:56.471" v="8440" actId="20577"/>
          <ac:spMkLst>
            <pc:docMk/>
            <pc:sldMk cId="471028656" sldId="267"/>
            <ac:spMk id="22" creationId="{3227A3F2-6811-C4B1-FB8F-FF83EE6A9645}"/>
          </ac:spMkLst>
        </pc:spChg>
        <pc:spChg chg="add mod">
          <ac:chgData name="이하나 윤" userId="f658f17427b35de9" providerId="LiveId" clId="{EE219EC4-0B48-4DAA-B6C8-F5305E865B87}" dt="2026-09-07T20:02:14.139" v="7429"/>
          <ac:spMkLst>
            <pc:docMk/>
            <pc:sldMk cId="471028656" sldId="267"/>
            <ac:spMk id="23" creationId="{D34862FD-D4F8-67D5-C213-243276A9711A}"/>
          </ac:spMkLst>
        </pc:spChg>
        <pc:spChg chg="mod">
          <ac:chgData name="이하나 윤" userId="f658f17427b35de9" providerId="LiveId" clId="{EE219EC4-0B48-4DAA-B6C8-F5305E865B87}" dt="2026-09-07T20:02:14.139" v="7429"/>
          <ac:spMkLst>
            <pc:docMk/>
            <pc:sldMk cId="471028656" sldId="267"/>
            <ac:spMk id="60" creationId="{972A2F94-5362-6D51-8A30-8F2169BB9210}"/>
          </ac:spMkLst>
        </pc:spChg>
        <pc:spChg chg="mod">
          <ac:chgData name="이하나 윤" userId="f658f17427b35de9" providerId="LiveId" clId="{EE219EC4-0B48-4DAA-B6C8-F5305E865B87}" dt="2026-09-07T20:02:14.139" v="7429"/>
          <ac:spMkLst>
            <pc:docMk/>
            <pc:sldMk cId="471028656" sldId="267"/>
            <ac:spMk id="61" creationId="{0552E18C-D25A-F3E4-0D4D-A7F5ED7EA1A1}"/>
          </ac:spMkLst>
        </pc:spChg>
        <pc:spChg chg="mod">
          <ac:chgData name="이하나 윤" userId="f658f17427b35de9" providerId="LiveId" clId="{EE219EC4-0B48-4DAA-B6C8-F5305E865B87}" dt="2026-09-07T20:02:14.139" v="7429"/>
          <ac:spMkLst>
            <pc:docMk/>
            <pc:sldMk cId="471028656" sldId="267"/>
            <ac:spMk id="62" creationId="{54E98FE7-4FF0-884E-5A69-9451FBC016AA}"/>
          </ac:spMkLst>
        </pc:spChg>
        <pc:spChg chg="del mod">
          <ac:chgData name="이하나 윤" userId="f658f17427b35de9" providerId="LiveId" clId="{EE219EC4-0B48-4DAA-B6C8-F5305E865B87}" dt="2026-09-07T16:22:35.275" v="5960" actId="478"/>
          <ac:spMkLst>
            <pc:docMk/>
            <pc:sldMk cId="471028656" sldId="267"/>
            <ac:spMk id="63" creationId="{3E003B0D-6A4D-9835-04E2-4CCA1558E58A}"/>
          </ac:spMkLst>
        </pc:spChg>
        <pc:spChg chg="mod topLvl">
          <ac:chgData name="이하나 윤" userId="f658f17427b35de9" providerId="LiveId" clId="{EE219EC4-0B48-4DAA-B6C8-F5305E865B87}" dt="2026-09-07T20:29:26.101" v="8385" actId="164"/>
          <ac:spMkLst>
            <pc:docMk/>
            <pc:sldMk cId="471028656" sldId="267"/>
            <ac:spMk id="81" creationId="{9BC190EA-EB71-959B-B2F7-1A21490E6A4D}"/>
          </ac:spMkLst>
        </pc:spChg>
        <pc:spChg chg="mod topLvl">
          <ac:chgData name="이하나 윤" userId="f658f17427b35de9" providerId="LiveId" clId="{EE219EC4-0B48-4DAA-B6C8-F5305E865B87}" dt="2026-09-07T20:29:26.101" v="8385" actId="164"/>
          <ac:spMkLst>
            <pc:docMk/>
            <pc:sldMk cId="471028656" sldId="267"/>
            <ac:spMk id="82" creationId="{2BD15C16-C07A-1FEC-CD69-F2DA970AD977}"/>
          </ac:spMkLst>
        </pc:spChg>
        <pc:spChg chg="mod topLvl">
          <ac:chgData name="이하나 윤" userId="f658f17427b35de9" providerId="LiveId" clId="{EE219EC4-0B48-4DAA-B6C8-F5305E865B87}" dt="2026-09-07T20:28:14.781" v="8363" actId="164"/>
          <ac:spMkLst>
            <pc:docMk/>
            <pc:sldMk cId="471028656" sldId="267"/>
            <ac:spMk id="83" creationId="{6A668302-2091-11B4-02B7-AC2D92ED38A0}"/>
          </ac:spMkLst>
        </pc:spChg>
        <pc:spChg chg="del mod">
          <ac:chgData name="이하나 윤" userId="f658f17427b35de9" providerId="LiveId" clId="{EE219EC4-0B48-4DAA-B6C8-F5305E865B87}" dt="2026-09-07T20:03:51" v="7430" actId="478"/>
          <ac:spMkLst>
            <pc:docMk/>
            <pc:sldMk cId="471028656" sldId="267"/>
            <ac:spMk id="84" creationId="{4EB5A056-2C03-46D4-CB0C-51C5BFAA4770}"/>
          </ac:spMkLst>
        </pc:spChg>
        <pc:spChg chg="mod">
          <ac:chgData name="이하나 윤" userId="f658f17427b35de9" providerId="LiveId" clId="{EE219EC4-0B48-4DAA-B6C8-F5305E865B87}" dt="2026-09-07T20:28:20.013" v="8366" actId="1076"/>
          <ac:spMkLst>
            <pc:docMk/>
            <pc:sldMk cId="471028656" sldId="267"/>
            <ac:spMk id="127" creationId="{11FCC091-DC7F-8E83-A3C2-E3AB0398E671}"/>
          </ac:spMkLst>
        </pc:spChg>
        <pc:spChg chg="mod">
          <ac:chgData name="이하나 윤" userId="f658f17427b35de9" providerId="LiveId" clId="{EE219EC4-0B48-4DAA-B6C8-F5305E865B87}" dt="2026-09-07T20:21:09.719" v="7928" actId="2711"/>
          <ac:spMkLst>
            <pc:docMk/>
            <pc:sldMk cId="471028656" sldId="267"/>
            <ac:spMk id="129" creationId="{9C59D50B-FF39-1934-42A3-51408F203F0C}"/>
          </ac:spMkLst>
        </pc:spChg>
        <pc:grpChg chg="add mod">
          <ac:chgData name="이하나 윤" userId="f658f17427b35de9" providerId="LiveId" clId="{EE219EC4-0B48-4DAA-B6C8-F5305E865B87}" dt="2026-09-07T20:04:58.188" v="7439" actId="1076"/>
          <ac:grpSpMkLst>
            <pc:docMk/>
            <pc:sldMk cId="471028656" sldId="267"/>
            <ac:grpSpMk id="11" creationId="{A5D5A5FF-B6BC-0E2E-AB73-3304D2AD08CB}"/>
          </ac:grpSpMkLst>
        </pc:grpChg>
        <pc:grpChg chg="mod">
          <ac:chgData name="이하나 윤" userId="f658f17427b35de9" providerId="LiveId" clId="{EE219EC4-0B48-4DAA-B6C8-F5305E865B87}" dt="2026-09-07T16:25:45.020" v="6163" actId="164"/>
          <ac:grpSpMkLst>
            <pc:docMk/>
            <pc:sldMk cId="471028656" sldId="267"/>
            <ac:grpSpMk id="14" creationId="{F34D0545-116E-5AA9-83AB-9A64EECACD55}"/>
          </ac:grpSpMkLst>
        </pc:grpChg>
        <pc:grpChg chg="add mod">
          <ac:chgData name="이하나 윤" userId="f658f17427b35de9" providerId="LiveId" clId="{EE219EC4-0B48-4DAA-B6C8-F5305E865B87}" dt="2026-09-07T20:04:58.188" v="7439" actId="1076"/>
          <ac:grpSpMkLst>
            <pc:docMk/>
            <pc:sldMk cId="471028656" sldId="267"/>
            <ac:grpSpMk id="21" creationId="{1A210A5F-2917-23E4-2CD2-22C81B6F31CF}"/>
          </ac:grpSpMkLst>
        </pc:grpChg>
        <pc:grpChg chg="add mod">
          <ac:chgData name="이하나 윤" userId="f658f17427b35de9" providerId="LiveId" clId="{EE219EC4-0B48-4DAA-B6C8-F5305E865B87}" dt="2026-09-07T20:29:26.101" v="8385" actId="164"/>
          <ac:grpSpMkLst>
            <pc:docMk/>
            <pc:sldMk cId="471028656" sldId="267"/>
            <ac:grpSpMk id="24" creationId="{C85B2E05-E2EF-8792-CCD2-CD283F6AC4D9}"/>
          </ac:grpSpMkLst>
        </pc:grpChg>
        <pc:grpChg chg="add mod">
          <ac:chgData name="이하나 윤" userId="f658f17427b35de9" providerId="LiveId" clId="{EE219EC4-0B48-4DAA-B6C8-F5305E865B87}" dt="2026-09-07T20:29:26.101" v="8385" actId="164"/>
          <ac:grpSpMkLst>
            <pc:docMk/>
            <pc:sldMk cId="471028656" sldId="267"/>
            <ac:grpSpMk id="25" creationId="{58788813-DD3D-B90B-9ECB-2EEEE3CDFC61}"/>
          </ac:grpSpMkLst>
        </pc:grpChg>
        <pc:grpChg chg="add mod">
          <ac:chgData name="이하나 윤" userId="f658f17427b35de9" providerId="LiveId" clId="{EE219EC4-0B48-4DAA-B6C8-F5305E865B87}" dt="2026-09-07T20:29:34.218" v="8388" actId="1076"/>
          <ac:grpSpMkLst>
            <pc:docMk/>
            <pc:sldMk cId="471028656" sldId="267"/>
            <ac:grpSpMk id="26" creationId="{67FB5327-3FF9-BB70-44E7-20ADAB6CBAEE}"/>
          </ac:grpSpMkLst>
        </pc:grpChg>
        <pc:grpChg chg="mod">
          <ac:chgData name="이하나 윤" userId="f658f17427b35de9" providerId="LiveId" clId="{EE219EC4-0B48-4DAA-B6C8-F5305E865B87}" dt="2026-09-07T20:02:14.139" v="7429"/>
          <ac:grpSpMkLst>
            <pc:docMk/>
            <pc:sldMk cId="471028656" sldId="267"/>
            <ac:grpSpMk id="59" creationId="{A81D2CBE-58F1-5222-5237-2DFA12505458}"/>
          </ac:grpSpMkLst>
        </pc:grpChg>
        <pc:grpChg chg="del">
          <ac:chgData name="이하나 윤" userId="f658f17427b35de9" providerId="LiveId" clId="{EE219EC4-0B48-4DAA-B6C8-F5305E865B87}" dt="2026-09-07T20:28:09.493" v="8362" actId="165"/>
          <ac:grpSpMkLst>
            <pc:docMk/>
            <pc:sldMk cId="471028656" sldId="267"/>
            <ac:grpSpMk id="80" creationId="{D7E44A2B-799D-1214-1986-4A79F345AA6F}"/>
          </ac:grpSpMkLst>
        </pc:grpChg>
        <pc:grpChg chg="mod">
          <ac:chgData name="이하나 윤" userId="f658f17427b35de9" providerId="LiveId" clId="{EE219EC4-0B48-4DAA-B6C8-F5305E865B87}" dt="2026-09-07T20:28:14.781" v="8363" actId="164"/>
          <ac:grpSpMkLst>
            <pc:docMk/>
            <pc:sldMk cId="471028656" sldId="267"/>
            <ac:grpSpMk id="101" creationId="{BD90C944-48A2-CBEF-CFF8-C5EB1436D36E}"/>
          </ac:grpSpMkLst>
        </pc:grpChg>
        <pc:grpChg chg="mod">
          <ac:chgData name="이하나 윤" userId="f658f17427b35de9" providerId="LiveId" clId="{EE219EC4-0B48-4DAA-B6C8-F5305E865B87}" dt="2026-09-07T20:04:48.867" v="7438" actId="1076"/>
          <ac:grpSpMkLst>
            <pc:docMk/>
            <pc:sldMk cId="471028656" sldId="267"/>
            <ac:grpSpMk id="118" creationId="{41A9178F-E0F8-E698-5B43-1105F2664DCD}"/>
          </ac:grpSpMkLst>
        </pc:grpChg>
        <pc:picChg chg="mod topLvl">
          <ac:chgData name="이하나 윤" userId="f658f17427b35de9" providerId="LiveId" clId="{EE219EC4-0B48-4DAA-B6C8-F5305E865B87}" dt="2026-09-07T20:28:14.781" v="8363" actId="164"/>
          <ac:picMkLst>
            <pc:docMk/>
            <pc:sldMk cId="471028656" sldId="267"/>
            <ac:picMk id="98" creationId="{0C393D38-AFB7-6917-70F6-F63CA907FC0D}"/>
          </ac:picMkLst>
        </pc:picChg>
        <pc:picChg chg="mod topLvl">
          <ac:chgData name="이하나 윤" userId="f658f17427b35de9" providerId="LiveId" clId="{EE219EC4-0B48-4DAA-B6C8-F5305E865B87}" dt="2026-09-07T20:28:14.781" v="8363" actId="164"/>
          <ac:picMkLst>
            <pc:docMk/>
            <pc:sldMk cId="471028656" sldId="267"/>
            <ac:picMk id="99" creationId="{4E210314-25AA-AE3F-D63D-5C02331D2F54}"/>
          </ac:picMkLst>
        </pc:picChg>
        <pc:picChg chg="mod topLvl">
          <ac:chgData name="이하나 윤" userId="f658f17427b35de9" providerId="LiveId" clId="{EE219EC4-0B48-4DAA-B6C8-F5305E865B87}" dt="2026-09-07T20:28:14.781" v="8363" actId="164"/>
          <ac:picMkLst>
            <pc:docMk/>
            <pc:sldMk cId="471028656" sldId="267"/>
            <ac:picMk id="100" creationId="{ED335BAD-856D-FBCB-D827-BA2B57F9F39F}"/>
          </ac:picMkLst>
        </pc:picChg>
        <pc:picChg chg="mod">
          <ac:chgData name="이하나 윤" userId="f658f17427b35de9" providerId="LiveId" clId="{EE219EC4-0B48-4DAA-B6C8-F5305E865B87}" dt="2026-09-07T20:28:04.807" v="8361" actId="165"/>
          <ac:picMkLst>
            <pc:docMk/>
            <pc:sldMk cId="471028656" sldId="267"/>
            <ac:picMk id="103" creationId="{740F8840-1E0D-D21C-9091-183DE55140AD}"/>
          </ac:picMkLst>
        </pc:picChg>
        <pc:picChg chg="mod">
          <ac:chgData name="이하나 윤" userId="f658f17427b35de9" providerId="LiveId" clId="{EE219EC4-0B48-4DAA-B6C8-F5305E865B87}" dt="2026-09-07T20:28:04.807" v="8361" actId="165"/>
          <ac:picMkLst>
            <pc:docMk/>
            <pc:sldMk cId="471028656" sldId="267"/>
            <ac:picMk id="104" creationId="{9088DEDE-1F67-0659-51B8-6EECB2C85F25}"/>
          </ac:picMkLst>
        </pc:picChg>
        <pc:picChg chg="mod">
          <ac:chgData name="이하나 윤" userId="f658f17427b35de9" providerId="LiveId" clId="{EE219EC4-0B48-4DAA-B6C8-F5305E865B87}" dt="2026-09-07T20:28:17.620" v="8364" actId="164"/>
          <ac:picMkLst>
            <pc:docMk/>
            <pc:sldMk cId="471028656" sldId="267"/>
            <ac:picMk id="110" creationId="{7C57864C-616A-0C3F-6322-BC95C959467A}"/>
          </ac:picMkLst>
        </pc:picChg>
        <pc:picChg chg="mod topLvl">
          <ac:chgData name="이하나 윤" userId="f658f17427b35de9" providerId="LiveId" clId="{EE219EC4-0B48-4DAA-B6C8-F5305E865B87}" dt="2026-09-07T20:28:17.620" v="8364" actId="164"/>
          <ac:picMkLst>
            <pc:docMk/>
            <pc:sldMk cId="471028656" sldId="267"/>
            <ac:picMk id="112" creationId="{D5F6E68E-2E96-7FD0-A317-D3727905039E}"/>
          </ac:picMkLst>
        </pc:picChg>
      </pc:sldChg>
      <pc:sldChg chg="del">
        <pc:chgData name="이하나 윤" userId="f658f17427b35de9" providerId="LiveId" clId="{EE219EC4-0B48-4DAA-B6C8-F5305E865B87}" dt="2026-09-07T15:03:25.514" v="5888" actId="47"/>
        <pc:sldMkLst>
          <pc:docMk/>
          <pc:sldMk cId="2063184320" sldId="269"/>
        </pc:sldMkLst>
      </pc:sldChg>
      <pc:sldChg chg="addSp delSp modSp mod">
        <pc:chgData name="이하나 윤" userId="f658f17427b35de9" providerId="LiveId" clId="{EE219EC4-0B48-4DAA-B6C8-F5305E865B87}" dt="2026-09-07T22:53:02.239" v="9944" actId="20577"/>
        <pc:sldMkLst>
          <pc:docMk/>
          <pc:sldMk cId="289452825" sldId="271"/>
        </pc:sldMkLst>
        <pc:spChg chg="del">
          <ac:chgData name="이하나 윤" userId="f658f17427b35de9" providerId="LiveId" clId="{EE219EC4-0B48-4DAA-B6C8-F5305E865B87}" dt="2026-09-07T20:20:40.309" v="7924" actId="478"/>
          <ac:spMkLst>
            <pc:docMk/>
            <pc:sldMk cId="289452825" sldId="271"/>
            <ac:spMk id="2" creationId="{0BB8CB53-F6C1-0689-92A6-CCFE4C1AC4D5}"/>
          </ac:spMkLst>
        </pc:spChg>
        <pc:spChg chg="del">
          <ac:chgData name="이하나 윤" userId="f658f17427b35de9" providerId="LiveId" clId="{EE219EC4-0B48-4DAA-B6C8-F5305E865B87}" dt="2026-09-07T20:20:40.309" v="7924" actId="478"/>
          <ac:spMkLst>
            <pc:docMk/>
            <pc:sldMk cId="289452825" sldId="271"/>
            <ac:spMk id="5" creationId="{38045BD5-BE9D-F813-7550-CA7AB6C4FC46}"/>
          </ac:spMkLst>
        </pc:spChg>
        <pc:spChg chg="del">
          <ac:chgData name="이하나 윤" userId="f658f17427b35de9" providerId="LiveId" clId="{EE219EC4-0B48-4DAA-B6C8-F5305E865B87}" dt="2026-09-07T20:20:40.309" v="7924" actId="478"/>
          <ac:spMkLst>
            <pc:docMk/>
            <pc:sldMk cId="289452825" sldId="271"/>
            <ac:spMk id="7" creationId="{80F251CF-5727-8CBB-1A57-C5F30F6CC806}"/>
          </ac:spMkLst>
        </pc:spChg>
        <pc:spChg chg="del">
          <ac:chgData name="이하나 윤" userId="f658f17427b35de9" providerId="LiveId" clId="{EE219EC4-0B48-4DAA-B6C8-F5305E865B87}" dt="2026-09-07T20:20:40.309" v="7924" actId="478"/>
          <ac:spMkLst>
            <pc:docMk/>
            <pc:sldMk cId="289452825" sldId="271"/>
            <ac:spMk id="8" creationId="{0927FC4E-C0ED-D051-E8B4-E05D1D047423}"/>
          </ac:spMkLst>
        </pc:spChg>
        <pc:spChg chg="del">
          <ac:chgData name="이하나 윤" userId="f658f17427b35de9" providerId="LiveId" clId="{EE219EC4-0B48-4DAA-B6C8-F5305E865B87}" dt="2026-09-07T20:20:40.309" v="7924" actId="478"/>
          <ac:spMkLst>
            <pc:docMk/>
            <pc:sldMk cId="289452825" sldId="271"/>
            <ac:spMk id="9" creationId="{0A786C4F-6F98-02C9-7009-EC5D85142161}"/>
          </ac:spMkLst>
        </pc:spChg>
        <pc:spChg chg="del">
          <ac:chgData name="이하나 윤" userId="f658f17427b35de9" providerId="LiveId" clId="{EE219EC4-0B48-4DAA-B6C8-F5305E865B87}" dt="2026-09-07T20:20:40.309" v="7924" actId="478"/>
          <ac:spMkLst>
            <pc:docMk/>
            <pc:sldMk cId="289452825" sldId="271"/>
            <ac:spMk id="10" creationId="{05077955-EDCC-EB2A-FC22-7E9783C687EE}"/>
          </ac:spMkLst>
        </pc:spChg>
        <pc:spChg chg="del mod">
          <ac:chgData name="이하나 윤" userId="f658f17427b35de9" providerId="LiveId" clId="{EE219EC4-0B48-4DAA-B6C8-F5305E865B87}" dt="2026-09-07T20:06:21.944" v="7493" actId="478"/>
          <ac:spMkLst>
            <pc:docMk/>
            <pc:sldMk cId="289452825" sldId="271"/>
            <ac:spMk id="12" creationId="{3D667A58-98E6-4DB1-4593-7C2F88892D69}"/>
          </ac:spMkLst>
        </pc:spChg>
        <pc:spChg chg="add mod">
          <ac:chgData name="이하나 윤" userId="f658f17427b35de9" providerId="LiveId" clId="{EE219EC4-0B48-4DAA-B6C8-F5305E865B87}" dt="2026-09-07T20:23:10.803" v="7995"/>
          <ac:spMkLst>
            <pc:docMk/>
            <pc:sldMk cId="289452825" sldId="271"/>
            <ac:spMk id="15" creationId="{7334BAE7-EA59-5300-30B2-A92993529A09}"/>
          </ac:spMkLst>
        </pc:spChg>
        <pc:spChg chg="del">
          <ac:chgData name="이하나 윤" userId="f658f17427b35de9" providerId="LiveId" clId="{EE219EC4-0B48-4DAA-B6C8-F5305E865B87}" dt="2026-09-07T20:20:40.309" v="7924" actId="478"/>
          <ac:spMkLst>
            <pc:docMk/>
            <pc:sldMk cId="289452825" sldId="271"/>
            <ac:spMk id="18" creationId="{C0DAB5C1-8A53-D022-1BA1-5A76546D81E3}"/>
          </ac:spMkLst>
        </pc:spChg>
        <pc:spChg chg="del">
          <ac:chgData name="이하나 윤" userId="f658f17427b35de9" providerId="LiveId" clId="{EE219EC4-0B48-4DAA-B6C8-F5305E865B87}" dt="2026-09-07T20:20:40.309" v="7924" actId="478"/>
          <ac:spMkLst>
            <pc:docMk/>
            <pc:sldMk cId="289452825" sldId="271"/>
            <ac:spMk id="19" creationId="{9CB6DA33-07B7-1726-6F6B-AE3C88E490CC}"/>
          </ac:spMkLst>
        </pc:spChg>
        <pc:spChg chg="del mod">
          <ac:chgData name="이하나 윤" userId="f658f17427b35de9" providerId="LiveId" clId="{EE219EC4-0B48-4DAA-B6C8-F5305E865B87}" dt="2026-09-07T20:15:49.829" v="7749" actId="478"/>
          <ac:spMkLst>
            <pc:docMk/>
            <pc:sldMk cId="289452825" sldId="271"/>
            <ac:spMk id="20" creationId="{CA68C366-3E2B-7B4D-A74D-3FCF0A293CF4}"/>
          </ac:spMkLst>
        </pc:spChg>
        <pc:spChg chg="mod">
          <ac:chgData name="이하나 윤" userId="f658f17427b35de9" providerId="LiveId" clId="{EE219EC4-0B48-4DAA-B6C8-F5305E865B87}" dt="2026-09-07T20:15:56.631" v="7751" actId="3626"/>
          <ac:spMkLst>
            <pc:docMk/>
            <pc:sldMk cId="289452825" sldId="271"/>
            <ac:spMk id="23" creationId="{F1A41F1C-7BB1-DBB8-D924-EC20F1FEABD5}"/>
          </ac:spMkLst>
        </pc:spChg>
        <pc:spChg chg="mod">
          <ac:chgData name="이하나 윤" userId="f658f17427b35de9" providerId="LiveId" clId="{EE219EC4-0B48-4DAA-B6C8-F5305E865B87}" dt="2026-09-07T20:15:50.924" v="7750"/>
          <ac:spMkLst>
            <pc:docMk/>
            <pc:sldMk cId="289452825" sldId="271"/>
            <ac:spMk id="26" creationId="{6F222845-5DF0-5CE4-EEA1-6ABF4DDA391E}"/>
          </ac:spMkLst>
        </pc:spChg>
        <pc:spChg chg="add">
          <ac:chgData name="이하나 윤" userId="f658f17427b35de9" providerId="LiveId" clId="{EE219EC4-0B48-4DAA-B6C8-F5305E865B87}" dt="2026-09-07T20:20:40.709" v="7925" actId="22"/>
          <ac:spMkLst>
            <pc:docMk/>
            <pc:sldMk cId="289452825" sldId="271"/>
            <ac:spMk id="28" creationId="{D30F727B-9219-6836-ABCD-359DA069B55B}"/>
          </ac:spMkLst>
        </pc:spChg>
        <pc:spChg chg="add">
          <ac:chgData name="이하나 윤" userId="f658f17427b35de9" providerId="LiveId" clId="{EE219EC4-0B48-4DAA-B6C8-F5305E865B87}" dt="2026-09-07T20:20:40.709" v="7925" actId="22"/>
          <ac:spMkLst>
            <pc:docMk/>
            <pc:sldMk cId="289452825" sldId="271"/>
            <ac:spMk id="30" creationId="{9A441965-2432-D9A2-052D-613AC9EC8B8B}"/>
          </ac:spMkLst>
        </pc:spChg>
        <pc:spChg chg="add">
          <ac:chgData name="이하나 윤" userId="f658f17427b35de9" providerId="LiveId" clId="{EE219EC4-0B48-4DAA-B6C8-F5305E865B87}" dt="2026-09-07T20:20:40.709" v="7925" actId="22"/>
          <ac:spMkLst>
            <pc:docMk/>
            <pc:sldMk cId="289452825" sldId="271"/>
            <ac:spMk id="32" creationId="{E0AA459B-7712-B047-6FDD-88D4CC2AFC48}"/>
          </ac:spMkLst>
        </pc:spChg>
        <pc:spChg chg="add">
          <ac:chgData name="이하나 윤" userId="f658f17427b35de9" providerId="LiveId" clId="{EE219EC4-0B48-4DAA-B6C8-F5305E865B87}" dt="2026-09-07T20:20:40.709" v="7925" actId="22"/>
          <ac:spMkLst>
            <pc:docMk/>
            <pc:sldMk cId="289452825" sldId="271"/>
            <ac:spMk id="34" creationId="{B196AA9F-D083-E29B-89A4-63685CB13978}"/>
          </ac:spMkLst>
        </pc:spChg>
        <pc:spChg chg="add">
          <ac:chgData name="이하나 윤" userId="f658f17427b35de9" providerId="LiveId" clId="{EE219EC4-0B48-4DAA-B6C8-F5305E865B87}" dt="2026-09-07T20:20:40.709" v="7925" actId="22"/>
          <ac:spMkLst>
            <pc:docMk/>
            <pc:sldMk cId="289452825" sldId="271"/>
            <ac:spMk id="36" creationId="{98EF24EB-507B-270C-DEE8-FC7E6E8663B8}"/>
          </ac:spMkLst>
        </pc:spChg>
        <pc:spChg chg="add">
          <ac:chgData name="이하나 윤" userId="f658f17427b35de9" providerId="LiveId" clId="{EE219EC4-0B48-4DAA-B6C8-F5305E865B87}" dt="2026-09-07T20:20:40.709" v="7925" actId="22"/>
          <ac:spMkLst>
            <pc:docMk/>
            <pc:sldMk cId="289452825" sldId="271"/>
            <ac:spMk id="38" creationId="{688432EC-5792-9EAA-C454-9009C80D0A80}"/>
          </ac:spMkLst>
        </pc:spChg>
        <pc:spChg chg="add">
          <ac:chgData name="이하나 윤" userId="f658f17427b35de9" providerId="LiveId" clId="{EE219EC4-0B48-4DAA-B6C8-F5305E865B87}" dt="2026-09-07T20:20:40.709" v="7925" actId="22"/>
          <ac:spMkLst>
            <pc:docMk/>
            <pc:sldMk cId="289452825" sldId="271"/>
            <ac:spMk id="40" creationId="{A05F59F9-5BBB-8969-AD5B-1EDD06F7587B}"/>
          </ac:spMkLst>
        </pc:spChg>
        <pc:spChg chg="add">
          <ac:chgData name="이하나 윤" userId="f658f17427b35de9" providerId="LiveId" clId="{EE219EC4-0B48-4DAA-B6C8-F5305E865B87}" dt="2026-09-07T20:20:40.709" v="7925" actId="22"/>
          <ac:spMkLst>
            <pc:docMk/>
            <pc:sldMk cId="289452825" sldId="271"/>
            <ac:spMk id="42" creationId="{04262BB4-6746-913D-A9B1-9C1987D9BD36}"/>
          </ac:spMkLst>
        </pc:spChg>
        <pc:grpChg chg="add mod">
          <ac:chgData name="이하나 윤" userId="f658f17427b35de9" providerId="LiveId" clId="{EE219EC4-0B48-4DAA-B6C8-F5305E865B87}" dt="2026-09-07T20:15:50.924" v="7750"/>
          <ac:grpSpMkLst>
            <pc:docMk/>
            <pc:sldMk cId="289452825" sldId="271"/>
            <ac:grpSpMk id="21" creationId="{F8EC75BC-F173-19EE-3771-676549CA1F4D}"/>
          </ac:grpSpMkLst>
        </pc:grpChg>
        <pc:grpChg chg="add mod">
          <ac:chgData name="이하나 윤" userId="f658f17427b35de9" providerId="LiveId" clId="{EE219EC4-0B48-4DAA-B6C8-F5305E865B87}" dt="2026-09-07T20:15:50.924" v="7750"/>
          <ac:grpSpMkLst>
            <pc:docMk/>
            <pc:sldMk cId="289452825" sldId="271"/>
            <ac:grpSpMk id="24" creationId="{093F4368-9306-BD23-C54F-B5AF2E28E9BC}"/>
          </ac:grpSpMkLst>
        </pc:grpChg>
        <pc:graphicFrameChg chg="mod modGraphic">
          <ac:chgData name="이하나 윤" userId="f658f17427b35de9" providerId="LiveId" clId="{EE219EC4-0B48-4DAA-B6C8-F5305E865B87}" dt="2026-09-07T22:53:02.239" v="9944" actId="20577"/>
          <ac:graphicFrameMkLst>
            <pc:docMk/>
            <pc:sldMk cId="289452825" sldId="271"/>
            <ac:graphicFrameMk id="3" creationId="{8EDB94E5-7AEC-CBC0-7E45-287DA3E4D853}"/>
          </ac:graphicFrameMkLst>
        </pc:graphicFrameChg>
        <pc:picChg chg="del">
          <ac:chgData name="이하나 윤" userId="f658f17427b35de9" providerId="LiveId" clId="{EE219EC4-0B48-4DAA-B6C8-F5305E865B87}" dt="2026-09-07T20:15:48.117" v="7747" actId="478"/>
          <ac:picMkLst>
            <pc:docMk/>
            <pc:sldMk cId="289452825" sldId="271"/>
            <ac:picMk id="11" creationId="{64D6C0A0-1A40-7268-C0E0-42C241CBD05D}"/>
          </ac:picMkLst>
        </pc:picChg>
        <pc:picChg chg="mod">
          <ac:chgData name="이하나 윤" userId="f658f17427b35de9" providerId="LiveId" clId="{EE219EC4-0B48-4DAA-B6C8-F5305E865B87}" dt="2026-09-07T20:06:52.841" v="7534" actId="1076"/>
          <ac:picMkLst>
            <pc:docMk/>
            <pc:sldMk cId="289452825" sldId="271"/>
            <ac:picMk id="16" creationId="{41E07F41-473E-FB4C-C049-B91F90D3EFC4}"/>
          </ac:picMkLst>
        </pc:picChg>
        <pc:picChg chg="mod">
          <ac:chgData name="이하나 윤" userId="f658f17427b35de9" providerId="LiveId" clId="{EE219EC4-0B48-4DAA-B6C8-F5305E865B87}" dt="2026-09-07T22:51:42.297" v="9836" actId="1076"/>
          <ac:picMkLst>
            <pc:docMk/>
            <pc:sldMk cId="289452825" sldId="271"/>
            <ac:picMk id="17" creationId="{1915FA9A-C16E-0739-6860-6AD94C20B16F}"/>
          </ac:picMkLst>
        </pc:picChg>
        <pc:picChg chg="mod">
          <ac:chgData name="이하나 윤" userId="f658f17427b35de9" providerId="LiveId" clId="{EE219EC4-0B48-4DAA-B6C8-F5305E865B87}" dt="2026-09-07T20:15:50.924" v="7750"/>
          <ac:picMkLst>
            <pc:docMk/>
            <pc:sldMk cId="289452825" sldId="271"/>
            <ac:picMk id="22" creationId="{EEB2BA97-527D-8977-106C-4B928C589ACE}"/>
          </ac:picMkLst>
        </pc:picChg>
        <pc:picChg chg="mod">
          <ac:chgData name="이하나 윤" userId="f658f17427b35de9" providerId="LiveId" clId="{EE219EC4-0B48-4DAA-B6C8-F5305E865B87}" dt="2026-09-07T20:15:50.924" v="7750"/>
          <ac:picMkLst>
            <pc:docMk/>
            <pc:sldMk cId="289452825" sldId="271"/>
            <ac:picMk id="25" creationId="{E4E506F8-E719-EFDE-7A8E-E92D53831013}"/>
          </ac:picMkLst>
        </pc:picChg>
      </pc:sldChg>
      <pc:sldChg chg="addSp delSp modSp mod ord">
        <pc:chgData name="이하나 윤" userId="f658f17427b35de9" providerId="LiveId" clId="{EE219EC4-0B48-4DAA-B6C8-F5305E865B87}" dt="2026-09-07T22:51:42.917" v="9840" actId="2164"/>
        <pc:sldMkLst>
          <pc:docMk/>
          <pc:sldMk cId="425665267" sldId="272"/>
        </pc:sldMkLst>
        <pc:spChg chg="mod">
          <ac:chgData name="이하나 윤" userId="f658f17427b35de9" providerId="LiveId" clId="{EE219EC4-0B48-4DAA-B6C8-F5305E865B87}" dt="2026-09-07T20:20:30.816" v="7922" actId="2711"/>
          <ac:spMkLst>
            <pc:docMk/>
            <pc:sldMk cId="425665267" sldId="272"/>
            <ac:spMk id="2" creationId="{7FEFD854-7C86-26D3-18E0-B6EA709A84E2}"/>
          </ac:spMkLst>
        </pc:spChg>
        <pc:spChg chg="mod">
          <ac:chgData name="이하나 윤" userId="f658f17427b35de9" providerId="LiveId" clId="{EE219EC4-0B48-4DAA-B6C8-F5305E865B87}" dt="2026-09-07T20:20:26.408" v="7921" actId="2711"/>
          <ac:spMkLst>
            <pc:docMk/>
            <pc:sldMk cId="425665267" sldId="272"/>
            <ac:spMk id="7" creationId="{238EBE04-930B-7587-C836-36F5EC3BC80A}"/>
          </ac:spMkLst>
        </pc:spChg>
        <pc:spChg chg="mod">
          <ac:chgData name="이하나 윤" userId="f658f17427b35de9" providerId="LiveId" clId="{EE219EC4-0B48-4DAA-B6C8-F5305E865B87}" dt="2026-09-07T20:20:21.162" v="7920" actId="2711"/>
          <ac:spMkLst>
            <pc:docMk/>
            <pc:sldMk cId="425665267" sldId="272"/>
            <ac:spMk id="10" creationId="{BAC749E4-E49F-7E2A-F1B4-63284CAA64B9}"/>
          </ac:spMkLst>
        </pc:spChg>
        <pc:spChg chg="del mod">
          <ac:chgData name="이하나 윤" userId="f658f17427b35de9" providerId="LiveId" clId="{EE219EC4-0B48-4DAA-B6C8-F5305E865B87}" dt="2026-09-07T20:06:41.456" v="7532" actId="478"/>
          <ac:spMkLst>
            <pc:docMk/>
            <pc:sldMk cId="425665267" sldId="272"/>
            <ac:spMk id="12" creationId="{31F3760D-91D6-A2EF-D414-5AA4D46AECBD}"/>
          </ac:spMkLst>
        </pc:spChg>
        <pc:spChg chg="add mod">
          <ac:chgData name="이하나 윤" userId="f658f17427b35de9" providerId="LiveId" clId="{EE219EC4-0B48-4DAA-B6C8-F5305E865B87}" dt="2026-09-07T20:23:14.469" v="8001" actId="20577"/>
          <ac:spMkLst>
            <pc:docMk/>
            <pc:sldMk cId="425665267" sldId="272"/>
            <ac:spMk id="14" creationId="{B30A8978-B8F2-0F00-305A-B749EFC1A719}"/>
          </ac:spMkLst>
        </pc:spChg>
        <pc:spChg chg="add del mod topLvl">
          <ac:chgData name="이하나 윤" userId="f658f17427b35de9" providerId="LiveId" clId="{EE219EC4-0B48-4DAA-B6C8-F5305E865B87}" dt="2026-09-07T20:13:50.977" v="7740" actId="164"/>
          <ac:spMkLst>
            <pc:docMk/>
            <pc:sldMk cId="425665267" sldId="272"/>
            <ac:spMk id="19" creationId="{18741A55-DACD-83F3-A5DE-E91D27B00C3B}"/>
          </ac:spMkLst>
        </pc:spChg>
        <pc:spChg chg="mod">
          <ac:chgData name="이하나 윤" userId="f658f17427b35de9" providerId="LiveId" clId="{EE219EC4-0B48-4DAA-B6C8-F5305E865B87}" dt="2026-09-07T20:20:33.694" v="7923" actId="2711"/>
          <ac:spMkLst>
            <pc:docMk/>
            <pc:sldMk cId="425665267" sldId="272"/>
            <ac:spMk id="22" creationId="{18A952ED-53C3-8F32-2915-FF5CCE331476}"/>
          </ac:spMkLst>
        </pc:spChg>
        <pc:spChg chg="del mod topLvl">
          <ac:chgData name="이하나 윤" userId="f658f17427b35de9" providerId="LiveId" clId="{EE219EC4-0B48-4DAA-B6C8-F5305E865B87}" dt="2026-09-07T20:12:08.734" v="7684" actId="478"/>
          <ac:spMkLst>
            <pc:docMk/>
            <pc:sldMk cId="425665267" sldId="272"/>
            <ac:spMk id="25" creationId="{C5072665-F3F4-C373-FCD8-0C5139AC3BA4}"/>
          </ac:spMkLst>
        </pc:spChg>
        <pc:spChg chg="add mod">
          <ac:chgData name="이하나 윤" userId="f658f17427b35de9" providerId="LiveId" clId="{EE219EC4-0B48-4DAA-B6C8-F5305E865B87}" dt="2026-09-07T20:15:42.991" v="7746" actId="164"/>
          <ac:spMkLst>
            <pc:docMk/>
            <pc:sldMk cId="425665267" sldId="272"/>
            <ac:spMk id="29" creationId="{6E5580B9-307E-DFBB-F9C2-88B16B2DDEEB}"/>
          </ac:spMkLst>
        </pc:spChg>
        <pc:grpChg chg="add del mod topLvl">
          <ac:chgData name="이하나 윤" userId="f658f17427b35de9" providerId="LiveId" clId="{EE219EC4-0B48-4DAA-B6C8-F5305E865B87}" dt="2026-09-07T20:09:27.925" v="7603" actId="165"/>
          <ac:grpSpMkLst>
            <pc:docMk/>
            <pc:sldMk cId="425665267" sldId="272"/>
            <ac:grpSpMk id="24" creationId="{35A57521-7F94-735F-A2F4-DABEC3783614}"/>
          </ac:grpSpMkLst>
        </pc:grpChg>
        <pc:grpChg chg="add del mod topLvl">
          <ac:chgData name="이하나 윤" userId="f658f17427b35de9" providerId="LiveId" clId="{EE219EC4-0B48-4DAA-B6C8-F5305E865B87}" dt="2026-09-07T20:11:13.654" v="7660" actId="165"/>
          <ac:grpSpMkLst>
            <pc:docMk/>
            <pc:sldMk cId="425665267" sldId="272"/>
            <ac:grpSpMk id="26" creationId="{EF9B2BE0-8CA6-FBB0-042C-88A3F31F299F}"/>
          </ac:grpSpMkLst>
        </pc:grpChg>
        <pc:grpChg chg="add del mod">
          <ac:chgData name="이하나 윤" userId="f658f17427b35de9" providerId="LiveId" clId="{EE219EC4-0B48-4DAA-B6C8-F5305E865B87}" dt="2026-09-07T20:09:21.177" v="7602" actId="165"/>
          <ac:grpSpMkLst>
            <pc:docMk/>
            <pc:sldMk cId="425665267" sldId="272"/>
            <ac:grpSpMk id="27" creationId="{C07591A1-0429-4ED2-0895-A05780A2CAE5}"/>
          </ac:grpSpMkLst>
        </pc:grpChg>
        <pc:grpChg chg="add del mod">
          <ac:chgData name="이하나 윤" userId="f658f17427b35de9" providerId="LiveId" clId="{EE219EC4-0B48-4DAA-B6C8-F5305E865B87}" dt="2026-09-07T20:10:12.772" v="7612" actId="165"/>
          <ac:grpSpMkLst>
            <pc:docMk/>
            <pc:sldMk cId="425665267" sldId="272"/>
            <ac:grpSpMk id="28" creationId="{DDF8500D-163C-BFEF-86B1-850219B5BC38}"/>
          </ac:grpSpMkLst>
        </pc:grpChg>
        <pc:grpChg chg="add mod">
          <ac:chgData name="이하나 윤" userId="f658f17427b35de9" providerId="LiveId" clId="{EE219EC4-0B48-4DAA-B6C8-F5305E865B87}" dt="2026-09-07T20:13:50.977" v="7740" actId="164"/>
          <ac:grpSpMkLst>
            <pc:docMk/>
            <pc:sldMk cId="425665267" sldId="272"/>
            <ac:grpSpMk id="30" creationId="{0D2B1770-72EA-3F47-9065-24B7E8CFBB35}"/>
          </ac:grpSpMkLst>
        </pc:grpChg>
        <pc:grpChg chg="add mod">
          <ac:chgData name="이하나 윤" userId="f658f17427b35de9" providerId="LiveId" clId="{EE219EC4-0B48-4DAA-B6C8-F5305E865B87}" dt="2026-09-07T20:14:55.953" v="7743" actId="164"/>
          <ac:grpSpMkLst>
            <pc:docMk/>
            <pc:sldMk cId="425665267" sldId="272"/>
            <ac:grpSpMk id="31" creationId="{46335F19-DDBD-7604-8CF5-D8A1CA6F3F2D}"/>
          </ac:grpSpMkLst>
        </pc:grpChg>
        <pc:grpChg chg="add mod">
          <ac:chgData name="이하나 윤" userId="f658f17427b35de9" providerId="LiveId" clId="{EE219EC4-0B48-4DAA-B6C8-F5305E865B87}" dt="2026-09-07T20:15:42.991" v="7746" actId="164"/>
          <ac:grpSpMkLst>
            <pc:docMk/>
            <pc:sldMk cId="425665267" sldId="272"/>
            <ac:grpSpMk id="32" creationId="{0C8FA22F-1B6C-342C-1D7F-F7B50BE52A07}"/>
          </ac:grpSpMkLst>
        </pc:grpChg>
        <pc:graphicFrameChg chg="mod modGraphic">
          <ac:chgData name="이하나 윤" userId="f658f17427b35de9" providerId="LiveId" clId="{EE219EC4-0B48-4DAA-B6C8-F5305E865B87}" dt="2026-09-07T22:51:42.917" v="9840" actId="2164"/>
          <ac:graphicFrameMkLst>
            <pc:docMk/>
            <pc:sldMk cId="425665267" sldId="272"/>
            <ac:graphicFrameMk id="3" creationId="{CB4E82EA-14B2-BE1D-64A3-38C270AB6C9B}"/>
          </ac:graphicFrameMkLst>
        </pc:graphicFrameChg>
        <pc:picChg chg="mod">
          <ac:chgData name="이하나 윤" userId="f658f17427b35de9" providerId="LiveId" clId="{EE219EC4-0B48-4DAA-B6C8-F5305E865B87}" dt="2026-09-07T20:15:21.977" v="7744" actId="14826"/>
          <ac:picMkLst>
            <pc:docMk/>
            <pc:sldMk cId="425665267" sldId="272"/>
            <ac:picMk id="6" creationId="{D6C8E3D2-3660-3B32-2253-0FD581B8F854}"/>
          </ac:picMkLst>
        </pc:picChg>
        <pc:picChg chg="add mod topLvl">
          <ac:chgData name="이하나 윤" userId="f658f17427b35de9" providerId="LiveId" clId="{EE219EC4-0B48-4DAA-B6C8-F5305E865B87}" dt="2026-09-07T20:14:48.052" v="7742"/>
          <ac:picMkLst>
            <pc:docMk/>
            <pc:sldMk cId="425665267" sldId="272"/>
            <ac:picMk id="16" creationId="{B8D50F0F-7D29-4C68-C348-7C454D44BC8F}"/>
          </ac:picMkLst>
        </pc:picChg>
        <pc:picChg chg="del mod">
          <ac:chgData name="이하나 윤" userId="f658f17427b35de9" providerId="LiveId" clId="{EE219EC4-0B48-4DAA-B6C8-F5305E865B87}" dt="2026-09-07T20:17:28.214" v="7803" actId="478"/>
          <ac:picMkLst>
            <pc:docMk/>
            <pc:sldMk cId="425665267" sldId="272"/>
            <ac:picMk id="20" creationId="{85ABDAB5-8B98-908C-BF0F-335D7A2BE3AB}"/>
          </ac:picMkLst>
        </pc:picChg>
        <pc:picChg chg="mod topLvl">
          <ac:chgData name="이하나 윤" userId="f658f17427b35de9" providerId="LiveId" clId="{EE219EC4-0B48-4DAA-B6C8-F5305E865B87}" dt="2026-09-07T20:15:42.991" v="7746" actId="164"/>
          <ac:picMkLst>
            <pc:docMk/>
            <pc:sldMk cId="425665267" sldId="272"/>
            <ac:picMk id="23" creationId="{4AABA2F9-1329-9AB3-0A38-D8A8C81AB4E7}"/>
          </ac:picMkLst>
        </pc:picChg>
      </pc:sldChg>
      <pc:sldChg chg="addSp delSp modSp add del mod">
        <pc:chgData name="이하나 윤" userId="f658f17427b35de9" providerId="LiveId" clId="{EE219EC4-0B48-4DAA-B6C8-F5305E865B87}" dt="2026-09-07T21:53:53.701" v="9772" actId="47"/>
        <pc:sldMkLst>
          <pc:docMk/>
          <pc:sldMk cId="2547263394" sldId="273"/>
        </pc:sldMkLst>
        <pc:spChg chg="mod">
          <ac:chgData name="이하나 윤" userId="f658f17427b35de9" providerId="LiveId" clId="{EE219EC4-0B48-4DAA-B6C8-F5305E865B87}" dt="2026-09-07T20:20:57.025" v="7927" actId="2711"/>
          <ac:spMkLst>
            <pc:docMk/>
            <pc:sldMk cId="2547263394" sldId="273"/>
            <ac:spMk id="2" creationId="{772A8745-E05E-E65C-B6A5-2A4F6BB29436}"/>
          </ac:spMkLst>
        </pc:spChg>
        <pc:spChg chg="del mod">
          <ac:chgData name="이하나 윤" userId="f658f17427b35de9" providerId="LiveId" clId="{EE219EC4-0B48-4DAA-B6C8-F5305E865B87}" dt="2026-09-07T20:06:06.992" v="7461" actId="478"/>
          <ac:spMkLst>
            <pc:docMk/>
            <pc:sldMk cId="2547263394" sldId="273"/>
            <ac:spMk id="3" creationId="{1AAF4AFF-D4C1-43F1-49E5-F3BB03057ECB}"/>
          </ac:spMkLst>
        </pc:spChg>
        <pc:spChg chg="mod">
          <ac:chgData name="이하나 윤" userId="f658f17427b35de9" providerId="LiveId" clId="{EE219EC4-0B48-4DAA-B6C8-F5305E865B87}" dt="2026-09-07T20:20:51.572" v="7926" actId="2711"/>
          <ac:spMkLst>
            <pc:docMk/>
            <pc:sldMk cId="2547263394" sldId="273"/>
            <ac:spMk id="7" creationId="{48D665F6-EFD0-1EDD-095E-A4B4A41399E3}"/>
          </ac:spMkLst>
        </pc:spChg>
        <pc:spChg chg="mod">
          <ac:chgData name="이하나 윤" userId="f658f17427b35de9" providerId="LiveId" clId="{EE219EC4-0B48-4DAA-B6C8-F5305E865B87}" dt="2026-09-07T20:20:57.025" v="7927" actId="2711"/>
          <ac:spMkLst>
            <pc:docMk/>
            <pc:sldMk cId="2547263394" sldId="273"/>
            <ac:spMk id="10" creationId="{7085D872-394F-B5B4-A92F-FF83D443EC1F}"/>
          </ac:spMkLst>
        </pc:spChg>
        <pc:spChg chg="del mod">
          <ac:chgData name="이하나 윤" userId="f658f17427b35de9" providerId="LiveId" clId="{EE219EC4-0B48-4DAA-B6C8-F5305E865B87}" dt="2026-09-07T14:30:32.274" v="5882" actId="478"/>
          <ac:spMkLst>
            <pc:docMk/>
            <pc:sldMk cId="2547263394" sldId="273"/>
            <ac:spMk id="24" creationId="{D1100D8A-39BF-AD54-7705-F8C83A7C1EEB}"/>
          </ac:spMkLst>
        </pc:spChg>
        <pc:spChg chg="mod">
          <ac:chgData name="이하나 윤" userId="f658f17427b35de9" providerId="LiveId" clId="{EE219EC4-0B48-4DAA-B6C8-F5305E865B87}" dt="2026-09-07T20:20:57.025" v="7927" actId="2711"/>
          <ac:spMkLst>
            <pc:docMk/>
            <pc:sldMk cId="2547263394" sldId="273"/>
            <ac:spMk id="27" creationId="{BED51E29-A843-C879-A888-25377CAEBF09}"/>
          </ac:spMkLst>
        </pc:spChg>
        <pc:spChg chg="mod">
          <ac:chgData name="이하나 윤" userId="f658f17427b35de9" providerId="LiveId" clId="{EE219EC4-0B48-4DAA-B6C8-F5305E865B87}" dt="2026-09-07T16:44:37.407" v="6595" actId="207"/>
          <ac:spMkLst>
            <pc:docMk/>
            <pc:sldMk cId="2547263394" sldId="273"/>
            <ac:spMk id="30" creationId="{EFDD5AF9-8E5C-B343-36ED-20523E4E48FB}"/>
          </ac:spMkLst>
        </pc:spChg>
        <pc:spChg chg="mod">
          <ac:chgData name="이하나 윤" userId="f658f17427b35de9" providerId="LiveId" clId="{EE219EC4-0B48-4DAA-B6C8-F5305E865B87}" dt="2026-09-07T16:44:37.407" v="6595" actId="207"/>
          <ac:spMkLst>
            <pc:docMk/>
            <pc:sldMk cId="2547263394" sldId="273"/>
            <ac:spMk id="32" creationId="{480F45B0-8702-B449-BBC8-886509E97B41}"/>
          </ac:spMkLst>
        </pc:spChg>
        <pc:spChg chg="mod">
          <ac:chgData name="이하나 윤" userId="f658f17427b35de9" providerId="LiveId" clId="{EE219EC4-0B48-4DAA-B6C8-F5305E865B87}" dt="2026-09-07T16:44:37.407" v="6595" actId="207"/>
          <ac:spMkLst>
            <pc:docMk/>
            <pc:sldMk cId="2547263394" sldId="273"/>
            <ac:spMk id="34" creationId="{EC78BEBF-85AA-65A9-210D-44FBEC4E424C}"/>
          </ac:spMkLst>
        </pc:spChg>
        <pc:spChg chg="mod">
          <ac:chgData name="이하나 윤" userId="f658f17427b35de9" providerId="LiveId" clId="{EE219EC4-0B48-4DAA-B6C8-F5305E865B87}" dt="2026-09-07T16:44:37.407" v="6595" actId="207"/>
          <ac:spMkLst>
            <pc:docMk/>
            <pc:sldMk cId="2547263394" sldId="273"/>
            <ac:spMk id="36" creationId="{D4E5F5F4-1677-596F-4776-032408AE61C9}"/>
          </ac:spMkLst>
        </pc:spChg>
        <pc:spChg chg="mod">
          <ac:chgData name="이하나 윤" userId="f658f17427b35de9" providerId="LiveId" clId="{EE219EC4-0B48-4DAA-B6C8-F5305E865B87}" dt="2026-09-07T16:44:37.407" v="6595" actId="207"/>
          <ac:spMkLst>
            <pc:docMk/>
            <pc:sldMk cId="2547263394" sldId="273"/>
            <ac:spMk id="38" creationId="{27A97487-0D77-95BE-D0E8-FE803BFC8538}"/>
          </ac:spMkLst>
        </pc:spChg>
        <pc:spChg chg="add del">
          <ac:chgData name="이하나 윤" userId="f658f17427b35de9" providerId="LiveId" clId="{EE219EC4-0B48-4DAA-B6C8-F5305E865B87}" dt="2026-09-07T20:06:01.427" v="7459" actId="22"/>
          <ac:spMkLst>
            <pc:docMk/>
            <pc:sldMk cId="2547263394" sldId="273"/>
            <ac:spMk id="43" creationId="{FD0EDF78-642B-14D1-A428-D7AD870546B3}"/>
          </ac:spMkLst>
        </pc:spChg>
        <pc:spChg chg="add mod">
          <ac:chgData name="이하나 윤" userId="f658f17427b35de9" providerId="LiveId" clId="{EE219EC4-0B48-4DAA-B6C8-F5305E865B87}" dt="2026-09-07T20:24:45.488" v="8166" actId="20577"/>
          <ac:spMkLst>
            <pc:docMk/>
            <pc:sldMk cId="2547263394" sldId="273"/>
            <ac:spMk id="49" creationId="{B6971081-6535-FB77-BAAE-1DA08324F74D}"/>
          </ac:spMkLst>
        </pc:spChg>
        <pc:grpChg chg="add mod">
          <ac:chgData name="이하나 윤" userId="f658f17427b35de9" providerId="LiveId" clId="{EE219EC4-0B48-4DAA-B6C8-F5305E865B87}" dt="2026-09-07T21:38:39.678" v="9557" actId="26606"/>
          <ac:grpSpMkLst>
            <pc:docMk/>
            <pc:sldMk cId="2547263394" sldId="273"/>
            <ac:grpSpMk id="4" creationId="{86C692FF-E765-8591-D5D9-D91751E81794}"/>
          </ac:grpSpMkLst>
        </pc:grpChg>
        <pc:grpChg chg="del">
          <ac:chgData name="이하나 윤" userId="f658f17427b35de9" providerId="LiveId" clId="{EE219EC4-0B48-4DAA-B6C8-F5305E865B87}" dt="2026-09-07T14:29:42.498" v="5873" actId="478"/>
          <ac:grpSpMkLst>
            <pc:docMk/>
            <pc:sldMk cId="2547263394" sldId="273"/>
            <ac:grpSpMk id="6" creationId="{19BA7D36-9569-4D62-0A7D-65ED174A0F6D}"/>
          </ac:grpSpMkLst>
        </pc:grpChg>
        <pc:graphicFrameChg chg="modGraphic">
          <ac:chgData name="이하나 윤" userId="f658f17427b35de9" providerId="LiveId" clId="{EE219EC4-0B48-4DAA-B6C8-F5305E865B87}" dt="2026-09-07T14:29:55.104" v="5874" actId="2164"/>
          <ac:graphicFrameMkLst>
            <pc:docMk/>
            <pc:sldMk cId="2547263394" sldId="273"/>
            <ac:graphicFrameMk id="21" creationId="{9541789D-75B4-2EA1-A89F-0BB710E7D4A9}"/>
          </ac:graphicFrameMkLst>
        </pc:graphicFrameChg>
        <pc:graphicFrameChg chg="mod">
          <ac:chgData name="이하나 윤" userId="f658f17427b35de9" providerId="LiveId" clId="{EE219EC4-0B48-4DAA-B6C8-F5305E865B87}" dt="2026-09-07T15:01:21.686" v="5884"/>
          <ac:graphicFrameMkLst>
            <pc:docMk/>
            <pc:sldMk cId="2547263394" sldId="273"/>
            <ac:graphicFrameMk id="28" creationId="{6B7E344E-39CA-C4F1-AF58-7129136C3DD2}"/>
          </ac:graphicFrameMkLst>
        </pc:graphicFrameChg>
        <pc:graphicFrameChg chg="mod modGraphic">
          <ac:chgData name="이하나 윤" userId="f658f17427b35de9" providerId="LiveId" clId="{EE219EC4-0B48-4DAA-B6C8-F5305E865B87}" dt="2026-09-07T15:01:22.484" v="5886" actId="1076"/>
          <ac:graphicFrameMkLst>
            <pc:docMk/>
            <pc:sldMk cId="2547263394" sldId="273"/>
            <ac:graphicFrameMk id="33" creationId="{1880DF6D-DF6C-066F-1A2C-697887E902B6}"/>
          </ac:graphicFrameMkLst>
        </pc:graphicFrameChg>
        <pc:cxnChg chg="mod">
          <ac:chgData name="이하나 윤" userId="f658f17427b35de9" providerId="LiveId" clId="{EE219EC4-0B48-4DAA-B6C8-F5305E865B87}" dt="2026-09-07T14:29:42.498" v="5873" actId="478"/>
          <ac:cxnSpMkLst>
            <pc:docMk/>
            <pc:sldMk cId="2547263394" sldId="273"/>
            <ac:cxnSpMk id="13" creationId="{5A8AFBD6-5D3B-C304-B98B-2646E110C28A}"/>
          </ac:cxnSpMkLst>
        </pc:cxnChg>
        <pc:cxnChg chg="mod">
          <ac:chgData name="이하나 윤" userId="f658f17427b35de9" providerId="LiveId" clId="{EE219EC4-0B48-4DAA-B6C8-F5305E865B87}" dt="2026-09-07T14:29:42.498" v="5873" actId="478"/>
          <ac:cxnSpMkLst>
            <pc:docMk/>
            <pc:sldMk cId="2547263394" sldId="273"/>
            <ac:cxnSpMk id="15" creationId="{DA7553CF-854D-ADA9-0084-BB0C136D5A96}"/>
          </ac:cxnSpMkLst>
        </pc:cxnChg>
        <pc:cxnChg chg="mod">
          <ac:chgData name="이하나 윤" userId="f658f17427b35de9" providerId="LiveId" clId="{EE219EC4-0B48-4DAA-B6C8-F5305E865B87}" dt="2026-09-07T14:29:42.498" v="5873" actId="478"/>
          <ac:cxnSpMkLst>
            <pc:docMk/>
            <pc:sldMk cId="2547263394" sldId="273"/>
            <ac:cxnSpMk id="18" creationId="{6F104CDC-402C-7071-83F7-9CAB02670BB3}"/>
          </ac:cxnSpMkLst>
        </pc:cxnChg>
        <pc:cxnChg chg="mod">
          <ac:chgData name="이하나 윤" userId="f658f17427b35de9" providerId="LiveId" clId="{EE219EC4-0B48-4DAA-B6C8-F5305E865B87}" dt="2026-09-07T14:29:42.498" v="5873" actId="478"/>
          <ac:cxnSpMkLst>
            <pc:docMk/>
            <pc:sldMk cId="2547263394" sldId="273"/>
            <ac:cxnSpMk id="20" creationId="{D0C03400-CECE-BE96-2D8D-B3B5D80C8AD1}"/>
          </ac:cxnSpMkLst>
        </pc:cxnChg>
        <pc:cxnChg chg="mod">
          <ac:chgData name="이하나 윤" userId="f658f17427b35de9" providerId="LiveId" clId="{EE219EC4-0B48-4DAA-B6C8-F5305E865B87}" dt="2026-09-07T14:29:42.498" v="5873" actId="478"/>
          <ac:cxnSpMkLst>
            <pc:docMk/>
            <pc:sldMk cId="2547263394" sldId="273"/>
            <ac:cxnSpMk id="23" creationId="{F31991C0-D0A4-0D5C-2E4F-4BEEF79E5844}"/>
          </ac:cxnSpMkLst>
        </pc:cxnChg>
        <pc:cxnChg chg="mod">
          <ac:chgData name="이하나 윤" userId="f658f17427b35de9" providerId="LiveId" clId="{EE219EC4-0B48-4DAA-B6C8-F5305E865B87}" dt="2026-09-07T14:30:09.656" v="5878"/>
          <ac:cxnSpMkLst>
            <pc:docMk/>
            <pc:sldMk cId="2547263394" sldId="273"/>
            <ac:cxnSpMk id="31" creationId="{D61DBFD1-6DFB-45D5-FDF4-B95BC970EC35}"/>
          </ac:cxnSpMkLst>
        </pc:cxnChg>
        <pc:cxnChg chg="mod">
          <ac:chgData name="이하나 윤" userId="f658f17427b35de9" providerId="LiveId" clId="{EE219EC4-0B48-4DAA-B6C8-F5305E865B87}" dt="2026-09-07T14:30:09.656" v="5878"/>
          <ac:cxnSpMkLst>
            <pc:docMk/>
            <pc:sldMk cId="2547263394" sldId="273"/>
            <ac:cxnSpMk id="37" creationId="{C65496C4-0FEC-83E1-E55D-017035D559A1}"/>
          </ac:cxnSpMkLst>
        </pc:cxnChg>
      </pc:sldChg>
      <pc:sldChg chg="add del">
        <pc:chgData name="이하나 윤" userId="f658f17427b35de9" providerId="LiveId" clId="{EE219EC4-0B48-4DAA-B6C8-F5305E865B87}" dt="2026-09-07T14:30:05.973" v="5877"/>
        <pc:sldMkLst>
          <pc:docMk/>
          <pc:sldMk cId="387504245" sldId="274"/>
        </pc:sldMkLst>
      </pc:sldChg>
      <pc:sldChg chg="addSp modSp add mod">
        <pc:chgData name="이하나 윤" userId="f658f17427b35de9" providerId="LiveId" clId="{EE219EC4-0B48-4DAA-B6C8-F5305E865B87}" dt="2026-09-07T20:26:23.740" v="8290" actId="20577"/>
        <pc:sldMkLst>
          <pc:docMk/>
          <pc:sldMk cId="4214987083" sldId="274"/>
        </pc:sldMkLst>
        <pc:spChg chg="add mod">
          <ac:chgData name="이하나 윤" userId="f658f17427b35de9" providerId="LiveId" clId="{EE219EC4-0B48-4DAA-B6C8-F5305E865B87}" dt="2026-09-07T20:26:23.740" v="8290" actId="20577"/>
          <ac:spMkLst>
            <pc:docMk/>
            <pc:sldMk cId="4214987083" sldId="274"/>
            <ac:spMk id="2" creationId="{7306B23F-CABD-A06E-DCBF-DA50FF83693B}"/>
          </ac:spMkLst>
        </pc:spChg>
        <pc:spChg chg="mod">
          <ac:chgData name="이하나 윤" userId="f658f17427b35de9" providerId="LiveId" clId="{EE219EC4-0B48-4DAA-B6C8-F5305E865B87}" dt="2026-09-07T20:23:06.283" v="7987" actId="20577"/>
          <ac:spMkLst>
            <pc:docMk/>
            <pc:sldMk cId="4214987083" sldId="274"/>
            <ac:spMk id="15" creationId="{4387D99F-3629-C910-6B9B-7BD8137AF46B}"/>
          </ac:spMkLst>
        </pc:spChg>
        <pc:spChg chg="mod">
          <ac:chgData name="이하나 윤" userId="f658f17427b35de9" providerId="LiveId" clId="{EE219EC4-0B48-4DAA-B6C8-F5305E865B87}" dt="2026-09-07T20:22:49.493" v="7971" actId="2711"/>
          <ac:spMkLst>
            <pc:docMk/>
            <pc:sldMk cId="4214987083" sldId="274"/>
            <ac:spMk id="38" creationId="{52064E45-2C60-79A7-0C97-6A797ECEA1DF}"/>
          </ac:spMkLst>
        </pc:spChg>
        <pc:spChg chg="mod">
          <ac:chgData name="이하나 윤" userId="f658f17427b35de9" providerId="LiveId" clId="{EE219EC4-0B48-4DAA-B6C8-F5305E865B87}" dt="2026-09-07T20:22:58.265" v="7973" actId="2711"/>
          <ac:spMkLst>
            <pc:docMk/>
            <pc:sldMk cId="4214987083" sldId="274"/>
            <ac:spMk id="42" creationId="{DD59B506-60E6-D898-6818-78532BF23766}"/>
          </ac:spMkLst>
        </pc:spChg>
      </pc:sldChg>
      <pc:sldChg chg="addSp delSp modSp add mod">
        <pc:chgData name="이하나 윤" userId="f658f17427b35de9" providerId="LiveId" clId="{EE219EC4-0B48-4DAA-B6C8-F5305E865B87}" dt="2026-09-07T21:53:34.874" v="9771" actId="1038"/>
        <pc:sldMkLst>
          <pc:docMk/>
          <pc:sldMk cId="338181495" sldId="275"/>
        </pc:sldMkLst>
        <pc:spChg chg="add mod">
          <ac:chgData name="이하나 윤" userId="f658f17427b35de9" providerId="LiveId" clId="{EE219EC4-0B48-4DAA-B6C8-F5305E865B87}" dt="2026-09-07T21:53:10.445" v="9752" actId="404"/>
          <ac:spMkLst>
            <pc:docMk/>
            <pc:sldMk cId="338181495" sldId="275"/>
            <ac:spMk id="11" creationId="{7663D4FE-F18A-DDE2-A676-9ECAADEF2192}"/>
          </ac:spMkLst>
        </pc:spChg>
        <pc:spChg chg="add del">
          <ac:chgData name="이하나 윤" userId="f658f17427b35de9" providerId="LiveId" clId="{EE219EC4-0B48-4DAA-B6C8-F5305E865B87}" dt="2026-09-07T21:33:48.047" v="9499" actId="11529"/>
          <ac:spMkLst>
            <pc:docMk/>
            <pc:sldMk cId="338181495" sldId="275"/>
            <ac:spMk id="16" creationId="{770E0B14-2ABD-6FDB-5F68-571975FA2210}"/>
          </ac:spMkLst>
        </pc:spChg>
        <pc:spChg chg="add del">
          <ac:chgData name="이하나 윤" userId="f658f17427b35de9" providerId="LiveId" clId="{EE219EC4-0B48-4DAA-B6C8-F5305E865B87}" dt="2026-09-07T21:33:53.231" v="9501" actId="11529"/>
          <ac:spMkLst>
            <pc:docMk/>
            <pc:sldMk cId="338181495" sldId="275"/>
            <ac:spMk id="17" creationId="{3CA3601F-0D0F-1F5D-D494-5D67948E8434}"/>
          </ac:spMkLst>
        </pc:spChg>
        <pc:spChg chg="add del">
          <ac:chgData name="이하나 윤" userId="f658f17427b35de9" providerId="LiveId" clId="{EE219EC4-0B48-4DAA-B6C8-F5305E865B87}" dt="2026-09-07T21:34:02.655" v="9503" actId="11529"/>
          <ac:spMkLst>
            <pc:docMk/>
            <pc:sldMk cId="338181495" sldId="275"/>
            <ac:spMk id="18" creationId="{3D37AF07-F5A3-3C2D-3127-022FAB592752}"/>
          </ac:spMkLst>
        </pc:spChg>
        <pc:spChg chg="add del mod">
          <ac:chgData name="이하나 윤" userId="f658f17427b35de9" providerId="LiveId" clId="{EE219EC4-0B48-4DAA-B6C8-F5305E865B87}" dt="2026-09-07T21:34:27.070" v="9515" actId="478"/>
          <ac:spMkLst>
            <pc:docMk/>
            <pc:sldMk cId="338181495" sldId="275"/>
            <ac:spMk id="19" creationId="{766C542E-7033-0E98-8C30-C2A065D3A0B6}"/>
          </ac:spMkLst>
        </pc:spChg>
        <pc:spChg chg="add del">
          <ac:chgData name="이하나 윤" userId="f658f17427b35de9" providerId="LiveId" clId="{EE219EC4-0B48-4DAA-B6C8-F5305E865B87}" dt="2026-09-07T21:48:09.204" v="9677" actId="22"/>
          <ac:spMkLst>
            <pc:docMk/>
            <pc:sldMk cId="338181495" sldId="275"/>
            <ac:spMk id="23" creationId="{13D3FB3C-A6E2-FCC5-8EE1-45F95A5E83BF}"/>
          </ac:spMkLst>
        </pc:spChg>
        <pc:spChg chg="mod">
          <ac:chgData name="이하나 윤" userId="f658f17427b35de9" providerId="LiveId" clId="{EE219EC4-0B48-4DAA-B6C8-F5305E865B87}" dt="2026-09-07T21:51:57.020" v="9727" actId="1076"/>
          <ac:spMkLst>
            <pc:docMk/>
            <pc:sldMk cId="338181495" sldId="275"/>
            <ac:spMk id="25" creationId="{CAE218FF-837A-8980-376E-8087B34261FD}"/>
          </ac:spMkLst>
        </pc:spChg>
        <pc:spChg chg="del">
          <ac:chgData name="이하나 윤" userId="f658f17427b35de9" providerId="LiveId" clId="{EE219EC4-0B48-4DAA-B6C8-F5305E865B87}" dt="2026-09-07T21:05:46.276" v="9095" actId="478"/>
          <ac:spMkLst>
            <pc:docMk/>
            <pc:sldMk cId="338181495" sldId="275"/>
            <ac:spMk id="30" creationId="{C347D96F-3112-4C07-BB5A-113E98342057}"/>
          </ac:spMkLst>
        </pc:spChg>
        <pc:spChg chg="del">
          <ac:chgData name="이하나 윤" userId="f658f17427b35de9" providerId="LiveId" clId="{EE219EC4-0B48-4DAA-B6C8-F5305E865B87}" dt="2026-09-07T21:05:46.276" v="9095" actId="478"/>
          <ac:spMkLst>
            <pc:docMk/>
            <pc:sldMk cId="338181495" sldId="275"/>
            <ac:spMk id="32" creationId="{69491CB1-C48F-D7F3-A7A1-CC5BD6C4DB1C}"/>
          </ac:spMkLst>
        </pc:spChg>
        <pc:spChg chg="del">
          <ac:chgData name="이하나 윤" userId="f658f17427b35de9" providerId="LiveId" clId="{EE219EC4-0B48-4DAA-B6C8-F5305E865B87}" dt="2026-09-07T21:05:46.276" v="9095" actId="478"/>
          <ac:spMkLst>
            <pc:docMk/>
            <pc:sldMk cId="338181495" sldId="275"/>
            <ac:spMk id="34" creationId="{F66ADFF0-2588-6990-EF20-D8A95ABA7E87}"/>
          </ac:spMkLst>
        </pc:spChg>
        <pc:spChg chg="del">
          <ac:chgData name="이하나 윤" userId="f658f17427b35de9" providerId="LiveId" clId="{EE219EC4-0B48-4DAA-B6C8-F5305E865B87}" dt="2026-09-07T21:05:46.276" v="9095" actId="478"/>
          <ac:spMkLst>
            <pc:docMk/>
            <pc:sldMk cId="338181495" sldId="275"/>
            <ac:spMk id="36" creationId="{B726F77E-2801-46BA-7852-96260FDBCF6C}"/>
          </ac:spMkLst>
        </pc:spChg>
        <pc:spChg chg="del">
          <ac:chgData name="이하나 윤" userId="f658f17427b35de9" providerId="LiveId" clId="{EE219EC4-0B48-4DAA-B6C8-F5305E865B87}" dt="2026-09-07T21:05:46.276" v="9095" actId="478"/>
          <ac:spMkLst>
            <pc:docMk/>
            <pc:sldMk cId="338181495" sldId="275"/>
            <ac:spMk id="38" creationId="{C8398960-13DD-7F19-A2DB-26A7D4F8B266}"/>
          </ac:spMkLst>
        </pc:spChg>
        <pc:spChg chg="mod">
          <ac:chgData name="이하나 윤" userId="f658f17427b35de9" providerId="LiveId" clId="{EE219EC4-0B48-4DAA-B6C8-F5305E865B87}" dt="2026-09-07T20:53:58.580" v="9024" actId="14100"/>
          <ac:spMkLst>
            <pc:docMk/>
            <pc:sldMk cId="338181495" sldId="275"/>
            <ac:spMk id="39" creationId="{164334BB-0C20-BE67-C1A1-C8F1B2C74BA7}"/>
          </ac:spMkLst>
        </pc:spChg>
        <pc:spChg chg="mod">
          <ac:chgData name="이하나 윤" userId="f658f17427b35de9" providerId="LiveId" clId="{EE219EC4-0B48-4DAA-B6C8-F5305E865B87}" dt="2026-09-07T20:53:59.940" v="9025" actId="14100"/>
          <ac:spMkLst>
            <pc:docMk/>
            <pc:sldMk cId="338181495" sldId="275"/>
            <ac:spMk id="40" creationId="{805CFE82-F7FE-7B4D-8C0E-57C731CCB0D0}"/>
          </ac:spMkLst>
        </pc:spChg>
        <pc:spChg chg="add mod">
          <ac:chgData name="이하나 윤" userId="f658f17427b35de9" providerId="LiveId" clId="{EE219EC4-0B48-4DAA-B6C8-F5305E865B87}" dt="2026-09-07T21:53:32.067" v="9764" actId="1038"/>
          <ac:spMkLst>
            <pc:docMk/>
            <pc:sldMk cId="338181495" sldId="275"/>
            <ac:spMk id="43" creationId="{0BF789C1-0A39-469F-6154-EDF9B1E972B1}"/>
          </ac:spMkLst>
        </pc:spChg>
        <pc:spChg chg="mod">
          <ac:chgData name="이하나 윤" userId="f658f17427b35de9" providerId="LiveId" clId="{EE219EC4-0B48-4DAA-B6C8-F5305E865B87}" dt="2026-09-07T20:39:50.691" v="8460" actId="164"/>
          <ac:spMkLst>
            <pc:docMk/>
            <pc:sldMk cId="338181495" sldId="275"/>
            <ac:spMk id="44" creationId="{63BD371A-F9EF-D54C-E1B0-DF71339B2B6D}"/>
          </ac:spMkLst>
        </pc:spChg>
        <pc:spChg chg="mod">
          <ac:chgData name="이하나 윤" userId="f658f17427b35de9" providerId="LiveId" clId="{EE219EC4-0B48-4DAA-B6C8-F5305E865B87}" dt="2026-09-07T20:39:50.691" v="8460" actId="164"/>
          <ac:spMkLst>
            <pc:docMk/>
            <pc:sldMk cId="338181495" sldId="275"/>
            <ac:spMk id="45" creationId="{546B6490-1E07-8656-80E1-570A41F7805C}"/>
          </ac:spMkLst>
        </pc:spChg>
        <pc:spChg chg="mod">
          <ac:chgData name="이하나 윤" userId="f658f17427b35de9" providerId="LiveId" clId="{EE219EC4-0B48-4DAA-B6C8-F5305E865B87}" dt="2026-09-07T20:39:50.691" v="8460" actId="164"/>
          <ac:spMkLst>
            <pc:docMk/>
            <pc:sldMk cId="338181495" sldId="275"/>
            <ac:spMk id="46" creationId="{6F652D0D-FAAB-D5B0-5D2E-29CC8FC1AA21}"/>
          </ac:spMkLst>
        </pc:spChg>
        <pc:spChg chg="mod">
          <ac:chgData name="이하나 윤" userId="f658f17427b35de9" providerId="LiveId" clId="{EE219EC4-0B48-4DAA-B6C8-F5305E865B87}" dt="2026-09-07T20:39:50.691" v="8460" actId="164"/>
          <ac:spMkLst>
            <pc:docMk/>
            <pc:sldMk cId="338181495" sldId="275"/>
            <ac:spMk id="47" creationId="{C2995D96-7AA5-4DD8-FA91-D3148CA05CFF}"/>
          </ac:spMkLst>
        </pc:spChg>
        <pc:spChg chg="add del">
          <ac:chgData name="이하나 윤" userId="f658f17427b35de9" providerId="LiveId" clId="{EE219EC4-0B48-4DAA-B6C8-F5305E865B87}" dt="2026-09-07T21:52:32.610" v="9750" actId="478"/>
          <ac:spMkLst>
            <pc:docMk/>
            <pc:sldMk cId="338181495" sldId="275"/>
            <ac:spMk id="50" creationId="{E5360A0C-E5E7-86CF-9DF9-401DAC882647}"/>
          </ac:spMkLst>
        </pc:spChg>
        <pc:spChg chg="add mod">
          <ac:chgData name="이하나 윤" userId="f658f17427b35de9" providerId="LiveId" clId="{EE219EC4-0B48-4DAA-B6C8-F5305E865B87}" dt="2026-09-07T21:53:34.874" v="9771" actId="1038"/>
          <ac:spMkLst>
            <pc:docMk/>
            <pc:sldMk cId="338181495" sldId="275"/>
            <ac:spMk id="52" creationId="{18ABCBB0-F7B5-2FAF-DDD0-72CA712C264D}"/>
          </ac:spMkLst>
        </pc:spChg>
        <pc:grpChg chg="add del mod">
          <ac:chgData name="이하나 윤" userId="f658f17427b35de9" providerId="LiveId" clId="{EE219EC4-0B48-4DAA-B6C8-F5305E865B87}" dt="2026-09-07T20:43:20.448" v="8705" actId="478"/>
          <ac:grpSpMkLst>
            <pc:docMk/>
            <pc:sldMk cId="338181495" sldId="275"/>
            <ac:grpSpMk id="3" creationId="{37EB8B50-7A0A-6FA9-5FCA-2197D1C41B48}"/>
          </ac:grpSpMkLst>
        </pc:grpChg>
        <pc:grpChg chg="del mod ord">
          <ac:chgData name="이하나 윤" userId="f658f17427b35de9" providerId="LiveId" clId="{EE219EC4-0B48-4DAA-B6C8-F5305E865B87}" dt="2026-09-07T21:05:46.276" v="9095" actId="478"/>
          <ac:grpSpMkLst>
            <pc:docMk/>
            <pc:sldMk cId="338181495" sldId="275"/>
            <ac:grpSpMk id="4" creationId="{9DD13732-F4C4-E5A6-A039-6538FFFCFFF6}"/>
          </ac:grpSpMkLst>
        </pc:grpChg>
        <pc:grpChg chg="add del mod">
          <ac:chgData name="이하나 윤" userId="f658f17427b35de9" providerId="LiveId" clId="{EE219EC4-0B48-4DAA-B6C8-F5305E865B87}" dt="2026-09-07T21:32:17.005" v="9491" actId="478"/>
          <ac:grpSpMkLst>
            <pc:docMk/>
            <pc:sldMk cId="338181495" sldId="275"/>
            <ac:grpSpMk id="13" creationId="{216BEBE6-5A1A-3525-7BB6-450DDD5753E9}"/>
          </ac:grpSpMkLst>
        </pc:grpChg>
        <pc:graphicFrameChg chg="add mod modGraphic">
          <ac:chgData name="이하나 윤" userId="f658f17427b35de9" providerId="LiveId" clId="{EE219EC4-0B48-4DAA-B6C8-F5305E865B87}" dt="2026-09-07T21:51:01.480" v="9715" actId="1076"/>
          <ac:graphicFrameMkLst>
            <pc:docMk/>
            <pc:sldMk cId="338181495" sldId="275"/>
            <ac:graphicFrameMk id="12" creationId="{C4E33CE5-EEC5-FC20-C71B-EE8BB8A58FAA}"/>
          </ac:graphicFrameMkLst>
        </pc:graphicFrameChg>
        <pc:graphicFrameChg chg="add del">
          <ac:chgData name="이하나 윤" userId="f658f17427b35de9" providerId="LiveId" clId="{EE219EC4-0B48-4DAA-B6C8-F5305E865B87}" dt="2026-09-07T21:20:23.717" v="9369" actId="22"/>
          <ac:graphicFrameMkLst>
            <pc:docMk/>
            <pc:sldMk cId="338181495" sldId="275"/>
            <ac:graphicFrameMk id="15" creationId="{1DA41836-F6F1-4DD0-5D68-6AC8A8FB322E}"/>
          </ac:graphicFrameMkLst>
        </pc:graphicFrameChg>
        <pc:graphicFrameChg chg="add mod modGraphic">
          <ac:chgData name="이하나 윤" userId="f658f17427b35de9" providerId="LiveId" clId="{EE219EC4-0B48-4DAA-B6C8-F5305E865B87}" dt="2026-09-07T21:52:37.863" v="9751" actId="14100"/>
          <ac:graphicFrameMkLst>
            <pc:docMk/>
            <pc:sldMk cId="338181495" sldId="275"/>
            <ac:graphicFrameMk id="20" creationId="{2D19354F-CEBA-4DD1-C875-9B9B66EBA5C2}"/>
          </ac:graphicFrameMkLst>
        </pc:graphicFrameChg>
        <pc:graphicFrameChg chg="mod modGraphic">
          <ac:chgData name="이하나 윤" userId="f658f17427b35de9" providerId="LiveId" clId="{EE219EC4-0B48-4DAA-B6C8-F5305E865B87}" dt="2026-09-07T21:50:52.849" v="9713" actId="1076"/>
          <ac:graphicFrameMkLst>
            <pc:docMk/>
            <pc:sldMk cId="338181495" sldId="275"/>
            <ac:graphicFrameMk id="21" creationId="{4A6014F1-E3B5-96BC-82A3-593E73732701}"/>
          </ac:graphicFrameMkLst>
        </pc:graphicFrameChg>
        <pc:graphicFrameChg chg="add del mod">
          <ac:chgData name="이하나 윤" userId="f658f17427b35de9" providerId="LiveId" clId="{EE219EC4-0B48-4DAA-B6C8-F5305E865B87}" dt="2026-09-07T21:49:00.219" v="9688" actId="478"/>
          <ac:graphicFrameMkLst>
            <pc:docMk/>
            <pc:sldMk cId="338181495" sldId="275"/>
            <ac:graphicFrameMk id="24" creationId="{FB05DAF6-C5E3-B163-9AE4-89ECE6F7D690}"/>
          </ac:graphicFrameMkLst>
        </pc:graphicFrameChg>
        <pc:graphicFrameChg chg="add mod topLvl">
          <ac:chgData name="이하나 윤" userId="f658f17427b35de9" providerId="LiveId" clId="{EE219EC4-0B48-4DAA-B6C8-F5305E865B87}" dt="2026-09-07T21:47:21.078" v="9662"/>
          <ac:graphicFrameMkLst>
            <pc:docMk/>
            <pc:sldMk cId="338181495" sldId="275"/>
            <ac:graphicFrameMk id="28" creationId="{D6899A63-86A1-9D00-0A29-F2B6BB65412B}"/>
          </ac:graphicFrameMkLst>
        </pc:graphicFrameChg>
        <pc:graphicFrameChg chg="mod modGraphic">
          <ac:chgData name="이하나 윤" userId="f658f17427b35de9" providerId="LiveId" clId="{EE219EC4-0B48-4DAA-B6C8-F5305E865B87}" dt="2026-09-07T21:50:43.399" v="9712" actId="1076"/>
          <ac:graphicFrameMkLst>
            <pc:docMk/>
            <pc:sldMk cId="338181495" sldId="275"/>
            <ac:graphicFrameMk id="33" creationId="{9C36F709-6D55-38CC-296C-CD8F14B25144}"/>
          </ac:graphicFrameMkLst>
        </pc:graphicFrameChg>
        <pc:cxnChg chg="del mod topLvl">
          <ac:chgData name="이하나 윤" userId="f658f17427b35de9" providerId="LiveId" clId="{EE219EC4-0B48-4DAA-B6C8-F5305E865B87}" dt="2026-09-07T21:05:46.276" v="9095" actId="478"/>
          <ac:cxnSpMkLst>
            <pc:docMk/>
            <pc:sldMk cId="338181495" sldId="275"/>
            <ac:cxnSpMk id="29" creationId="{BE1994E2-D4CC-1C05-7C07-0A5540FD6CA0}"/>
          </ac:cxnSpMkLst>
        </pc:cxnChg>
        <pc:cxnChg chg="del mod">
          <ac:chgData name="이하나 윤" userId="f658f17427b35de9" providerId="LiveId" clId="{EE219EC4-0B48-4DAA-B6C8-F5305E865B87}" dt="2026-09-07T21:05:46.276" v="9095" actId="478"/>
          <ac:cxnSpMkLst>
            <pc:docMk/>
            <pc:sldMk cId="338181495" sldId="275"/>
            <ac:cxnSpMk id="31" creationId="{491FACA7-2146-B974-CEDD-6C66D7BA9F43}"/>
          </ac:cxnSpMkLst>
        </pc:cxnChg>
        <pc:cxnChg chg="del mod">
          <ac:chgData name="이하나 윤" userId="f658f17427b35de9" providerId="LiveId" clId="{EE219EC4-0B48-4DAA-B6C8-F5305E865B87}" dt="2026-09-07T21:05:46.276" v="9095" actId="478"/>
          <ac:cxnSpMkLst>
            <pc:docMk/>
            <pc:sldMk cId="338181495" sldId="275"/>
            <ac:cxnSpMk id="37" creationId="{44D2B7EA-FB87-C663-0B07-E07CCD142E6F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+mn-cs"/>
              </a:defRPr>
            </a:pPr>
            <a:r>
              <a:rPr lang="ko-KR" altLang="en-US" sz="240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장르별 분류</a:t>
            </a:r>
            <a:endParaRPr lang="ko-KR" sz="2400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c:rich>
      </c:tx>
      <c:layout>
        <c:manualLayout>
          <c:xMode val="edge"/>
          <c:yMode val="edge"/>
          <c:x val="0.37062616936443343"/>
          <c:y val="1.40624695315760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B 어그로 Light" panose="02020603020101020101" pitchFamily="18" charset="-127"/>
              <a:ea typeface="SB 어그로 Light" panose="0202060302010102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개수</c:v>
                </c:pt>
              </c:strCache>
            </c:strRef>
          </c:tx>
          <c:spPr>
            <a:ln w="19050">
              <a:solidFill>
                <a:schemeClr val="lt1"/>
              </a:solidFill>
            </a:ln>
          </c:spPr>
          <c:dPt>
            <c:idx val="0"/>
            <c:bubble3D val="0"/>
            <c:spPr>
              <a:solidFill>
                <a:srgbClr val="D39B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218-4C10-A66B-B3FAE4381FE8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218-4C10-A66B-B3FAE4381FE8}"/>
              </c:ext>
            </c:extLst>
          </c:dPt>
          <c:dPt>
            <c:idx val="2"/>
            <c:bubble3D val="0"/>
            <c:spPr>
              <a:solidFill>
                <a:srgbClr val="2A9D8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218-4C10-A66B-B3FAE4381FE8}"/>
              </c:ext>
            </c:extLst>
          </c:dPt>
          <c:dPt>
            <c:idx val="3"/>
            <c:bubble3D val="0"/>
            <c:spPr>
              <a:solidFill>
                <a:srgbClr val="E76F5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218-4C10-A66B-B3FAE4381FE8}"/>
              </c:ext>
            </c:extLst>
          </c:dPt>
          <c:dPt>
            <c:idx val="4"/>
            <c:bubble3D val="0"/>
            <c:spPr>
              <a:solidFill>
                <a:srgbClr val="A58FB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218-4C10-A66B-B3FAE4381FE8}"/>
              </c:ext>
            </c:extLst>
          </c:dPt>
          <c:dPt>
            <c:idx val="5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218-4C10-A66B-B3FAE4381FE8}"/>
              </c:ext>
            </c:extLst>
          </c:dPt>
          <c:dPt>
            <c:idx val="6"/>
            <c:bubble3D val="0"/>
            <c:spPr>
              <a:solidFill>
                <a:srgbClr val="DC938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218-4C10-A66B-B3FAE4381FE8}"/>
              </c:ext>
            </c:extLst>
          </c:dPt>
          <c:dPt>
            <c:idx val="7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1218-4C10-A66B-B3FAE4381FE8}"/>
              </c:ext>
            </c:extLst>
          </c:dPt>
          <c:dLbls>
            <c:dLbl>
              <c:idx val="0"/>
              <c:layout>
                <c:manualLayout>
                  <c:x val="-7.669842949348981E-3"/>
                  <c:y val="1.4238669646234785E-2"/>
                </c:manualLayout>
              </c:layout>
              <c:tx>
                <c:rich>
                  <a:bodyPr/>
                  <a:lstStyle/>
                  <a:p>
                    <a:fld id="{B5830ABE-DC9F-4295-A54E-D09F97C6456E}" type="CATEGORYNAME">
                      <a:rPr lang="ko-KR" altLang="en-US" dirty="0"/>
                      <a:pPr/>
                      <a:t>[범주 이름]</a:t>
                    </a:fld>
                    <a:endParaRPr lang="ko-KR" altLang="en-US" baseline="0"/>
                  </a:p>
                  <a:p>
                    <a:fld id="{47EC3AD7-3267-4BAD-A1E0-940BD41DDB8A}" type="VALUE">
                      <a:rPr lang="en-US" altLang="ko-KR" smtClean="0"/>
                      <a:pPr/>
                      <a:t>[값]</a:t>
                    </a:fld>
                    <a:r>
                      <a:rPr lang="ko-KR" altLang="en-US"/>
                      <a:t>개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40124031644456037"/>
                      <c:h val="0.1169391567510227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218-4C10-A66B-B3FAE4381FE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C76C630-DCB5-41EA-AC4A-1CE2441B514C}" type="CATEGORYNAME">
                      <a:rPr lang="ko-KR" altLang="en-US"/>
                      <a:pPr/>
                      <a:t>[범주 이름]</a:t>
                    </a:fld>
                    <a:endParaRPr lang="ko-KR" altLang="en-US" baseline="0"/>
                  </a:p>
                  <a:p>
                    <a:fld id="{17ADECFA-770C-466A-937B-EFB8AE7EFBE4}" type="VALUE">
                      <a:rPr lang="en-US" altLang="ko-KR" smtClean="0"/>
                      <a:pPr/>
                      <a:t>[값]</a:t>
                    </a:fld>
                    <a:r>
                      <a:rPr lang="ko-KR" altLang="en-US"/>
                      <a:t>개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218-4C10-A66B-B3FAE4381FE8}"/>
                </c:ext>
              </c:extLst>
            </c:dLbl>
            <c:dLbl>
              <c:idx val="2"/>
              <c:layout>
                <c:manualLayout>
                  <c:x val="7.6700442602047492E-3"/>
                  <c:y val="1.9811866013033516E-2"/>
                </c:manualLayout>
              </c:layout>
              <c:tx>
                <c:rich>
                  <a:bodyPr/>
                  <a:lstStyle/>
                  <a:p>
                    <a:fld id="{B3504C83-4C5D-42B3-BAC6-A42CC09FD96C}" type="CATEGORYNAME">
                      <a:rPr lang="ko-KR" altLang="en-US"/>
                      <a:pPr/>
                      <a:t>[범주 이름]</a:t>
                    </a:fld>
                    <a:endParaRPr lang="ko-KR" altLang="en-US" baseline="0"/>
                  </a:p>
                  <a:p>
                    <a:fld id="{7D11BD77-710A-477E-9C49-8CEB272A2F46}" type="VALUE">
                      <a:rPr lang="en-US" altLang="ko-KR" smtClean="0"/>
                      <a:pPr/>
                      <a:t>[값]</a:t>
                    </a:fld>
                    <a:r>
                      <a:rPr lang="ko-KR" altLang="en-US"/>
                      <a:t>개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735262535526333"/>
                      <c:h val="0.1169391567510227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218-4C10-A66B-B3FAE4381FE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43F7AB1-A42E-43FB-ADE8-9A64A08C707E}" type="CATEGORYNAME">
                      <a:rPr lang="ko-KR" altLang="en-US"/>
                      <a:pPr/>
                      <a:t>[범주 이름]</a:t>
                    </a:fld>
                    <a:endParaRPr lang="ko-KR" altLang="en-US" baseline="0"/>
                  </a:p>
                  <a:p>
                    <a:fld id="{AA1D215F-E587-4C7E-95D1-212968082BF4}" type="VALUE">
                      <a:rPr lang="en-US" altLang="ko-KR" smtClean="0"/>
                      <a:pPr/>
                      <a:t>[값]</a:t>
                    </a:fld>
                    <a:r>
                      <a:rPr lang="ko-KR" altLang="en-US"/>
                      <a:t>개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1218-4C10-A66B-B3FAE4381FE8}"/>
                </c:ext>
              </c:extLst>
            </c:dLbl>
            <c:dLbl>
              <c:idx val="4"/>
              <c:layout>
                <c:manualLayout>
                  <c:x val="2.5565472128310589E-3"/>
                  <c:y val="1.4238669646234785E-2"/>
                </c:manualLayout>
              </c:layout>
              <c:tx>
                <c:rich>
                  <a:bodyPr/>
                  <a:lstStyle/>
                  <a:p>
                    <a:fld id="{0C837A83-2731-4063-8DBD-436B3D3D685C}" type="CATEGORYNAME">
                      <a:rPr lang="ko-KR" altLang="en-US" smtClean="0"/>
                      <a:pPr/>
                      <a:t>[범주 이름]</a:t>
                    </a:fld>
                    <a:endParaRPr lang="ko-KR" altLang="en-US" baseline="0"/>
                  </a:p>
                  <a:p>
                    <a:fld id="{04E4B7F8-D61E-4240-808E-0A808C870020}" type="VALUE">
                      <a:rPr lang="en-US" altLang="ko-KR" smtClean="0"/>
                      <a:pPr/>
                      <a:t>[값]</a:t>
                    </a:fld>
                    <a:r>
                      <a:rPr lang="ko-KR" altLang="en-US"/>
                      <a:t>개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9897440171420214"/>
                      <c:h val="0.1169391567510227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1218-4C10-A66B-B3FAE4381FE8}"/>
                </c:ext>
              </c:extLst>
            </c:dLbl>
            <c:dLbl>
              <c:idx val="5"/>
              <c:layout>
                <c:manualLayout>
                  <c:x val="-3.170516476138157E-2"/>
                  <c:y val="1.4257319727345734E-3"/>
                </c:manualLayout>
              </c:layout>
              <c:tx>
                <c:rich>
                  <a:bodyPr/>
                  <a:lstStyle/>
                  <a:p>
                    <a:fld id="{F9EE121A-8C39-4005-880C-258E8984761E}" type="CATEGORYNAME">
                      <a:rPr lang="ko-KR" altLang="en-US"/>
                      <a:pPr/>
                      <a:t>[범주 이름]</a:t>
                    </a:fld>
                    <a:endParaRPr lang="ko-KR" altLang="en-US" baseline="0"/>
                  </a:p>
                  <a:p>
                    <a:fld id="{6F5EC378-2247-458E-80E5-6ECA357D4D0F}" type="VALUE">
                      <a:rPr lang="en-US" altLang="ko-KR" smtClean="0"/>
                      <a:pPr/>
                      <a:t>[값]</a:t>
                    </a:fld>
                    <a:r>
                      <a:rPr lang="ko-KR" altLang="en-US"/>
                      <a:t>개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2945914617624122"/>
                      <c:h val="0.1357503714710252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1218-4C10-A66B-B3FAE4381FE8}"/>
                </c:ext>
              </c:extLst>
            </c:dLbl>
            <c:dLbl>
              <c:idx val="6"/>
              <c:layout>
                <c:manualLayout>
                  <c:x val="-0.17001718389464843"/>
                  <c:y val="-0.17114347025841262"/>
                </c:manualLayout>
              </c:layout>
              <c:tx>
                <c:rich>
                  <a:bodyPr/>
                  <a:lstStyle/>
                  <a:p>
                    <a:fld id="{42FDA0CC-490D-4637-8C80-7160256B5CB8}" type="CATEGORYNAME">
                      <a:rPr lang="ko-KR" altLang="en-US"/>
                      <a:pPr/>
                      <a:t>[범주 이름]</a:t>
                    </a:fld>
                    <a:endParaRPr lang="ko-KR" altLang="en-US" baseline="0"/>
                  </a:p>
                  <a:p>
                    <a:fld id="{C95441C8-E734-427F-AF27-09FD8F9CA946}" type="VALUE">
                      <a:rPr lang="en-US" altLang="ko-KR" smtClean="0"/>
                      <a:pPr/>
                      <a:t>[값]</a:t>
                    </a:fld>
                    <a:r>
                      <a:rPr lang="ko-KR" altLang="en-US"/>
                      <a:t>개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1218-4C10-A66B-B3FAE4381FE8}"/>
                </c:ext>
              </c:extLst>
            </c:dLbl>
            <c:dLbl>
              <c:idx val="7"/>
              <c:layout>
                <c:manualLayout>
                  <c:x val="-7.6699436047768651E-3"/>
                  <c:y val="-0.18197542615308249"/>
                </c:manualLayout>
              </c:layout>
              <c:tx>
                <c:rich>
                  <a:bodyPr/>
                  <a:lstStyle/>
                  <a:p>
                    <a:fld id="{1A1D4012-7FB6-493B-9FEB-0E7704AB9918}" type="CATEGORYNAME">
                      <a:rPr lang="en-US" altLang="ko-KR"/>
                      <a:pPr/>
                      <a:t>[범주 이름]</a:t>
                    </a:fld>
                    <a:endParaRPr lang="en-US" altLang="ko-KR" baseline="0"/>
                  </a:p>
                  <a:p>
                    <a:fld id="{9BC9306E-E187-45B1-B8FF-FC3CE090F704}" type="VALUE">
                      <a:rPr lang="en-US" altLang="ko-KR" smtClean="0"/>
                      <a:pPr/>
                      <a:t>[값]</a:t>
                    </a:fld>
                    <a:r>
                      <a:rPr lang="ko-KR" altLang="en-US"/>
                      <a:t>개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F-1218-4C10-A66B-B3FAE4381F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B 어그로 Medium" panose="02020603020101020101" pitchFamily="18" charset="-127"/>
                    <a:ea typeface="SB 어그로 Medium" panose="02020603020101020101" pitchFamily="18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noFill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퍼즐&amp;어드벤처</c:v>
                </c:pt>
                <c:pt idx="1">
                  <c:v>시뮬레이션&amp;타이쿤</c:v>
                </c:pt>
                <c:pt idx="2">
                  <c:v>협동&amp;서바이벌</c:v>
                </c:pt>
                <c:pt idx="3">
                  <c:v>육성&amp;리듬</c:v>
                </c:pt>
                <c:pt idx="4">
                  <c:v>액션&amp;오픈월드</c:v>
                </c:pt>
                <c:pt idx="5">
                  <c:v>RPG&amp;턴제</c:v>
                </c:pt>
                <c:pt idx="6">
                  <c:v>로그라이크&amp;덱빌딩</c:v>
                </c:pt>
                <c:pt idx="7">
                  <c:v>FPS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4</c:v>
                </c:pt>
                <c:pt idx="5">
                  <c:v>4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218-4C10-A66B-B3FAE4381FE8}"/>
            </c:ext>
          </c:extLst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  <c:holeSize val="3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SB 어그로 Light" panose="02020603020101020101" pitchFamily="18" charset="-127"/>
          <a:ea typeface="SB 어그로 Light" panose="02020603020101020101" pitchFamily="18" charset="-127"/>
        </a:defRPr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0.30538</cdr:x>
      <cdr:y>0.19735</cdr:y>
    </cdr:from>
    <cdr:to>
      <cdr:x>0.3955</cdr:x>
      <cdr:y>0.29971</cdr:y>
    </cdr:to>
    <cdr:cxnSp macro="">
      <cdr:nvCxnSpPr>
        <cdr:cNvPr id="3" name="직선 연결선 2">
          <a:extLst xmlns:a="http://schemas.openxmlformats.org/drawingml/2006/main">
            <a:ext uri="{FF2B5EF4-FFF2-40B4-BE49-F238E27FC236}">
              <a16:creationId xmlns:a16="http://schemas.microsoft.com/office/drawing/2014/main" id="{A00FC26E-0F8E-ECB9-70A7-1408F774075D}"/>
            </a:ext>
          </a:extLst>
        </cdr:cNvPr>
        <cdr:cNvCxnSpPr/>
      </cdr:nvCxnSpPr>
      <cdr:spPr>
        <a:xfrm xmlns:a="http://schemas.openxmlformats.org/drawingml/2006/main">
          <a:off x="1516951" y="1156903"/>
          <a:ext cx="447675" cy="600075"/>
        </a:xfrm>
        <a:prstGeom xmlns:a="http://schemas.openxmlformats.org/drawingml/2006/main" prst="line">
          <a:avLst/>
        </a:prstGeom>
        <a:ln xmlns:a="http://schemas.openxmlformats.org/drawingml/2006/main" w="9525">
          <a:solidFill>
            <a:srgbClr val="40404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0.47028</cdr:x>
      <cdr:y>0.19091</cdr:y>
    </cdr:from>
    <cdr:to>
      <cdr:x>0.47028</cdr:x>
      <cdr:y>0.25259</cdr:y>
    </cdr:to>
    <cdr:cxnSp macro="">
      <cdr:nvCxnSpPr>
        <cdr:cNvPr id="8" name="직선 연결선 7">
          <a:extLst xmlns:a="http://schemas.openxmlformats.org/drawingml/2006/main">
            <a:ext uri="{FF2B5EF4-FFF2-40B4-BE49-F238E27FC236}">
              <a16:creationId xmlns:a16="http://schemas.microsoft.com/office/drawing/2014/main" id="{98825248-BF99-E6D7-C979-82231A9DAE08}"/>
            </a:ext>
          </a:extLst>
        </cdr:cNvPr>
        <cdr:cNvCxnSpPr/>
      </cdr:nvCxnSpPr>
      <cdr:spPr>
        <a:xfrm xmlns:a="http://schemas.openxmlformats.org/drawingml/2006/main">
          <a:off x="2336101" y="1119189"/>
          <a:ext cx="0" cy="361564"/>
        </a:xfrm>
        <a:prstGeom xmlns:a="http://schemas.openxmlformats.org/drawingml/2006/main" prst="line">
          <a:avLst/>
        </a:prstGeom>
        <a:ln xmlns:a="http://schemas.openxmlformats.org/drawingml/2006/main" w="9525">
          <a:solidFill>
            <a:srgbClr val="40404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023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18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23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801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31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4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18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91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912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40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76F8-3D09-43C7-A1A4-F83F407507F4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69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CF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176F8-3D09-43C7-A1A4-F83F407507F4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0F326-02BC-4C7E-8911-9C74A6C8CB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42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fif"/><Relationship Id="rId3" Type="http://schemas.openxmlformats.org/officeDocument/2006/relationships/image" Target="../media/image8.png"/><Relationship Id="rId7" Type="http://schemas.openxmlformats.org/officeDocument/2006/relationships/hyperlink" Target="https://youtu.be/MFfilCSnDks?si=TS0wC80hGQ-0tPN6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jf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jf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지연 5"/>
          <p:cNvSpPr/>
          <p:nvPr/>
        </p:nvSpPr>
        <p:spPr>
          <a:xfrm rot="5400000">
            <a:off x="501274" y="276224"/>
            <a:ext cx="6276975" cy="6276975"/>
          </a:xfrm>
          <a:prstGeom prst="flowChartDelay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28675" y="628650"/>
            <a:ext cx="53530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solidFill>
                  <a:srgbClr val="F1950D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ADLaM Display" panose="02010000000000000000" pitchFamily="2" charset="0"/>
              </a:rPr>
              <a:t>게임 기획자</a:t>
            </a:r>
            <a:endParaRPr lang="en-US" altLang="ko-KR" sz="6000" dirty="0">
              <a:solidFill>
                <a:srgbClr val="F1950D"/>
              </a:solidFill>
              <a:latin typeface="SB 어그로 Bold" panose="02020603020101020101" pitchFamily="18" charset="-127"/>
              <a:ea typeface="SB 어그로 Bold" panose="02020603020101020101" pitchFamily="18" charset="-127"/>
              <a:cs typeface="ADLaM Display" panose="02010000000000000000" pitchFamily="2" charset="0"/>
            </a:endParaRPr>
          </a:p>
          <a:p>
            <a:r>
              <a:rPr lang="ko-KR" altLang="en-US" sz="6000" dirty="0">
                <a:solidFill>
                  <a:srgbClr val="F1950D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ADLaM Display" panose="02010000000000000000" pitchFamily="2" charset="0"/>
              </a:rPr>
              <a:t>포트폴리오</a:t>
            </a:r>
            <a:endParaRPr lang="en-US" altLang="ko-KR" sz="6000" dirty="0">
              <a:solidFill>
                <a:srgbClr val="F1950D"/>
              </a:solidFill>
              <a:latin typeface="SB 어그로 Bold" panose="02020603020101020101" pitchFamily="18" charset="-127"/>
              <a:ea typeface="SB 어그로 Bold" panose="02020603020101020101" pitchFamily="18" charset="-127"/>
              <a:cs typeface="ADLaM Display" panose="0201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8675" y="3414712"/>
            <a:ext cx="53530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2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윤이하나</a:t>
            </a:r>
            <a:endParaRPr lang="en-US" altLang="ko-KR" sz="3200" dirty="0">
              <a:solidFill>
                <a:srgbClr val="F1950D"/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  <a:p>
            <a:pPr algn="r"/>
            <a:r>
              <a:rPr lang="en-US" altLang="ko-KR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010-5655-2056</a:t>
            </a:r>
          </a:p>
          <a:p>
            <a:pPr algn="r"/>
            <a:r>
              <a:rPr lang="en-US" altLang="ko-KR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leehana1217@naver.com</a:t>
            </a:r>
          </a:p>
        </p:txBody>
      </p:sp>
    </p:spTree>
    <p:extLst>
      <p:ext uri="{BB962C8B-B14F-4D97-AF65-F5344CB8AC3E}">
        <p14:creationId xmlns:p14="http://schemas.microsoft.com/office/powerpoint/2010/main" val="1179339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47650" y="223837"/>
            <a:ext cx="11696700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282E1B2-E93F-12DB-6023-54C0795B0D2F}"/>
              </a:ext>
            </a:extLst>
          </p:cNvPr>
          <p:cNvGrpSpPr/>
          <p:nvPr/>
        </p:nvGrpSpPr>
        <p:grpSpPr>
          <a:xfrm>
            <a:off x="369871" y="328613"/>
            <a:ext cx="11452260" cy="6200775"/>
            <a:chOff x="-3402031" y="328611"/>
            <a:chExt cx="11452260" cy="6200775"/>
          </a:xfrm>
        </p:grpSpPr>
        <p:sp>
          <p:nvSpPr>
            <p:cNvPr id="7" name="직사각형 6"/>
            <p:cNvSpPr/>
            <p:nvPr/>
          </p:nvSpPr>
          <p:spPr>
            <a:xfrm>
              <a:off x="-3402031" y="328611"/>
              <a:ext cx="11452260" cy="6200775"/>
            </a:xfrm>
            <a:prstGeom prst="rect">
              <a:avLst/>
            </a:prstGeom>
            <a:solidFill>
              <a:srgbClr val="FAEEE0"/>
            </a:solidFill>
            <a:ln>
              <a:noFill/>
            </a:ln>
            <a:effectLst>
              <a:outerShdw blurRad="508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B 어그로 Medium" panose="02020603020101020101" pitchFamily="18" charset="-127"/>
                <a:ea typeface="SB 어그로 Medium" panose="02020603020101020101" pitchFamily="18" charset="-127"/>
                <a:cs typeface="카페24 써라운드" pitchFamily="2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90573" y="495300"/>
              <a:ext cx="30670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목차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90573" y="1514435"/>
              <a:ext cx="30670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1. </a:t>
              </a:r>
              <a:r>
                <a:rPr lang="ko-KR" altLang="en-US" sz="20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자기소개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90573" y="2790810"/>
              <a:ext cx="30670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2.</a:t>
              </a:r>
              <a:r>
                <a:rPr lang="ko-KR" altLang="en-US" sz="20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 게임 플레이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0573" y="4067185"/>
              <a:ext cx="30670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3. </a:t>
              </a:r>
              <a:r>
                <a:rPr lang="ko-KR" altLang="en-US" sz="20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기획서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FE067A9-8CCF-7114-68FF-C94285BB19B4}"/>
                </a:ext>
              </a:extLst>
            </p:cNvPr>
            <p:cNvSpPr txBox="1"/>
            <p:nvPr/>
          </p:nvSpPr>
          <p:spPr>
            <a:xfrm>
              <a:off x="790573" y="5343561"/>
              <a:ext cx="30670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4. </a:t>
              </a:r>
              <a:r>
                <a:rPr lang="ko-KR" altLang="en-US" sz="2000" dirty="0">
                  <a:solidFill>
                    <a:srgbClr val="F1950D"/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  <a:cs typeface="카페24 써라운드" pitchFamily="2" charset="-127"/>
                </a:rPr>
                <a:t>분석서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2650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1E2D2-E143-45D9-0F2F-3E01A1E8B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11FCC091-DC7F-8E83-A3C2-E3AB0398E671}"/>
              </a:ext>
            </a:extLst>
          </p:cNvPr>
          <p:cNvSpPr/>
          <p:nvPr/>
        </p:nvSpPr>
        <p:spPr>
          <a:xfrm>
            <a:off x="247650" y="223837"/>
            <a:ext cx="11696700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오각형 4">
            <a:extLst>
              <a:ext uri="{FF2B5EF4-FFF2-40B4-BE49-F238E27FC236}">
                <a16:creationId xmlns:a16="http://schemas.microsoft.com/office/drawing/2014/main" id="{77505E32-1330-6A4C-11E7-090EC799BB89}"/>
              </a:ext>
            </a:extLst>
          </p:cNvPr>
          <p:cNvSpPr/>
          <p:nvPr/>
        </p:nvSpPr>
        <p:spPr>
          <a:xfrm>
            <a:off x="0" y="514350"/>
            <a:ext cx="711500" cy="352425"/>
          </a:xfrm>
          <a:prstGeom prst="homePlate">
            <a:avLst/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8" name="오각형 7">
            <a:extLst>
              <a:ext uri="{FF2B5EF4-FFF2-40B4-BE49-F238E27FC236}">
                <a16:creationId xmlns:a16="http://schemas.microsoft.com/office/drawing/2014/main" id="{6A187888-5E2F-6192-F0B9-0E720335A14B}"/>
              </a:ext>
            </a:extLst>
          </p:cNvPr>
          <p:cNvSpPr/>
          <p:nvPr/>
        </p:nvSpPr>
        <p:spPr>
          <a:xfrm>
            <a:off x="0" y="981075"/>
            <a:ext cx="711500" cy="352425"/>
          </a:xfrm>
          <a:prstGeom prst="homePlate">
            <a:avLst/>
          </a:prstGeom>
          <a:solidFill>
            <a:srgbClr val="F9C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9" name="오각형 8">
            <a:extLst>
              <a:ext uri="{FF2B5EF4-FFF2-40B4-BE49-F238E27FC236}">
                <a16:creationId xmlns:a16="http://schemas.microsoft.com/office/drawing/2014/main" id="{E07F49B0-A200-6A39-6E3D-25CB8A691DEE}"/>
              </a:ext>
            </a:extLst>
          </p:cNvPr>
          <p:cNvSpPr/>
          <p:nvPr/>
        </p:nvSpPr>
        <p:spPr>
          <a:xfrm>
            <a:off x="0" y="1447800"/>
            <a:ext cx="711500" cy="352425"/>
          </a:xfrm>
          <a:prstGeom prst="homePlate">
            <a:avLst/>
          </a:prstGeom>
          <a:solidFill>
            <a:srgbClr val="FFC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9D22B93-2706-9B6F-0618-750B2C0A9759}"/>
              </a:ext>
            </a:extLst>
          </p:cNvPr>
          <p:cNvSpPr/>
          <p:nvPr/>
        </p:nvSpPr>
        <p:spPr>
          <a:xfrm>
            <a:off x="182988" y="552062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1950D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카페24 써라운드" pitchFamily="2" charset="-127"/>
              </a:rPr>
              <a:t>01</a:t>
            </a:r>
            <a:endParaRPr lang="ko-KR" altLang="en-US" sz="1200" dirty="0">
              <a:solidFill>
                <a:srgbClr val="F1950D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69B4C8-FB4B-650C-66AF-DF0C7AC1FD38}"/>
              </a:ext>
            </a:extLst>
          </p:cNvPr>
          <p:cNvSpPr/>
          <p:nvPr/>
        </p:nvSpPr>
        <p:spPr>
          <a:xfrm>
            <a:off x="182988" y="1012953"/>
            <a:ext cx="4060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FE199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02</a:t>
            </a:r>
            <a:endParaRPr lang="ko-KR" altLang="en-US" sz="1200" dirty="0">
              <a:solidFill>
                <a:srgbClr val="FFE199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7A10A3-F181-9519-D299-2F8D8746403E}"/>
              </a:ext>
            </a:extLst>
          </p:cNvPr>
          <p:cNvSpPr/>
          <p:nvPr/>
        </p:nvSpPr>
        <p:spPr>
          <a:xfrm>
            <a:off x="182988" y="1485512"/>
            <a:ext cx="4076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chemeClr val="accent4">
                    <a:lumMod val="40000"/>
                    <a:lumOff val="60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03</a:t>
            </a:r>
            <a:endParaRPr lang="ko-KR" altLang="en-US" sz="1200" dirty="0">
              <a:solidFill>
                <a:schemeClr val="accent4">
                  <a:lumMod val="40000"/>
                  <a:lumOff val="60000"/>
                </a:schemeClr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AB8539-477F-F295-7174-0D9451A3FE61}"/>
              </a:ext>
            </a:extLst>
          </p:cNvPr>
          <p:cNvSpPr/>
          <p:nvPr/>
        </p:nvSpPr>
        <p:spPr>
          <a:xfrm>
            <a:off x="768899" y="314474"/>
            <a:ext cx="16514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1. </a:t>
            </a:r>
            <a:r>
              <a:rPr lang="ko-KR" altLang="en-US" sz="24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자기소개</a:t>
            </a:r>
            <a:endParaRPr lang="ko-KR" altLang="en-US" sz="2400" dirty="0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7FB5327-3FF9-BB70-44E7-20ADAB6CBAEE}"/>
              </a:ext>
            </a:extLst>
          </p:cNvPr>
          <p:cNvGrpSpPr/>
          <p:nvPr/>
        </p:nvGrpSpPr>
        <p:grpSpPr>
          <a:xfrm>
            <a:off x="6678810" y="462203"/>
            <a:ext cx="4847263" cy="5912402"/>
            <a:chOff x="6678810" y="513563"/>
            <a:chExt cx="4847263" cy="5912402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9BC190EA-EB71-959B-B2F7-1A21490E6A4D}"/>
                </a:ext>
              </a:extLst>
            </p:cNvPr>
            <p:cNvSpPr/>
            <p:nvPr/>
          </p:nvSpPr>
          <p:spPr>
            <a:xfrm>
              <a:off x="6717533" y="898857"/>
              <a:ext cx="4766524" cy="55244"/>
            </a:xfrm>
            <a:prstGeom prst="rect">
              <a:avLst/>
            </a:prstGeom>
            <a:solidFill>
              <a:srgbClr val="F19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2BD15C16-C07A-1FEC-CD69-F2DA970AD977}"/>
                </a:ext>
              </a:extLst>
            </p:cNvPr>
            <p:cNvSpPr/>
            <p:nvPr/>
          </p:nvSpPr>
          <p:spPr>
            <a:xfrm>
              <a:off x="6696615" y="513563"/>
              <a:ext cx="115608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dirty="0"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프로젝트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C85B2E05-E2EF-8792-CCD2-CD283F6AC4D9}"/>
                </a:ext>
              </a:extLst>
            </p:cNvPr>
            <p:cNvGrpSpPr/>
            <p:nvPr/>
          </p:nvGrpSpPr>
          <p:grpSpPr>
            <a:xfrm>
              <a:off x="6680403" y="3418913"/>
              <a:ext cx="4840785" cy="3007052"/>
              <a:chOff x="6680403" y="1068559"/>
              <a:chExt cx="4840785" cy="3007052"/>
            </a:xfrm>
          </p:grpSpPr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6A668302-2091-11B4-02B7-AC2D92ED38A0}"/>
                  </a:ext>
                </a:extLst>
              </p:cNvPr>
              <p:cNvSpPr/>
              <p:nvPr/>
            </p:nvSpPr>
            <p:spPr>
              <a:xfrm>
                <a:off x="6680403" y="1068559"/>
                <a:ext cx="4840785" cy="3007052"/>
              </a:xfrm>
              <a:prstGeom prst="rect">
                <a:avLst/>
              </a:prstGeom>
              <a:solidFill>
                <a:srgbClr val="FAEEE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dirty="0">
                    <a:solidFill>
                      <a:schemeClr val="bg2">
                        <a:lumMod val="25000"/>
                      </a:schemeClr>
                    </a:solidFill>
                    <a:latin typeface="SB 어그로 Medium" panose="02020603020101020101" pitchFamily="18" charset="-127"/>
                    <a:ea typeface="SB 어그로 Medium" panose="02020603020101020101" pitchFamily="18" charset="-127"/>
                  </a:rPr>
                  <a:t>Magical Subway</a:t>
                </a:r>
                <a:r>
                  <a:rPr lang="en-US" altLang="ko-KR" dirty="0">
                    <a:solidFill>
                      <a:schemeClr val="bg2">
                        <a:lumMod val="25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	            </a:t>
                </a:r>
                <a:r>
                  <a:rPr lang="en-US" altLang="ko-KR" sz="1400" dirty="0">
                    <a:solidFill>
                      <a:schemeClr val="bg2">
                        <a:lumMod val="25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(24.08~25.07)</a:t>
                </a:r>
              </a:p>
              <a:p>
                <a:endPara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r>
                  <a:rPr lang="en-US" altLang="ko-KR" dirty="0">
                    <a:solidFill>
                      <a:schemeClr val="bg2">
                        <a:lumMod val="25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#2D </a:t>
                </a:r>
                <a:r>
                  <a:rPr lang="ko-KR" altLang="en-US" dirty="0" err="1">
                    <a:solidFill>
                      <a:schemeClr val="bg2">
                        <a:lumMod val="25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횡스크롤</a:t>
                </a:r>
                <a:endPara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r>
                  <a:rPr lang="en-US" altLang="ko-KR" dirty="0">
                    <a:solidFill>
                      <a:schemeClr val="bg2">
                        <a:lumMod val="25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#</a:t>
                </a:r>
                <a:r>
                  <a:rPr lang="ko-KR" altLang="en-US" dirty="0">
                    <a:solidFill>
                      <a:schemeClr val="bg2">
                        <a:lumMod val="25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러닝액션</a:t>
                </a:r>
                <a:endPara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</p:txBody>
          </p:sp>
          <p:pic>
            <p:nvPicPr>
              <p:cNvPr id="98" name="그림 97" descr="텍스트, 스크린샷, 멀티미디어 소프트웨어, 디자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0C393D38-AFB7-6917-70F6-F63CA907FC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257" b="1"/>
              <a:stretch>
                <a:fillRect/>
              </a:stretch>
            </p:blipFill>
            <p:spPr>
              <a:xfrm>
                <a:off x="6803370" y="1458865"/>
                <a:ext cx="2569113" cy="1442834"/>
              </a:xfrm>
              <a:prstGeom prst="rect">
                <a:avLst/>
              </a:prstGeom>
            </p:spPr>
          </p:pic>
          <p:pic>
            <p:nvPicPr>
              <p:cNvPr id="99" name="그림 98" descr="스크린샷, 도표, 디자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4E210314-25AA-AE3F-D63D-5C02331D2F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441"/>
              <a:stretch>
                <a:fillRect/>
              </a:stretch>
            </p:blipFill>
            <p:spPr>
              <a:xfrm>
                <a:off x="9487993" y="1506920"/>
                <a:ext cx="1827250" cy="1024234"/>
              </a:xfrm>
              <a:prstGeom prst="rect">
                <a:avLst/>
              </a:prstGeom>
            </p:spPr>
          </p:pic>
          <p:pic>
            <p:nvPicPr>
              <p:cNvPr id="100" name="그림 99" descr="텍스트, 그림, 스케치, 도표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ED335BAD-856D-FBCB-D827-BA2B57F9F3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93"/>
              <a:stretch>
                <a:fillRect/>
              </a:stretch>
            </p:blipFill>
            <p:spPr>
              <a:xfrm>
                <a:off x="9495452" y="2675212"/>
                <a:ext cx="1812332" cy="1349990"/>
              </a:xfrm>
              <a:prstGeom prst="rect">
                <a:avLst/>
              </a:prstGeom>
            </p:spPr>
          </p:pic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BD90C944-48A2-CBEF-CFF8-C5EB1436D36E}"/>
                  </a:ext>
                </a:extLst>
              </p:cNvPr>
              <p:cNvGrpSpPr/>
              <p:nvPr/>
            </p:nvGrpSpPr>
            <p:grpSpPr>
              <a:xfrm>
                <a:off x="8266630" y="2968531"/>
                <a:ext cx="1105853" cy="1049455"/>
                <a:chOff x="606266" y="4788047"/>
                <a:chExt cx="1105853" cy="1049455"/>
              </a:xfrm>
            </p:grpSpPr>
            <p:pic>
              <p:nvPicPr>
                <p:cNvPr id="103" name="그림 102" descr="만화 영화, 예술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740F8840-1E0D-D21C-9091-183DE55140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5357" y="4806772"/>
                  <a:ext cx="611145" cy="841884"/>
                </a:xfrm>
                <a:prstGeom prst="rect">
                  <a:avLst/>
                </a:prstGeom>
              </p:spPr>
            </p:pic>
            <p:pic>
              <p:nvPicPr>
                <p:cNvPr id="102" name="그림 101" descr="보라색, 다채로움, 픽셀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D463DCD0-2A4D-4562-37E2-B5065EFC4C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2955" y="4788047"/>
                  <a:ext cx="74588" cy="99758"/>
                </a:xfrm>
                <a:prstGeom prst="rect">
                  <a:avLst/>
                </a:prstGeom>
              </p:spPr>
            </p:pic>
            <p:pic>
              <p:nvPicPr>
                <p:cNvPr id="104" name="그림 103" descr="스크린샷, 직사각형, 디자인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9088DEDE-1F67-0659-51B8-6EECB2C85F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6266" y="5646275"/>
                  <a:ext cx="1105853" cy="191227"/>
                </a:xfrm>
                <a:prstGeom prst="rect">
                  <a:avLst/>
                </a:prstGeom>
              </p:spPr>
            </p:pic>
            <p:pic>
              <p:nvPicPr>
                <p:cNvPr id="105" name="그림 104" descr="픽셀, 스크린샷, 3D 모델링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3EF3E1C3-06FB-AD84-7A0B-F8885BCD73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50809" y="4880741"/>
                  <a:ext cx="325795" cy="76553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58788813-DD3D-B90B-9ECB-2EEEE3CDFC61}"/>
                </a:ext>
              </a:extLst>
            </p:cNvPr>
            <p:cNvGrpSpPr/>
            <p:nvPr/>
          </p:nvGrpSpPr>
          <p:grpSpPr>
            <a:xfrm>
              <a:off x="6678810" y="1067590"/>
              <a:ext cx="4847263" cy="2274648"/>
              <a:chOff x="6673924" y="4184728"/>
              <a:chExt cx="4847263" cy="2274648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3227A3F2-6811-C4B1-FB8F-FF83EE6A9645}"/>
                  </a:ext>
                </a:extLst>
              </p:cNvPr>
              <p:cNvSpPr/>
              <p:nvPr/>
            </p:nvSpPr>
            <p:spPr>
              <a:xfrm>
                <a:off x="6673924" y="4184728"/>
                <a:ext cx="4847263" cy="2274648"/>
              </a:xfrm>
              <a:prstGeom prst="rect">
                <a:avLst/>
              </a:prstGeom>
              <a:solidFill>
                <a:srgbClr val="FAEEE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dirty="0">
                    <a:solidFill>
                      <a:schemeClr val="bg2">
                        <a:lumMod val="25000"/>
                      </a:schemeClr>
                    </a:solidFill>
                    <a:latin typeface="SB 어그로 Medium" panose="02020603020101020101" pitchFamily="18" charset="-127"/>
                    <a:ea typeface="SB 어그로 Medium" panose="02020603020101020101" pitchFamily="18" charset="-127"/>
                  </a:rPr>
                  <a:t>SPACE ROBBER	            </a:t>
                </a:r>
                <a:r>
                  <a:rPr lang="en-US" altLang="ko-KR" sz="1400" dirty="0">
                    <a:solidFill>
                      <a:schemeClr val="bg2">
                        <a:lumMod val="25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(25.08~26.07)</a:t>
                </a:r>
              </a:p>
              <a:p>
                <a:endPara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endPara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r>
                  <a:rPr lang="en-US" altLang="ko-KR" dirty="0">
                    <a:solidFill>
                      <a:schemeClr val="bg2">
                        <a:lumMod val="25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			</a:t>
                </a:r>
                <a:r>
                  <a:rPr lang="ko-KR" altLang="en-US" dirty="0">
                    <a:solidFill>
                      <a:schemeClr val="bg2">
                        <a:lumMod val="25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＃자원수집</a:t>
                </a:r>
                <a:endPara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r>
                  <a:rPr lang="en-US" altLang="ko-KR" dirty="0">
                    <a:solidFill>
                      <a:schemeClr val="bg2">
                        <a:lumMod val="25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			</a:t>
                </a:r>
                <a:r>
                  <a:rPr lang="ko-KR" altLang="en-US" dirty="0">
                    <a:solidFill>
                      <a:schemeClr val="bg2">
                        <a:lumMod val="25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＃협동</a:t>
                </a:r>
                <a:endPara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  <a:p>
                <a:r>
                  <a:rPr lang="en-US" altLang="ko-KR" dirty="0">
                    <a:solidFill>
                      <a:schemeClr val="bg2">
                        <a:lumMod val="25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			</a:t>
                </a:r>
                <a:r>
                  <a:rPr lang="ko-KR" altLang="en-US" dirty="0">
                    <a:solidFill>
                      <a:schemeClr val="bg2">
                        <a:lumMod val="25000"/>
                      </a:schemeClr>
                    </a:solidFill>
                    <a:latin typeface="SB 어그로 Light" panose="02020603020101020101" pitchFamily="18" charset="-127"/>
                    <a:ea typeface="SB 어그로 Light" panose="02020603020101020101" pitchFamily="18" charset="-127"/>
                  </a:rPr>
                  <a:t>＃멀티플레이</a:t>
                </a:r>
              </a:p>
            </p:txBody>
          </p:sp>
          <p:pic>
            <p:nvPicPr>
              <p:cNvPr id="110" name="그림 109">
                <a:extLst>
                  <a:ext uri="{FF2B5EF4-FFF2-40B4-BE49-F238E27FC236}">
                    <a16:creationId xmlns:a16="http://schemas.microsoft.com/office/drawing/2014/main" id="{7C57864C-616A-0C3F-6322-BC95C9594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803370" y="4499891"/>
                <a:ext cx="2569111" cy="1445125"/>
              </a:xfrm>
              <a:prstGeom prst="rect">
                <a:avLst/>
              </a:prstGeom>
            </p:spPr>
          </p:pic>
          <p:pic>
            <p:nvPicPr>
              <p:cNvPr id="112" name="그림 111" descr="텍스트, 스크린샷, 폰트, 그래픽 디자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5F6E68E-2E96-7FD0-A317-D372790503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34982" y="4499891"/>
                <a:ext cx="1885095" cy="1060366"/>
              </a:xfrm>
              <a:prstGeom prst="rect">
                <a:avLst/>
              </a:prstGeom>
            </p:spPr>
          </p:pic>
        </p:grpSp>
      </p:grpSp>
      <p:sp>
        <p:nvSpPr>
          <p:cNvPr id="128" name="오각형 8">
            <a:extLst>
              <a:ext uri="{FF2B5EF4-FFF2-40B4-BE49-F238E27FC236}">
                <a16:creationId xmlns:a16="http://schemas.microsoft.com/office/drawing/2014/main" id="{37138BFB-2FB5-DB54-8FAC-CD36D262D227}"/>
              </a:ext>
            </a:extLst>
          </p:cNvPr>
          <p:cNvSpPr/>
          <p:nvPr/>
        </p:nvSpPr>
        <p:spPr>
          <a:xfrm>
            <a:off x="0" y="1914525"/>
            <a:ext cx="711500" cy="352425"/>
          </a:xfrm>
          <a:prstGeom prst="homePlate">
            <a:avLst/>
          </a:prstGeom>
          <a:solidFill>
            <a:srgbClr val="FFE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9C59D50B-FF39-1934-42A3-51408F203F0C}"/>
              </a:ext>
            </a:extLst>
          </p:cNvPr>
          <p:cNvSpPr/>
          <p:nvPr/>
        </p:nvSpPr>
        <p:spPr>
          <a:xfrm>
            <a:off x="167416" y="1952238"/>
            <a:ext cx="4090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AEEE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04</a:t>
            </a:r>
            <a:endParaRPr lang="ko-KR" altLang="en-US" sz="1200" dirty="0">
              <a:solidFill>
                <a:srgbClr val="FAEEE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5D5A5FF-B6BC-0E2E-AB73-3304D2AD08CB}"/>
              </a:ext>
            </a:extLst>
          </p:cNvPr>
          <p:cNvGrpSpPr/>
          <p:nvPr/>
        </p:nvGrpSpPr>
        <p:grpSpPr>
          <a:xfrm>
            <a:off x="802856" y="818877"/>
            <a:ext cx="5698171" cy="1752193"/>
            <a:chOff x="840824" y="933648"/>
            <a:chExt cx="5117079" cy="1752193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F34D0545-116E-5AA9-83AB-9A64EECACD55}"/>
                </a:ext>
              </a:extLst>
            </p:cNvPr>
            <p:cNvGrpSpPr/>
            <p:nvPr/>
          </p:nvGrpSpPr>
          <p:grpSpPr>
            <a:xfrm>
              <a:off x="840825" y="933648"/>
              <a:ext cx="5115648" cy="1749573"/>
              <a:chOff x="696944" y="2584482"/>
              <a:chExt cx="4312938" cy="1749573"/>
            </a:xfrm>
          </p:grpSpPr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3C39C214-E198-B52A-3D41-3EE108FBE469}"/>
                  </a:ext>
                </a:extLst>
              </p:cNvPr>
              <p:cNvSpPr/>
              <p:nvPr/>
            </p:nvSpPr>
            <p:spPr>
              <a:xfrm>
                <a:off x="730281" y="2969776"/>
                <a:ext cx="4249160" cy="55244"/>
              </a:xfrm>
              <a:prstGeom prst="rect">
                <a:avLst/>
              </a:prstGeom>
              <a:solidFill>
                <a:srgbClr val="F195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86B8FCCB-1FED-5A9E-4461-46D0526B274C}"/>
                  </a:ext>
                </a:extLst>
              </p:cNvPr>
              <p:cNvSpPr/>
              <p:nvPr/>
            </p:nvSpPr>
            <p:spPr>
              <a:xfrm>
                <a:off x="711500" y="2584482"/>
                <a:ext cx="90601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2000" dirty="0">
                    <a:latin typeface="SB 어그로 Medium" panose="02020603020101020101" pitchFamily="18" charset="-127"/>
                    <a:ea typeface="SB 어그로 Medium" panose="02020603020101020101" pitchFamily="18" charset="-127"/>
                  </a:rPr>
                  <a:t>프로필</a:t>
                </a: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FE564FB3-52D9-CEFC-4167-3812702A54B9}"/>
                  </a:ext>
                </a:extLst>
              </p:cNvPr>
              <p:cNvSpPr/>
              <p:nvPr/>
            </p:nvSpPr>
            <p:spPr>
              <a:xfrm>
                <a:off x="696944" y="3139479"/>
                <a:ext cx="4312938" cy="1194576"/>
              </a:xfrm>
              <a:prstGeom prst="rect">
                <a:avLst/>
              </a:prstGeom>
              <a:solidFill>
                <a:srgbClr val="FAEEE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ko-KR" altLang="en-US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91C63AE-4D25-40E9-9ABA-B1681CB4A0F5}"/>
                </a:ext>
              </a:extLst>
            </p:cNvPr>
            <p:cNvSpPr txBox="1"/>
            <p:nvPr/>
          </p:nvSpPr>
          <p:spPr>
            <a:xfrm>
              <a:off x="840824" y="1485512"/>
              <a:ext cx="194809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이름</a:t>
              </a:r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endParaRPr>
            </a:p>
            <a:p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소속</a:t>
              </a:r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endParaRPr>
            </a:p>
            <a:p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전화번호</a:t>
              </a:r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endParaRPr>
            </a:p>
            <a:p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이메일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B2A66E9-568A-7BDA-B27D-21867B8E66C7}"/>
                </a:ext>
              </a:extLst>
            </p:cNvPr>
            <p:cNvSpPr txBox="1"/>
            <p:nvPr/>
          </p:nvSpPr>
          <p:spPr>
            <a:xfrm>
              <a:off x="2606040" y="1485512"/>
              <a:ext cx="335186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윤이하나</a:t>
              </a:r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한국공학대학교 게임공학과</a:t>
              </a:r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010-5655-2056</a:t>
              </a:r>
            </a:p>
            <a:p>
              <a:pPr algn="r"/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leehana1217@naver.com</a:t>
              </a:r>
              <a:endParaRPr lang="ko-KR" altLang="en-US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A210A5F-2917-23E4-2CD2-22C81B6F31CF}"/>
              </a:ext>
            </a:extLst>
          </p:cNvPr>
          <p:cNvGrpSpPr/>
          <p:nvPr/>
        </p:nvGrpSpPr>
        <p:grpSpPr>
          <a:xfrm>
            <a:off x="801734" y="2682908"/>
            <a:ext cx="5698174" cy="3691697"/>
            <a:chOff x="839618" y="2683221"/>
            <a:chExt cx="5117082" cy="3691697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A81D2CBE-58F1-5222-5237-2DFA12505458}"/>
                </a:ext>
              </a:extLst>
            </p:cNvPr>
            <p:cNvGrpSpPr/>
            <p:nvPr/>
          </p:nvGrpSpPr>
          <p:grpSpPr>
            <a:xfrm>
              <a:off x="840824" y="2683221"/>
              <a:ext cx="5115647" cy="3691697"/>
              <a:chOff x="696943" y="2584482"/>
              <a:chExt cx="4346275" cy="3691697"/>
            </a:xfrm>
          </p:grpSpPr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972A2F94-5362-6D51-8A30-8F2169BB9210}"/>
                  </a:ext>
                </a:extLst>
              </p:cNvPr>
              <p:cNvSpPr/>
              <p:nvPr/>
            </p:nvSpPr>
            <p:spPr>
              <a:xfrm>
                <a:off x="730281" y="2969776"/>
                <a:ext cx="4282004" cy="55244"/>
              </a:xfrm>
              <a:prstGeom prst="rect">
                <a:avLst/>
              </a:prstGeom>
              <a:solidFill>
                <a:srgbClr val="F195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0552E18C-D25A-F3E4-0D4D-A7F5ED7EA1A1}"/>
                  </a:ext>
                </a:extLst>
              </p:cNvPr>
              <p:cNvSpPr/>
              <p:nvPr/>
            </p:nvSpPr>
            <p:spPr>
              <a:xfrm>
                <a:off x="711500" y="2584482"/>
                <a:ext cx="95879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ko-KR" altLang="en-US" sz="2000" dirty="0">
                    <a:latin typeface="SB 어그로 Medium" panose="02020603020101020101" pitchFamily="18" charset="-127"/>
                    <a:ea typeface="SB 어그로 Medium" panose="02020603020101020101" pitchFamily="18" charset="-127"/>
                  </a:rPr>
                  <a:t>보유 기술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54E98FE7-4FF0-884E-5A69-9451FBC016AA}"/>
                  </a:ext>
                </a:extLst>
              </p:cNvPr>
              <p:cNvSpPr/>
              <p:nvPr/>
            </p:nvSpPr>
            <p:spPr>
              <a:xfrm>
                <a:off x="696943" y="3139477"/>
                <a:ext cx="4346275" cy="3136702"/>
              </a:xfrm>
              <a:prstGeom prst="rect">
                <a:avLst/>
              </a:prstGeom>
              <a:solidFill>
                <a:srgbClr val="FAEEE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ko-KR" altLang="en-US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CB95433-A88B-0456-45A7-C001B06CE749}"/>
                </a:ext>
              </a:extLst>
            </p:cNvPr>
            <p:cNvSpPr txBox="1"/>
            <p:nvPr/>
          </p:nvSpPr>
          <p:spPr>
            <a:xfrm>
              <a:off x="839618" y="3235597"/>
              <a:ext cx="5115647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UnrealEngine5</a:t>
              </a:r>
            </a:p>
            <a:p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endParaRPr>
            </a:p>
            <a:p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Excel</a:t>
              </a:r>
            </a:p>
            <a:p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endParaRPr>
            </a:p>
            <a:p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Python</a:t>
              </a:r>
            </a:p>
            <a:p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endParaRPr>
            </a:p>
            <a:p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GitHub</a:t>
              </a:r>
            </a:p>
            <a:p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endParaRPr>
            </a:p>
            <a:p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3ds MAX</a:t>
              </a:r>
            </a:p>
            <a:p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endParaRPr>
            </a:p>
            <a:p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Medium" panose="02020603020101020101" pitchFamily="18" charset="-127"/>
                  <a:ea typeface="SB 어그로 Medium" panose="02020603020101020101" pitchFamily="18" charset="-127"/>
                </a:rPr>
                <a:t>ChatGPT/Gemini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A3D3486-FFF2-BF9A-3CD2-038633BB5D9C}"/>
                </a:ext>
              </a:extLst>
            </p:cNvPr>
            <p:cNvSpPr txBox="1"/>
            <p:nvPr/>
          </p:nvSpPr>
          <p:spPr>
            <a:xfrm>
              <a:off x="1932577" y="3235597"/>
              <a:ext cx="4024123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그레이 박스 제작</a:t>
              </a:r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, </a:t>
              </a:r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레벨 </a:t>
              </a:r>
              <a:r>
                <a:rPr lang="ko-KR" altLang="en-US" dirty="0" err="1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메트릭</a:t>
              </a:r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검증</a:t>
              </a:r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데이터 테이블 설계</a:t>
              </a:r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(</a:t>
              </a:r>
              <a:r>
                <a:rPr lang="ko-KR" altLang="en-US" dirty="0" err="1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스탯</a:t>
              </a:r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·</a:t>
              </a:r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퀘스트</a:t>
              </a:r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·</a:t>
              </a:r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다이얼로그</a:t>
              </a:r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) </a:t>
              </a:r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및 개발 데이터 규격화</a:t>
              </a:r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(CSV/JSON)</a:t>
              </a:r>
            </a:p>
            <a:p>
              <a:pPr algn="r"/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기획 로직 검증용 시뮬레이터 제작</a:t>
              </a:r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협업 및 프로젝트 버전 관리</a:t>
              </a:r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3D </a:t>
              </a:r>
              <a:r>
                <a:rPr lang="ko-KR" altLang="en-US" dirty="0" err="1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에셋</a:t>
              </a:r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 제작 및 리소스 수정</a:t>
              </a:r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  <a:p>
              <a:pPr algn="r"/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기획 </a:t>
              </a:r>
              <a:r>
                <a:rPr lang="ko-KR" altLang="en-US" dirty="0" err="1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아이데이션</a:t>
              </a:r>
              <a:r>
                <a:rPr lang="en-US" altLang="ko-KR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, </a:t>
              </a:r>
              <a:r>
                <a:rPr lang="ko-KR" altLang="en-US" dirty="0">
                  <a:solidFill>
                    <a:schemeClr val="bg2">
                      <a:lumMod val="25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수식 검증 보조</a:t>
              </a:r>
              <a:endParaRPr lang="en-US" altLang="ko-KR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1028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8973E-A32C-D289-4E3D-901CF9AA5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CAE218FF-837A-8980-376E-8087B34261FD}"/>
              </a:ext>
            </a:extLst>
          </p:cNvPr>
          <p:cNvSpPr/>
          <p:nvPr/>
        </p:nvSpPr>
        <p:spPr>
          <a:xfrm>
            <a:off x="247650" y="223837"/>
            <a:ext cx="11696700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오각형 4">
            <a:extLst>
              <a:ext uri="{FF2B5EF4-FFF2-40B4-BE49-F238E27FC236}">
                <a16:creationId xmlns:a16="http://schemas.microsoft.com/office/drawing/2014/main" id="{C5675399-5F90-964C-D0CC-F99983AC5B79}"/>
              </a:ext>
            </a:extLst>
          </p:cNvPr>
          <p:cNvSpPr/>
          <p:nvPr/>
        </p:nvSpPr>
        <p:spPr>
          <a:xfrm>
            <a:off x="0" y="514350"/>
            <a:ext cx="711500" cy="352425"/>
          </a:xfrm>
          <a:prstGeom prst="homePlate">
            <a:avLst/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8" name="오각형 7">
            <a:extLst>
              <a:ext uri="{FF2B5EF4-FFF2-40B4-BE49-F238E27FC236}">
                <a16:creationId xmlns:a16="http://schemas.microsoft.com/office/drawing/2014/main" id="{C7ACB4E2-8BC5-CAF8-24C5-9B3082B3E839}"/>
              </a:ext>
            </a:extLst>
          </p:cNvPr>
          <p:cNvSpPr/>
          <p:nvPr/>
        </p:nvSpPr>
        <p:spPr>
          <a:xfrm>
            <a:off x="0" y="981075"/>
            <a:ext cx="711500" cy="352425"/>
          </a:xfrm>
          <a:prstGeom prst="homePlate">
            <a:avLst/>
          </a:prstGeom>
          <a:solidFill>
            <a:srgbClr val="F9C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9" name="오각형 8">
            <a:extLst>
              <a:ext uri="{FF2B5EF4-FFF2-40B4-BE49-F238E27FC236}">
                <a16:creationId xmlns:a16="http://schemas.microsoft.com/office/drawing/2014/main" id="{992C5296-8A8F-6C8E-C19C-9DEAF7794C96}"/>
              </a:ext>
            </a:extLst>
          </p:cNvPr>
          <p:cNvSpPr/>
          <p:nvPr/>
        </p:nvSpPr>
        <p:spPr>
          <a:xfrm>
            <a:off x="0" y="1447800"/>
            <a:ext cx="711500" cy="352425"/>
          </a:xfrm>
          <a:prstGeom prst="homePlate">
            <a:avLst/>
          </a:prstGeom>
          <a:solidFill>
            <a:srgbClr val="FFC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20546B-832E-F7FC-717A-79A266B7260E}"/>
              </a:ext>
            </a:extLst>
          </p:cNvPr>
          <p:cNvSpPr/>
          <p:nvPr/>
        </p:nvSpPr>
        <p:spPr>
          <a:xfrm>
            <a:off x="182988" y="552062"/>
            <a:ext cx="346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FC899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01</a:t>
            </a:r>
            <a:endParaRPr lang="ko-KR" altLang="en-US" sz="1200" dirty="0">
              <a:solidFill>
                <a:srgbClr val="FFC899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301463-8A10-DCDC-3F35-0A2699636135}"/>
              </a:ext>
            </a:extLst>
          </p:cNvPr>
          <p:cNvSpPr/>
          <p:nvPr/>
        </p:nvSpPr>
        <p:spPr>
          <a:xfrm>
            <a:off x="182988" y="1012953"/>
            <a:ext cx="4140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1950D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카페24 써라운드" pitchFamily="2" charset="-127"/>
              </a:rPr>
              <a:t>02</a:t>
            </a:r>
            <a:endParaRPr lang="ko-KR" altLang="en-US" sz="1200" dirty="0">
              <a:solidFill>
                <a:srgbClr val="F1950D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BB101C-E8E1-A8B0-F5AB-A8C30D79A159}"/>
              </a:ext>
            </a:extLst>
          </p:cNvPr>
          <p:cNvSpPr/>
          <p:nvPr/>
        </p:nvSpPr>
        <p:spPr>
          <a:xfrm>
            <a:off x="182988" y="1485512"/>
            <a:ext cx="4076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FE199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03</a:t>
            </a:r>
            <a:endParaRPr lang="ko-KR" altLang="en-US" sz="1200" dirty="0">
              <a:solidFill>
                <a:srgbClr val="FFE199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4A6014F1-E3B5-96BC-82A3-593E73732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315630"/>
              </p:ext>
            </p:extLst>
          </p:nvPr>
        </p:nvGraphicFramePr>
        <p:xfrm>
          <a:off x="742456" y="1782294"/>
          <a:ext cx="2017969" cy="461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969">
                  <a:extLst>
                    <a:ext uri="{9D8B030D-6E8A-4147-A177-3AD203B41FA5}">
                      <a16:colId xmlns:a16="http://schemas.microsoft.com/office/drawing/2014/main" val="3619511708"/>
                    </a:ext>
                  </a:extLst>
                </a:gridCol>
              </a:tblGrid>
              <a:tr h="314788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OVERWATCH 2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743224"/>
                  </a:ext>
                </a:extLst>
              </a:tr>
              <a:tr h="314788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SIMS 4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9353"/>
                  </a:ext>
                </a:extLst>
              </a:tr>
              <a:tr h="314788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Strdew</a:t>
                      </a: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Valley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925268"/>
                  </a:ext>
                </a:extLst>
              </a:tr>
              <a:tr h="51847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Red</a:t>
                      </a:r>
                      <a:r>
                        <a:rPr lang="ja-JP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ja-JP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Dead</a:t>
                      </a:r>
                      <a:r>
                        <a:rPr lang="ja-JP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ja-JP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Redemption 2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8F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918691"/>
                  </a:ext>
                </a:extLst>
              </a:tr>
              <a:tr h="314788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Baldur’s Gate 3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26242"/>
                  </a:ext>
                </a:extLst>
              </a:tr>
              <a:tr h="314788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GTA 5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8F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108453"/>
                  </a:ext>
                </a:extLst>
              </a:tr>
              <a:tr h="314788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메이플스토리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252572"/>
                  </a:ext>
                </a:extLst>
              </a:tr>
              <a:tr h="314788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Lethal</a:t>
                      </a: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Company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63991"/>
                  </a:ext>
                </a:extLst>
              </a:tr>
              <a:tr h="314788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House Flipper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643189"/>
                  </a:ext>
                </a:extLst>
              </a:tr>
              <a:tr h="314788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Project </a:t>
                      </a:r>
                      <a:r>
                        <a:rPr lang="en-US" altLang="ko-KR" sz="11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Zomboid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070388"/>
                  </a:ext>
                </a:extLst>
              </a:tr>
              <a:tr h="314788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1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데이브</a:t>
                      </a: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더 다이버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097168"/>
                  </a:ext>
                </a:extLst>
              </a:tr>
              <a:tr h="314788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Balatro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93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409399"/>
                  </a:ext>
                </a:extLst>
              </a:tr>
              <a:tr h="314788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Don’t Starve Together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87874"/>
                  </a:ext>
                </a:extLst>
              </a:tr>
              <a:tr h="314788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우산금지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9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891559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9C36F709-6D55-38CC-296C-CD8F14B25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294098"/>
              </p:ext>
            </p:extLst>
          </p:nvPr>
        </p:nvGraphicFramePr>
        <p:xfrm>
          <a:off x="2791381" y="1151874"/>
          <a:ext cx="2017969" cy="524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969">
                  <a:extLst>
                    <a:ext uri="{9D8B030D-6E8A-4147-A177-3AD203B41FA5}">
                      <a16:colId xmlns:a16="http://schemas.microsoft.com/office/drawing/2014/main" val="2514132418"/>
                    </a:ext>
                  </a:extLst>
                </a:gridCol>
              </a:tblGrid>
              <a:tr h="3147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붕괴</a:t>
                      </a: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스타레일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541824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Human Fall Flat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636554"/>
                  </a:ext>
                </a:extLst>
              </a:tr>
              <a:tr h="51847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Princess</a:t>
                      </a: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Maker</a:t>
                      </a: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2</a:t>
                      </a: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Refine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928328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It Takes Two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150480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Overcooked! 2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995970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Cult</a:t>
                      </a: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of</a:t>
                      </a: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the</a:t>
                      </a: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lamb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93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094751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투 포인트 뮤지엄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43551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1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산나비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8F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291292"/>
                  </a:ext>
                </a:extLst>
              </a:tr>
              <a:tr h="51847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Do Not Feed the Monkeys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9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32733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1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아이돌마스터</a:t>
                      </a: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스탈릿</a:t>
                      </a: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시즌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652587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A Short Hike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9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854046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Coffee Talk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9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753244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There Is No Game : Wrong </a:t>
                      </a:r>
                      <a:r>
                        <a:rPr lang="en-US" altLang="ko-KR" sz="11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Demension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9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883048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회전초밥 스토리</a:t>
                      </a:r>
                      <a:endParaRPr lang="en-US" altLang="ko-KR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468369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명일방주</a:t>
                      </a: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: </a:t>
                      </a:r>
                      <a:r>
                        <a:rPr lang="ko-KR" altLang="en-US" sz="11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엔드필드</a:t>
                      </a:r>
                      <a:endParaRPr lang="en-US" altLang="ko-KR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8F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283357"/>
                  </a:ext>
                </a:extLst>
              </a:tr>
            </a:tbl>
          </a:graphicData>
        </a:graphic>
      </p:graphicFrame>
      <p:sp>
        <p:nvSpPr>
          <p:cNvPr id="26" name="오각형 8">
            <a:extLst>
              <a:ext uri="{FF2B5EF4-FFF2-40B4-BE49-F238E27FC236}">
                <a16:creationId xmlns:a16="http://schemas.microsoft.com/office/drawing/2014/main" id="{9451802C-479E-FE81-8FAE-216BE7CF9EAD}"/>
              </a:ext>
            </a:extLst>
          </p:cNvPr>
          <p:cNvSpPr/>
          <p:nvPr/>
        </p:nvSpPr>
        <p:spPr>
          <a:xfrm>
            <a:off x="0" y="1914525"/>
            <a:ext cx="711500" cy="352425"/>
          </a:xfrm>
          <a:prstGeom prst="homePlate">
            <a:avLst/>
          </a:prstGeom>
          <a:solidFill>
            <a:srgbClr val="FFE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61DED18-AE38-EBCC-EF06-9F9A691E9974}"/>
              </a:ext>
            </a:extLst>
          </p:cNvPr>
          <p:cNvSpPr/>
          <p:nvPr/>
        </p:nvSpPr>
        <p:spPr>
          <a:xfrm>
            <a:off x="167416" y="1952238"/>
            <a:ext cx="4090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AEEE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04</a:t>
            </a:r>
            <a:endParaRPr lang="ko-KR" altLang="en-US" sz="1200" dirty="0">
              <a:solidFill>
                <a:srgbClr val="FAEEE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8F4F905-41B8-F459-3E06-36183F5AA271}"/>
              </a:ext>
            </a:extLst>
          </p:cNvPr>
          <p:cNvSpPr/>
          <p:nvPr/>
        </p:nvSpPr>
        <p:spPr>
          <a:xfrm>
            <a:off x="768899" y="314474"/>
            <a:ext cx="21323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2. </a:t>
            </a:r>
            <a:r>
              <a:rPr lang="ko-KR" altLang="en-US" sz="24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게임 플레이</a:t>
            </a:r>
            <a:endParaRPr lang="ko-KR" altLang="en-US" sz="2400" dirty="0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63D4FE-F18A-DDE2-A676-9ECAADEF2192}"/>
              </a:ext>
            </a:extLst>
          </p:cNvPr>
          <p:cNvSpPr txBox="1"/>
          <p:nvPr/>
        </p:nvSpPr>
        <p:spPr>
          <a:xfrm>
            <a:off x="819835" y="776139"/>
            <a:ext cx="4292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5</a:t>
            </a:r>
            <a:r>
              <a:rPr lang="ko-KR" altLang="en-US" sz="1600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시간 이상 플레이했거나 엔딩까지 본 게임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4E33CE5-EEC5-FC20-C71B-EE8BB8A58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421112"/>
              </p:ext>
            </p:extLst>
          </p:nvPr>
        </p:nvGraphicFramePr>
        <p:xfrm>
          <a:off x="4840305" y="1151873"/>
          <a:ext cx="2017969" cy="1462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969">
                  <a:extLst>
                    <a:ext uri="{9D8B030D-6E8A-4147-A177-3AD203B41FA5}">
                      <a16:colId xmlns:a16="http://schemas.microsoft.com/office/drawing/2014/main" val="258735635"/>
                    </a:ext>
                  </a:extLst>
                </a:gridCol>
              </a:tblGrid>
              <a:tr h="51847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Alba: A Wildlife Adventure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9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352227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To the Moon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9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1551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Muse</a:t>
                      </a: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Dash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350240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Journey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9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913264"/>
                  </a:ext>
                </a:extLst>
              </a:tr>
            </a:tbl>
          </a:graphicData>
        </a:graphic>
      </p:graphicFrame>
      <p:graphicFrame>
        <p:nvGraphicFramePr>
          <p:cNvPr id="28" name="차트 27">
            <a:extLst>
              <a:ext uri="{FF2B5EF4-FFF2-40B4-BE49-F238E27FC236}">
                <a16:creationId xmlns:a16="http://schemas.microsoft.com/office/drawing/2014/main" id="{D6899A63-86A1-9D00-0A29-F2B6BB6541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1412817"/>
              </p:ext>
            </p:extLst>
          </p:nvPr>
        </p:nvGraphicFramePr>
        <p:xfrm>
          <a:off x="6562725" y="223837"/>
          <a:ext cx="5734050" cy="6959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2D19354F-CEBA-4DD1-C875-9B9B66EBA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563394"/>
              </p:ext>
            </p:extLst>
          </p:nvPr>
        </p:nvGraphicFramePr>
        <p:xfrm>
          <a:off x="4972050" y="3596944"/>
          <a:ext cx="1886225" cy="2796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225">
                  <a:extLst>
                    <a:ext uri="{9D8B030D-6E8A-4147-A177-3AD203B41FA5}">
                      <a16:colId xmlns:a16="http://schemas.microsoft.com/office/drawing/2014/main" val="1078743068"/>
                    </a:ext>
                  </a:extLst>
                </a:gridCol>
              </a:tblGrid>
              <a:tr h="722164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ja-JP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THE </a:t>
                      </a:r>
                      <a:r>
                        <a:rPr lang="en-US" altLang="ja-JP" sz="11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iDOLM@STER</a:t>
                      </a:r>
                      <a:r>
                        <a:rPr lang="en-US" altLang="ja-JP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CINDERELLA GIRLS STARLIGHT STAGE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059393"/>
                  </a:ext>
                </a:extLst>
              </a:tr>
              <a:tr h="722164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ja-JP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THE </a:t>
                      </a:r>
                      <a:r>
                        <a:rPr lang="en-US" altLang="ja-JP" sz="11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iDOLM@STER</a:t>
                      </a:r>
                      <a:r>
                        <a:rPr lang="en-US" altLang="ja-JP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SHINY COLORS Song for Prism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101414"/>
                  </a:ext>
                </a:extLst>
              </a:tr>
              <a:tr h="722164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THE </a:t>
                      </a:r>
                      <a:r>
                        <a:rPr lang="en-US" altLang="ko-KR" sz="11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iDOLM@STER</a:t>
                      </a: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MILLION LIVE! THEATER DAYS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26273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11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캔디크러쉬사가</a:t>
                      </a:r>
                      <a:endParaRPr lang="ko-KR" altLang="en-US" sz="11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9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797313"/>
                  </a:ext>
                </a:extLst>
              </a:tr>
              <a:tr h="314789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11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페이트</a:t>
                      </a: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그랜드 오더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847767"/>
                  </a:ext>
                </a:extLst>
              </a:tr>
            </a:tbl>
          </a:graphicData>
        </a:graphic>
      </p:graphicFrame>
      <p:sp>
        <p:nvSpPr>
          <p:cNvPr id="43" name="오각형 7">
            <a:extLst>
              <a:ext uri="{FF2B5EF4-FFF2-40B4-BE49-F238E27FC236}">
                <a16:creationId xmlns:a16="http://schemas.microsoft.com/office/drawing/2014/main" id="{0BF789C1-0A39-469F-6154-EDF9B1E972B1}"/>
              </a:ext>
            </a:extLst>
          </p:cNvPr>
          <p:cNvSpPr/>
          <p:nvPr/>
        </p:nvSpPr>
        <p:spPr>
          <a:xfrm>
            <a:off x="666255" y="1531233"/>
            <a:ext cx="1516220" cy="369332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PC</a:t>
            </a:r>
            <a:endParaRPr lang="ko-KR" altLang="en-US" sz="1400" dirty="0">
              <a:solidFill>
                <a:schemeClr val="bg2">
                  <a:lumMod val="25000"/>
                </a:schemeClr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52" name="오각형 7">
            <a:extLst>
              <a:ext uri="{FF2B5EF4-FFF2-40B4-BE49-F238E27FC236}">
                <a16:creationId xmlns:a16="http://schemas.microsoft.com/office/drawing/2014/main" id="{18ABCBB0-F7B5-2FAF-DDD0-72CA712C264D}"/>
              </a:ext>
            </a:extLst>
          </p:cNvPr>
          <p:cNvSpPr/>
          <p:nvPr/>
        </p:nvSpPr>
        <p:spPr>
          <a:xfrm>
            <a:off x="5408729" y="3334905"/>
            <a:ext cx="1516220" cy="369332"/>
          </a:xfrm>
          <a:prstGeom prst="homePlate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모바일</a:t>
            </a:r>
          </a:p>
        </p:txBody>
      </p:sp>
    </p:spTree>
    <p:extLst>
      <p:ext uri="{BB962C8B-B14F-4D97-AF65-F5344CB8AC3E}">
        <p14:creationId xmlns:p14="http://schemas.microsoft.com/office/powerpoint/2010/main" val="338181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A94D2-B8B1-22FD-4A28-8844FD006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C943069-7EC1-A7F8-2BEC-E8393631E6EC}"/>
              </a:ext>
            </a:extLst>
          </p:cNvPr>
          <p:cNvSpPr/>
          <p:nvPr/>
        </p:nvSpPr>
        <p:spPr>
          <a:xfrm>
            <a:off x="247650" y="223837"/>
            <a:ext cx="11696700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v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오각형 4">
            <a:extLst>
              <a:ext uri="{FF2B5EF4-FFF2-40B4-BE49-F238E27FC236}">
                <a16:creationId xmlns:a16="http://schemas.microsoft.com/office/drawing/2014/main" id="{7C9A9EE1-4462-A5D8-1FC4-D9113A6214D6}"/>
              </a:ext>
            </a:extLst>
          </p:cNvPr>
          <p:cNvSpPr/>
          <p:nvPr/>
        </p:nvSpPr>
        <p:spPr>
          <a:xfrm>
            <a:off x="0" y="514350"/>
            <a:ext cx="711500" cy="352425"/>
          </a:xfrm>
          <a:prstGeom prst="homePlate">
            <a:avLst/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8" name="오각형 7">
            <a:extLst>
              <a:ext uri="{FF2B5EF4-FFF2-40B4-BE49-F238E27FC236}">
                <a16:creationId xmlns:a16="http://schemas.microsoft.com/office/drawing/2014/main" id="{E4E23098-03F4-B987-5411-C7AC1BB22BF4}"/>
              </a:ext>
            </a:extLst>
          </p:cNvPr>
          <p:cNvSpPr/>
          <p:nvPr/>
        </p:nvSpPr>
        <p:spPr>
          <a:xfrm>
            <a:off x="0" y="981075"/>
            <a:ext cx="711500" cy="352425"/>
          </a:xfrm>
          <a:prstGeom prst="homePlate">
            <a:avLst/>
          </a:prstGeom>
          <a:solidFill>
            <a:srgbClr val="F9C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9" name="오각형 8">
            <a:extLst>
              <a:ext uri="{FF2B5EF4-FFF2-40B4-BE49-F238E27FC236}">
                <a16:creationId xmlns:a16="http://schemas.microsoft.com/office/drawing/2014/main" id="{4C53A3CE-7E95-3A61-09D8-46A5218AD80B}"/>
              </a:ext>
            </a:extLst>
          </p:cNvPr>
          <p:cNvSpPr/>
          <p:nvPr/>
        </p:nvSpPr>
        <p:spPr>
          <a:xfrm>
            <a:off x="0" y="1447800"/>
            <a:ext cx="711500" cy="352425"/>
          </a:xfrm>
          <a:prstGeom prst="homePlate">
            <a:avLst/>
          </a:prstGeom>
          <a:solidFill>
            <a:srgbClr val="FFC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EFD854-7C86-26D3-18E0-B6EA709A84E2}"/>
              </a:ext>
            </a:extLst>
          </p:cNvPr>
          <p:cNvSpPr/>
          <p:nvPr/>
        </p:nvSpPr>
        <p:spPr>
          <a:xfrm>
            <a:off x="182988" y="552062"/>
            <a:ext cx="346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FE199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01</a:t>
            </a:r>
            <a:endParaRPr lang="ko-KR" altLang="en-US" sz="1200" dirty="0">
              <a:solidFill>
                <a:srgbClr val="FFE199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8EBE04-930B-7587-C836-36F5EC3BC80A}"/>
              </a:ext>
            </a:extLst>
          </p:cNvPr>
          <p:cNvSpPr/>
          <p:nvPr/>
        </p:nvSpPr>
        <p:spPr>
          <a:xfrm>
            <a:off x="182988" y="1012953"/>
            <a:ext cx="4060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chemeClr val="accent4">
                    <a:lumMod val="40000"/>
                    <a:lumOff val="60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02</a:t>
            </a:r>
            <a:endParaRPr lang="ko-KR" altLang="en-US" sz="1200" dirty="0">
              <a:solidFill>
                <a:schemeClr val="accent4">
                  <a:lumMod val="40000"/>
                  <a:lumOff val="60000"/>
                </a:schemeClr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C749E4-E49F-7E2A-F1B4-63284CAA64B9}"/>
              </a:ext>
            </a:extLst>
          </p:cNvPr>
          <p:cNvSpPr/>
          <p:nvPr/>
        </p:nvSpPr>
        <p:spPr>
          <a:xfrm>
            <a:off x="182988" y="1485512"/>
            <a:ext cx="41569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1950D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카페24 써라운드" pitchFamily="2" charset="-127"/>
              </a:rPr>
              <a:t>03</a:t>
            </a:r>
            <a:endParaRPr lang="ko-KR" altLang="en-US" sz="1200" dirty="0">
              <a:solidFill>
                <a:srgbClr val="F1950D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A495A86-F520-9F76-F89E-480109AA00B0}"/>
              </a:ext>
            </a:extLst>
          </p:cNvPr>
          <p:cNvSpPr/>
          <p:nvPr/>
        </p:nvSpPr>
        <p:spPr>
          <a:xfrm>
            <a:off x="2970293" y="3348037"/>
            <a:ext cx="19792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</a:rPr>
              <a:t>Trash Can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13" name="그림 12" descr="텍스트, 스크린샷, 멀티미디어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4321D8-C73A-12B1-AD1B-47E47F374D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7" b="1"/>
          <a:stretch>
            <a:fillRect/>
          </a:stretch>
        </p:blipFill>
        <p:spPr>
          <a:xfrm>
            <a:off x="959150" y="1012953"/>
            <a:ext cx="4501347" cy="2527992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B4E82EA-14B2-BE1D-64A3-38C270AB6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929109"/>
              </p:ext>
            </p:extLst>
          </p:nvPr>
        </p:nvGraphicFramePr>
        <p:xfrm>
          <a:off x="5959009" y="890046"/>
          <a:ext cx="5632915" cy="2775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165">
                  <a:extLst>
                    <a:ext uri="{9D8B030D-6E8A-4147-A177-3AD203B41FA5}">
                      <a16:colId xmlns:a16="http://schemas.microsoft.com/office/drawing/2014/main" val="995428446"/>
                    </a:ext>
                  </a:extLst>
                </a:gridCol>
                <a:gridCol w="4348750">
                  <a:extLst>
                    <a:ext uri="{9D8B030D-6E8A-4147-A177-3AD203B41FA5}">
                      <a16:colId xmlns:a16="http://schemas.microsoft.com/office/drawing/2014/main" val="1177074819"/>
                    </a:ext>
                  </a:extLst>
                </a:gridCol>
              </a:tblGrid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프로젝트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SPACE ROBBER(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우주 </a:t>
                      </a:r>
                      <a:r>
                        <a:rPr lang="ko-KR" altLang="en-US" sz="16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도적단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)</a:t>
                      </a:r>
                      <a:endParaRPr lang="ko-KR" altLang="en-US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718826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장르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1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인칭 멀티플레이 생존 액션 협동 게임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942537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개발 기간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2025.08~2026.07</a:t>
                      </a:r>
                      <a:endParaRPr lang="ko-KR" altLang="en-US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397473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사용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Unreal Engine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5.6.1, Visual Studio 2022</a:t>
                      </a:r>
                      <a:endParaRPr lang="ko-KR" altLang="en-US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71654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참여 내용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‘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게임의 리플레이 가치 향상 방법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’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연구</a:t>
                      </a:r>
                      <a:endParaRPr lang="en-US" altLang="ko-KR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게임 내 동적 난이도 조절 시스템 기획</a:t>
                      </a:r>
                      <a:endParaRPr lang="en-US" altLang="ko-KR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3D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리소스 제작 참여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618634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D6C8E3D2-3660-3B32-2253-0FD581B8F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150" y="1012953"/>
            <a:ext cx="4494208" cy="2527992"/>
          </a:xfrm>
          <a:prstGeom prst="rect">
            <a:avLst/>
          </a:prstGeom>
          <a:ln>
            <a:solidFill>
              <a:srgbClr val="404040"/>
            </a:solidFill>
          </a:ln>
        </p:spPr>
      </p:pic>
      <p:pic>
        <p:nvPicPr>
          <p:cNvPr id="15" name="그림 14" descr="텍스트, 폰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C0D675-8772-6653-595C-BEAEBF717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87" y="3615787"/>
            <a:ext cx="2795846" cy="1572663"/>
          </a:xfrm>
          <a:prstGeom prst="rect">
            <a:avLst/>
          </a:prstGeom>
          <a:ln>
            <a:solidFill>
              <a:srgbClr val="404040"/>
            </a:solidFill>
          </a:ln>
        </p:spPr>
      </p:pic>
      <p:pic>
        <p:nvPicPr>
          <p:cNvPr id="18" name="그림 17" descr="텍스트, 스크린샷, 폰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E94FE9-3A5C-1240-53BA-8C44918C3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7513" y="4838395"/>
            <a:ext cx="2795846" cy="1572663"/>
          </a:xfrm>
          <a:prstGeom prst="rect">
            <a:avLst/>
          </a:prstGeom>
          <a:ln>
            <a:solidFill>
              <a:srgbClr val="404040"/>
            </a:solidFill>
          </a:ln>
        </p:spPr>
      </p:pic>
      <p:sp>
        <p:nvSpPr>
          <p:cNvPr id="21" name="오각형 8">
            <a:extLst>
              <a:ext uri="{FF2B5EF4-FFF2-40B4-BE49-F238E27FC236}">
                <a16:creationId xmlns:a16="http://schemas.microsoft.com/office/drawing/2014/main" id="{906C7D0C-D65F-6EBD-E2BE-F9EB2AF086E5}"/>
              </a:ext>
            </a:extLst>
          </p:cNvPr>
          <p:cNvSpPr/>
          <p:nvPr/>
        </p:nvSpPr>
        <p:spPr>
          <a:xfrm>
            <a:off x="0" y="1914525"/>
            <a:ext cx="711500" cy="352425"/>
          </a:xfrm>
          <a:prstGeom prst="homePlate">
            <a:avLst/>
          </a:prstGeom>
          <a:solidFill>
            <a:srgbClr val="FFE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8A952ED-53C3-8F32-2915-FF5CCE331476}"/>
              </a:ext>
            </a:extLst>
          </p:cNvPr>
          <p:cNvSpPr/>
          <p:nvPr/>
        </p:nvSpPr>
        <p:spPr>
          <a:xfrm>
            <a:off x="167416" y="1952238"/>
            <a:ext cx="4090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AEEE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04</a:t>
            </a:r>
            <a:endParaRPr lang="ko-KR" altLang="en-US" sz="1200" dirty="0">
              <a:solidFill>
                <a:srgbClr val="FAEEE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0A8978-B8F2-0F00-305A-B749EFC1A719}"/>
              </a:ext>
            </a:extLst>
          </p:cNvPr>
          <p:cNvSpPr/>
          <p:nvPr/>
        </p:nvSpPr>
        <p:spPr>
          <a:xfrm>
            <a:off x="768899" y="314474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3. </a:t>
            </a:r>
            <a:r>
              <a:rPr lang="ko-KR" altLang="en-US" sz="24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기획서</a:t>
            </a:r>
            <a:endParaRPr lang="ko-KR" altLang="en-US" sz="2400" dirty="0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D2B1770-72EA-3F47-9065-24B7E8CFBB35}"/>
              </a:ext>
            </a:extLst>
          </p:cNvPr>
          <p:cNvGrpSpPr/>
          <p:nvPr/>
        </p:nvGrpSpPr>
        <p:grpSpPr>
          <a:xfrm>
            <a:off x="10509354" y="291092"/>
            <a:ext cx="669924" cy="536264"/>
            <a:chOff x="10509354" y="291092"/>
            <a:chExt cx="669924" cy="536264"/>
          </a:xfrm>
        </p:grpSpPr>
        <p:pic>
          <p:nvPicPr>
            <p:cNvPr id="16" name="그림 15" descr="파일:Youtube logo.png - 위키백과, 우리 모두의 백과사전">
              <a:extLst>
                <a:ext uri="{FF2B5EF4-FFF2-40B4-BE49-F238E27FC236}">
                  <a16:creationId xmlns:a16="http://schemas.microsoft.com/office/drawing/2014/main" id="{B8D50F0F-7D29-4C68-C348-7C454D44B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40436" y="291092"/>
              <a:ext cx="407761" cy="282003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8741A55-DACD-83F3-A5DE-E91D27B00C3B}"/>
                </a:ext>
              </a:extLst>
            </p:cNvPr>
            <p:cNvSpPr/>
            <p:nvPr/>
          </p:nvSpPr>
          <p:spPr>
            <a:xfrm>
              <a:off x="10509354" y="622576"/>
              <a:ext cx="669924" cy="204780"/>
            </a:xfrm>
            <a:prstGeom prst="rect">
              <a:avLst/>
            </a:prstGeom>
            <a:solidFill>
              <a:srgbClr val="FAEE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" tIns="25200" rIns="18000" bIns="25200" rtlCol="0" anchor="b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  <a:hlinkClick r:id="rId7"/>
                </a:rPr>
                <a:t>플레이 영상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C8FA22F-1B6C-342C-1D7F-F7B50BE52A07}"/>
              </a:ext>
            </a:extLst>
          </p:cNvPr>
          <p:cNvGrpSpPr/>
          <p:nvPr/>
        </p:nvGrpSpPr>
        <p:grpSpPr>
          <a:xfrm>
            <a:off x="11252803" y="226863"/>
            <a:ext cx="669924" cy="600493"/>
            <a:chOff x="11252803" y="226863"/>
            <a:chExt cx="669924" cy="600493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4AABA2F9-1329-9AB3-0A38-D8A8C81AB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83884" y="226863"/>
              <a:ext cx="407762" cy="407762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E5580B9-307E-DFBB-F9C2-88B16B2DDEEB}"/>
                </a:ext>
              </a:extLst>
            </p:cNvPr>
            <p:cNvSpPr/>
            <p:nvPr/>
          </p:nvSpPr>
          <p:spPr>
            <a:xfrm>
              <a:off x="11252803" y="622576"/>
              <a:ext cx="669924" cy="204780"/>
            </a:xfrm>
            <a:prstGeom prst="rect">
              <a:avLst/>
            </a:prstGeom>
            <a:solidFill>
              <a:srgbClr val="FAEE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" tIns="25200" rIns="18000" bIns="25200" rtlCol="0" anchor="b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전체 기획서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665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488EC-B9FF-8374-1B43-FDAD8679B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F065243-8AC0-A109-7E3E-2BC8C1E191BF}"/>
              </a:ext>
            </a:extLst>
          </p:cNvPr>
          <p:cNvSpPr/>
          <p:nvPr/>
        </p:nvSpPr>
        <p:spPr>
          <a:xfrm>
            <a:off x="247650" y="223837"/>
            <a:ext cx="11696700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v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E842861-A79B-82C0-64F9-266B503017F5}"/>
              </a:ext>
            </a:extLst>
          </p:cNvPr>
          <p:cNvSpPr/>
          <p:nvPr/>
        </p:nvSpPr>
        <p:spPr>
          <a:xfrm>
            <a:off x="2970293" y="3348037"/>
            <a:ext cx="19792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</a:rPr>
              <a:t>Trash Can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13" name="그림 12" descr="텍스트, 스크린샷, 멀티미디어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456381-74AE-3DA1-3F19-78FE442E6D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7" b="1"/>
          <a:stretch>
            <a:fillRect/>
          </a:stretch>
        </p:blipFill>
        <p:spPr>
          <a:xfrm>
            <a:off x="959150" y="1012953"/>
            <a:ext cx="4501347" cy="2527992"/>
          </a:xfrm>
          <a:prstGeom prst="rect">
            <a:avLst/>
          </a:prstGeom>
        </p:spPr>
      </p:pic>
      <p:pic>
        <p:nvPicPr>
          <p:cNvPr id="14" name="그림 13" descr="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4D9F78-3D95-2B50-74BD-C64EBAB2D8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1"/>
          <a:stretch>
            <a:fillRect/>
          </a:stretch>
        </p:blipFill>
        <p:spPr>
          <a:xfrm>
            <a:off x="959149" y="3616503"/>
            <a:ext cx="2737143" cy="1534259"/>
          </a:xfrm>
          <a:prstGeom prst="rect">
            <a:avLst/>
          </a:prstGeom>
        </p:spPr>
      </p:pic>
      <p:pic>
        <p:nvPicPr>
          <p:cNvPr id="16" name="그림 15" descr="텍스트, 폰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E07F41-473E-FB4C-C049-B91F90D3E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6582" y="4686300"/>
            <a:ext cx="3147699" cy="1770581"/>
          </a:xfrm>
          <a:prstGeom prst="rect">
            <a:avLst/>
          </a:prstGeom>
          <a:ln>
            <a:solidFill>
              <a:srgbClr val="404040"/>
            </a:solidFill>
          </a:ln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EDB94E5-7AEC-CBC0-7E45-287DA3E4D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338573"/>
              </p:ext>
            </p:extLst>
          </p:nvPr>
        </p:nvGraphicFramePr>
        <p:xfrm>
          <a:off x="5707436" y="882552"/>
          <a:ext cx="5895830" cy="3629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130">
                  <a:extLst>
                    <a:ext uri="{9D8B030D-6E8A-4147-A177-3AD203B41FA5}">
                      <a16:colId xmlns:a16="http://schemas.microsoft.com/office/drawing/2014/main" val="995428446"/>
                    </a:ext>
                  </a:extLst>
                </a:gridCol>
                <a:gridCol w="4728700">
                  <a:extLst>
                    <a:ext uri="{9D8B030D-6E8A-4147-A177-3AD203B41FA5}">
                      <a16:colId xmlns:a16="http://schemas.microsoft.com/office/drawing/2014/main" val="1177074819"/>
                    </a:ext>
                  </a:extLst>
                </a:gridCol>
              </a:tblGrid>
              <a:tr h="45776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프로젝트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Magical Subway</a:t>
                      </a:r>
                      <a:endParaRPr lang="ko-KR" altLang="en-US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718826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장르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2D </a:t>
                      </a:r>
                      <a:r>
                        <a:rPr lang="ko-KR" altLang="en-US" sz="16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횡스크롤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러닝 액션 게임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942537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개발 기간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2024.08~2025.07</a:t>
                      </a:r>
                      <a:endParaRPr lang="ko-KR" altLang="en-US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397473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사용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윈도우 프로그래밍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클립 스튜디오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파워포인트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71654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참여 내용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0">
                        <a:buFontTx/>
                        <a:buNone/>
                      </a:pP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[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시나리오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]</a:t>
                      </a:r>
                    </a:p>
                    <a:p>
                      <a:pPr marL="285750" indent="-285750" latinLnBrk="0">
                        <a:buFontTx/>
                        <a:buChar char="-"/>
                      </a:pP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시나리오 기획 및 다이얼로그 작성</a:t>
                      </a:r>
                      <a:endParaRPr lang="en-US" altLang="ko-KR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0" indent="0" latinLnBrk="0">
                        <a:buFontTx/>
                        <a:buNone/>
                      </a:pP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[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몬스터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]</a:t>
                      </a:r>
                    </a:p>
                    <a:p>
                      <a:pPr marL="285750" indent="-285750" latinLnBrk="0">
                        <a:buFontTx/>
                        <a:buChar char="-"/>
                      </a:pP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필드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3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종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보스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1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종의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FSM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및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BT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기획</a:t>
                      </a:r>
                      <a:endParaRPr lang="en-US" altLang="ko-KR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285750" indent="-285750" latinLnBrk="0">
                        <a:buFontTx/>
                        <a:buChar char="-"/>
                      </a:pPr>
                      <a:r>
                        <a:rPr lang="ko-KR" altLang="en-US" sz="16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스탯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및 행동 파라미터를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CSV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데이터 테이블로 </a:t>
                      </a:r>
                      <a:r>
                        <a:rPr lang="ko-KR" altLang="en-US" sz="16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구조화하여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밸런스 조정</a:t>
                      </a:r>
                      <a:endParaRPr lang="en-US" altLang="ko-KR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스테이지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4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개의 레벨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618634"/>
                  </a:ext>
                </a:extLst>
              </a:tr>
            </a:tbl>
          </a:graphicData>
        </a:graphic>
      </p:graphicFrame>
      <p:pic>
        <p:nvPicPr>
          <p:cNvPr id="17" name="그림 16" descr="텍스트, 스크린샷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15FA9A-C16E-0739-6860-6AD94C20B1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30" y="5432585"/>
            <a:ext cx="1461772" cy="9092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34BAE7-EA59-5300-30B2-A92993529A09}"/>
              </a:ext>
            </a:extLst>
          </p:cNvPr>
          <p:cNvSpPr/>
          <p:nvPr/>
        </p:nvSpPr>
        <p:spPr>
          <a:xfrm>
            <a:off x="768899" y="314474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3. </a:t>
            </a:r>
            <a:r>
              <a:rPr lang="ko-KR" altLang="en-US" sz="24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기획서</a:t>
            </a:r>
            <a:endParaRPr lang="ko-KR" altLang="en-US" sz="2400" dirty="0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EC75BC-F173-19EE-3771-676549CA1F4D}"/>
              </a:ext>
            </a:extLst>
          </p:cNvPr>
          <p:cNvGrpSpPr/>
          <p:nvPr/>
        </p:nvGrpSpPr>
        <p:grpSpPr>
          <a:xfrm>
            <a:off x="10509354" y="291092"/>
            <a:ext cx="669924" cy="536264"/>
            <a:chOff x="10509354" y="291092"/>
            <a:chExt cx="669924" cy="536264"/>
          </a:xfrm>
        </p:grpSpPr>
        <p:pic>
          <p:nvPicPr>
            <p:cNvPr id="22" name="그림 21" descr="파일:Youtube logo.png - 위키백과, 우리 모두의 백과사전">
              <a:extLst>
                <a:ext uri="{FF2B5EF4-FFF2-40B4-BE49-F238E27FC236}">
                  <a16:creationId xmlns:a16="http://schemas.microsoft.com/office/drawing/2014/main" id="{EEB2BA97-527D-8977-106C-4B928C589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40436" y="291092"/>
              <a:ext cx="407761" cy="282003"/>
            </a:xfrm>
            <a:prstGeom prst="rect">
              <a:avLst/>
            </a:prstGeom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1A41F1C-7BB1-DBB8-D924-EC20F1FEABD5}"/>
                </a:ext>
              </a:extLst>
            </p:cNvPr>
            <p:cNvSpPr/>
            <p:nvPr/>
          </p:nvSpPr>
          <p:spPr>
            <a:xfrm>
              <a:off x="10509354" y="622576"/>
              <a:ext cx="669924" cy="204780"/>
            </a:xfrm>
            <a:prstGeom prst="rect">
              <a:avLst/>
            </a:prstGeom>
            <a:solidFill>
              <a:srgbClr val="FAEE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" tIns="25200" rIns="18000" bIns="25200" rtlCol="0" anchor="b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플레이 영상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93F4368-9306-BD23-C54F-B5AF2E28E9BC}"/>
              </a:ext>
            </a:extLst>
          </p:cNvPr>
          <p:cNvGrpSpPr/>
          <p:nvPr/>
        </p:nvGrpSpPr>
        <p:grpSpPr>
          <a:xfrm>
            <a:off x="11252803" y="226863"/>
            <a:ext cx="669924" cy="600493"/>
            <a:chOff x="11252803" y="226863"/>
            <a:chExt cx="669924" cy="600493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E4E506F8-E719-EFDE-7A8E-E92D53831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83884" y="226863"/>
              <a:ext cx="407762" cy="407762"/>
            </a:xfrm>
            <a:prstGeom prst="rect">
              <a:avLst/>
            </a:prstGeom>
          </p:spPr>
        </p:pic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F222845-5DF0-5CE4-EEA1-6ABF4DDA391E}"/>
                </a:ext>
              </a:extLst>
            </p:cNvPr>
            <p:cNvSpPr/>
            <p:nvPr/>
          </p:nvSpPr>
          <p:spPr>
            <a:xfrm>
              <a:off x="11252803" y="622576"/>
              <a:ext cx="669924" cy="204780"/>
            </a:xfrm>
            <a:prstGeom prst="rect">
              <a:avLst/>
            </a:prstGeom>
            <a:solidFill>
              <a:srgbClr val="FAEE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" tIns="25200" rIns="18000" bIns="25200" rtlCol="0" anchor="b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전체 기획서</a:t>
              </a:r>
            </a:p>
          </p:txBody>
        </p:sp>
      </p:grpSp>
      <p:sp>
        <p:nvSpPr>
          <p:cNvPr id="28" name="오각형 4">
            <a:extLst>
              <a:ext uri="{FF2B5EF4-FFF2-40B4-BE49-F238E27FC236}">
                <a16:creationId xmlns:a16="http://schemas.microsoft.com/office/drawing/2014/main" id="{D30F727B-9219-6836-ABCD-359DA069B55B}"/>
              </a:ext>
            </a:extLst>
          </p:cNvPr>
          <p:cNvSpPr/>
          <p:nvPr/>
        </p:nvSpPr>
        <p:spPr>
          <a:xfrm>
            <a:off x="0" y="514350"/>
            <a:ext cx="711500" cy="352425"/>
          </a:xfrm>
          <a:prstGeom prst="homePlate">
            <a:avLst/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30" name="오각형 7">
            <a:extLst>
              <a:ext uri="{FF2B5EF4-FFF2-40B4-BE49-F238E27FC236}">
                <a16:creationId xmlns:a16="http://schemas.microsoft.com/office/drawing/2014/main" id="{9A441965-2432-D9A2-052D-613AC9EC8B8B}"/>
              </a:ext>
            </a:extLst>
          </p:cNvPr>
          <p:cNvSpPr/>
          <p:nvPr/>
        </p:nvSpPr>
        <p:spPr>
          <a:xfrm>
            <a:off x="0" y="981075"/>
            <a:ext cx="711500" cy="352425"/>
          </a:xfrm>
          <a:prstGeom prst="homePlate">
            <a:avLst/>
          </a:prstGeom>
          <a:solidFill>
            <a:srgbClr val="F9C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32" name="오각형 8">
            <a:extLst>
              <a:ext uri="{FF2B5EF4-FFF2-40B4-BE49-F238E27FC236}">
                <a16:creationId xmlns:a16="http://schemas.microsoft.com/office/drawing/2014/main" id="{E0AA459B-7712-B047-6FDD-88D4CC2AFC48}"/>
              </a:ext>
            </a:extLst>
          </p:cNvPr>
          <p:cNvSpPr/>
          <p:nvPr/>
        </p:nvSpPr>
        <p:spPr>
          <a:xfrm>
            <a:off x="0" y="1447800"/>
            <a:ext cx="711500" cy="352425"/>
          </a:xfrm>
          <a:prstGeom prst="homePlate">
            <a:avLst/>
          </a:prstGeom>
          <a:solidFill>
            <a:srgbClr val="FFC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196AA9F-D083-E29B-89A4-63685CB13978}"/>
              </a:ext>
            </a:extLst>
          </p:cNvPr>
          <p:cNvSpPr/>
          <p:nvPr/>
        </p:nvSpPr>
        <p:spPr>
          <a:xfrm>
            <a:off x="182988" y="552062"/>
            <a:ext cx="346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FE199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01</a:t>
            </a:r>
            <a:endParaRPr lang="ko-KR" altLang="en-US" sz="1200" dirty="0">
              <a:solidFill>
                <a:srgbClr val="FFE199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8EF24EB-507B-270C-DEE8-FC7E6E8663B8}"/>
              </a:ext>
            </a:extLst>
          </p:cNvPr>
          <p:cNvSpPr/>
          <p:nvPr/>
        </p:nvSpPr>
        <p:spPr>
          <a:xfrm>
            <a:off x="182988" y="1012953"/>
            <a:ext cx="4060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chemeClr val="accent4">
                    <a:lumMod val="40000"/>
                    <a:lumOff val="60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02</a:t>
            </a:r>
            <a:endParaRPr lang="ko-KR" altLang="en-US" sz="1200" dirty="0">
              <a:solidFill>
                <a:schemeClr val="accent4">
                  <a:lumMod val="40000"/>
                  <a:lumOff val="60000"/>
                </a:schemeClr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88432EC-5792-9EAA-C454-9009C80D0A80}"/>
              </a:ext>
            </a:extLst>
          </p:cNvPr>
          <p:cNvSpPr/>
          <p:nvPr/>
        </p:nvSpPr>
        <p:spPr>
          <a:xfrm>
            <a:off x="182988" y="1485512"/>
            <a:ext cx="41569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1950D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카페24 써라운드" pitchFamily="2" charset="-127"/>
              </a:rPr>
              <a:t>03</a:t>
            </a:r>
            <a:endParaRPr lang="ko-KR" altLang="en-US" sz="1200" dirty="0">
              <a:solidFill>
                <a:srgbClr val="F1950D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40" name="오각형 8">
            <a:extLst>
              <a:ext uri="{FF2B5EF4-FFF2-40B4-BE49-F238E27FC236}">
                <a16:creationId xmlns:a16="http://schemas.microsoft.com/office/drawing/2014/main" id="{A05F59F9-5BBB-8969-AD5B-1EDD06F7587B}"/>
              </a:ext>
            </a:extLst>
          </p:cNvPr>
          <p:cNvSpPr/>
          <p:nvPr/>
        </p:nvSpPr>
        <p:spPr>
          <a:xfrm>
            <a:off x="0" y="1914525"/>
            <a:ext cx="711500" cy="352425"/>
          </a:xfrm>
          <a:prstGeom prst="homePlate">
            <a:avLst/>
          </a:prstGeom>
          <a:solidFill>
            <a:srgbClr val="FFE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4262BB4-6746-913D-A9B1-9C1987D9BD36}"/>
              </a:ext>
            </a:extLst>
          </p:cNvPr>
          <p:cNvSpPr/>
          <p:nvPr/>
        </p:nvSpPr>
        <p:spPr>
          <a:xfrm>
            <a:off x="167416" y="1952238"/>
            <a:ext cx="4090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AEEE0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04</a:t>
            </a:r>
            <a:endParaRPr lang="ko-KR" altLang="en-US" sz="1200" dirty="0">
              <a:solidFill>
                <a:srgbClr val="FAEEE0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452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56886-2E9E-D778-AEC6-B2A7509C9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EB26765-6BC9-4425-C0A8-736133388D22}"/>
              </a:ext>
            </a:extLst>
          </p:cNvPr>
          <p:cNvSpPr/>
          <p:nvPr/>
        </p:nvSpPr>
        <p:spPr>
          <a:xfrm>
            <a:off x="247650" y="223837"/>
            <a:ext cx="11696700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v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A71B7B4-58C4-B95A-4C59-5FA4473D74FF}"/>
              </a:ext>
            </a:extLst>
          </p:cNvPr>
          <p:cNvSpPr/>
          <p:nvPr/>
        </p:nvSpPr>
        <p:spPr>
          <a:xfrm>
            <a:off x="2970293" y="3348037"/>
            <a:ext cx="19792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</a:rPr>
              <a:t>Trash Can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pic>
        <p:nvPicPr>
          <p:cNvPr id="13" name="그림 12" descr="텍스트, 스크린샷, 멀티미디어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FFAF73-69E7-42F8-8ECE-5202F37CDD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7" b="1"/>
          <a:stretch>
            <a:fillRect/>
          </a:stretch>
        </p:blipFill>
        <p:spPr>
          <a:xfrm>
            <a:off x="959150" y="1012953"/>
            <a:ext cx="4501347" cy="2527992"/>
          </a:xfrm>
          <a:prstGeom prst="rect">
            <a:avLst/>
          </a:prstGeom>
        </p:spPr>
      </p:pic>
      <p:pic>
        <p:nvPicPr>
          <p:cNvPr id="14" name="그림 13" descr="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F2239C-B07B-0531-A944-81A8202464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1"/>
          <a:stretch>
            <a:fillRect/>
          </a:stretch>
        </p:blipFill>
        <p:spPr>
          <a:xfrm>
            <a:off x="959149" y="3616503"/>
            <a:ext cx="2737143" cy="1534259"/>
          </a:xfrm>
          <a:prstGeom prst="rect">
            <a:avLst/>
          </a:prstGeom>
        </p:spPr>
      </p:pic>
      <p:pic>
        <p:nvPicPr>
          <p:cNvPr id="16" name="그림 15" descr="텍스트, 폰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8E4B93-C835-DEA9-9FE3-F05C5D9A4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6582" y="4686300"/>
            <a:ext cx="3147699" cy="1770581"/>
          </a:xfrm>
          <a:prstGeom prst="rect">
            <a:avLst/>
          </a:prstGeom>
          <a:ln>
            <a:solidFill>
              <a:srgbClr val="404040"/>
            </a:solidFill>
          </a:ln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A3EDF69-762B-F0C0-3E97-87142F32D4E5}"/>
              </a:ext>
            </a:extLst>
          </p:cNvPr>
          <p:cNvGraphicFramePr>
            <a:graphicFrameLocks noGrp="1"/>
          </p:cNvGraphicFramePr>
          <p:nvPr/>
        </p:nvGraphicFramePr>
        <p:xfrm>
          <a:off x="5959010" y="2403755"/>
          <a:ext cx="5273840" cy="411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305">
                  <a:extLst>
                    <a:ext uri="{9D8B030D-6E8A-4147-A177-3AD203B41FA5}">
                      <a16:colId xmlns:a16="http://schemas.microsoft.com/office/drawing/2014/main" val="995428446"/>
                    </a:ext>
                  </a:extLst>
                </a:gridCol>
                <a:gridCol w="4071535">
                  <a:extLst>
                    <a:ext uri="{9D8B030D-6E8A-4147-A177-3AD203B41FA5}">
                      <a16:colId xmlns:a16="http://schemas.microsoft.com/office/drawing/2014/main" val="1177074819"/>
                    </a:ext>
                  </a:extLst>
                </a:gridCol>
              </a:tblGrid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프로젝트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Magical Subway</a:t>
                      </a:r>
                      <a:endParaRPr lang="ko-KR" altLang="en-US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718826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장르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2D </a:t>
                      </a:r>
                      <a:r>
                        <a:rPr lang="ko-KR" altLang="en-US" sz="1600" b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횡스크롤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러닝 액션 게임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942537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개발 기간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2024.08~2025.07</a:t>
                      </a:r>
                      <a:endParaRPr lang="ko-KR" altLang="en-US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397473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사용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윈도우 프로그래밍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클립 스튜디오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파워포인트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71654"/>
                  </a:ext>
                </a:extLst>
              </a:tr>
              <a:tr h="4577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SB 어그로 Medium" panose="02020603020101020101" pitchFamily="18" charset="-127"/>
                          <a:ea typeface="SB 어그로 Medium" panose="02020603020101020101" pitchFamily="18" charset="-127"/>
                        </a:rPr>
                        <a:t>참여 내용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F93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게임 시나리오 기획 및 다이얼로그 작성</a:t>
                      </a:r>
                      <a:endParaRPr lang="en-US" altLang="ko-KR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플레이어 캐릭터 및 몬스터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필드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3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종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보스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1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종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)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의 전투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기획</a:t>
                      </a:r>
                      <a:endParaRPr lang="en-US" altLang="ko-KR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스테이지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4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개의 레벨 디자인</a:t>
                      </a:r>
                      <a:b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</a:b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스테이지마다 점차 어려워지고 새로운 퍼즐 추가</a:t>
                      </a:r>
                      <a:endParaRPr lang="en-US" altLang="ko-KR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2D 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캐릭터 애니메이션 제작에 참여</a:t>
                      </a:r>
                      <a:endParaRPr lang="en-US" altLang="ko-KR" sz="16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SB 어그로 Light" panose="02020603020101020101" pitchFamily="18" charset="-127"/>
                        <a:ea typeface="SB 어그로 Light" panose="02020603020101020101" pitchFamily="18" charset="-127"/>
                      </a:endParaRPr>
                    </a:p>
                    <a:p>
                      <a:pPr marL="285750" indent="-285750" latinLnBrk="0">
                        <a:buFontTx/>
                        <a:buChar char="-"/>
                      </a:pP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오브젝트 및 </a:t>
                      </a:r>
                      <a:r>
                        <a:rPr lang="en-US" altLang="ko-KR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UI</a:t>
                      </a:r>
                      <a:r>
                        <a:rPr lang="ko-KR" altLang="en-US" sz="16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SB 어그로 Light" panose="02020603020101020101" pitchFamily="18" charset="-127"/>
                          <a:ea typeface="SB 어그로 Light" panose="02020603020101020101" pitchFamily="18" charset="-127"/>
                        </a:rPr>
                        <a:t>의 아이콘 및 애니메이션 제작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618634"/>
                  </a:ext>
                </a:extLst>
              </a:tr>
            </a:tbl>
          </a:graphicData>
        </a:graphic>
      </p:graphicFrame>
      <p:pic>
        <p:nvPicPr>
          <p:cNvPr id="17" name="그림 16" descr="텍스트, 스크린샷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F659E9-581A-E950-DACF-B34B3B924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447" y="223837"/>
            <a:ext cx="3284966" cy="204330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4387D99F-3629-C910-6B9B-7BD8137AF46B}"/>
              </a:ext>
            </a:extLst>
          </p:cNvPr>
          <p:cNvSpPr/>
          <p:nvPr/>
        </p:nvSpPr>
        <p:spPr>
          <a:xfrm>
            <a:off x="768899" y="314474"/>
            <a:ext cx="14269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4. </a:t>
            </a:r>
            <a:r>
              <a:rPr lang="ko-KR" altLang="en-US" sz="2400" dirty="0">
                <a:solidFill>
                  <a:srgbClr val="F1950D"/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분석서</a:t>
            </a:r>
            <a:endParaRPr lang="ko-KR" altLang="en-US" sz="2400" dirty="0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61F9380-9434-9AC6-23AD-B27E7041568C}"/>
              </a:ext>
            </a:extLst>
          </p:cNvPr>
          <p:cNvGrpSpPr/>
          <p:nvPr/>
        </p:nvGrpSpPr>
        <p:grpSpPr>
          <a:xfrm>
            <a:off x="10509354" y="291092"/>
            <a:ext cx="669924" cy="536264"/>
            <a:chOff x="10509354" y="291092"/>
            <a:chExt cx="669924" cy="536264"/>
          </a:xfrm>
        </p:grpSpPr>
        <p:pic>
          <p:nvPicPr>
            <p:cNvPr id="22" name="그림 21" descr="파일:Youtube logo.png - 위키백과, 우리 모두의 백과사전">
              <a:extLst>
                <a:ext uri="{FF2B5EF4-FFF2-40B4-BE49-F238E27FC236}">
                  <a16:creationId xmlns:a16="http://schemas.microsoft.com/office/drawing/2014/main" id="{27370331-807D-E109-C3DB-E33D28872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40436" y="291092"/>
              <a:ext cx="407761" cy="282003"/>
            </a:xfrm>
            <a:prstGeom prst="rect">
              <a:avLst/>
            </a:prstGeom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41B1B70-3AF5-6A4F-0C18-F692021D7712}"/>
                </a:ext>
              </a:extLst>
            </p:cNvPr>
            <p:cNvSpPr/>
            <p:nvPr/>
          </p:nvSpPr>
          <p:spPr>
            <a:xfrm>
              <a:off x="10509354" y="622576"/>
              <a:ext cx="669924" cy="204780"/>
            </a:xfrm>
            <a:prstGeom prst="rect">
              <a:avLst/>
            </a:prstGeom>
            <a:solidFill>
              <a:srgbClr val="FAEE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" tIns="25200" rIns="18000" bIns="25200" rtlCol="0" anchor="b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플레이 영상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B58F7A1-6004-F96E-58A1-07CE0B262F69}"/>
              </a:ext>
            </a:extLst>
          </p:cNvPr>
          <p:cNvGrpSpPr/>
          <p:nvPr/>
        </p:nvGrpSpPr>
        <p:grpSpPr>
          <a:xfrm>
            <a:off x="11252803" y="226863"/>
            <a:ext cx="669924" cy="600493"/>
            <a:chOff x="11252803" y="226863"/>
            <a:chExt cx="669924" cy="600493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ED0036B2-ED9D-D6B9-979D-1709CF1DD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83884" y="226863"/>
              <a:ext cx="407762" cy="407762"/>
            </a:xfrm>
            <a:prstGeom prst="rect">
              <a:avLst/>
            </a:prstGeom>
          </p:spPr>
        </p:pic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CF6D130-A427-2C34-C380-8BD6A4BCE906}"/>
                </a:ext>
              </a:extLst>
            </p:cNvPr>
            <p:cNvSpPr/>
            <p:nvPr/>
          </p:nvSpPr>
          <p:spPr>
            <a:xfrm>
              <a:off x="11252803" y="622576"/>
              <a:ext cx="669924" cy="204780"/>
            </a:xfrm>
            <a:prstGeom prst="rect">
              <a:avLst/>
            </a:prstGeom>
            <a:solidFill>
              <a:srgbClr val="FAEE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000" tIns="25200" rIns="18000" bIns="25200" rtlCol="0" anchor="b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SB 어그로 Light" panose="02020603020101020101" pitchFamily="18" charset="-127"/>
                  <a:ea typeface="SB 어그로 Light" panose="02020603020101020101" pitchFamily="18" charset="-127"/>
                </a:rPr>
                <a:t>전체 기획서</a:t>
              </a:r>
            </a:p>
          </p:txBody>
        </p:sp>
      </p:grpSp>
      <p:sp>
        <p:nvSpPr>
          <p:cNvPr id="28" name="오각형 4">
            <a:extLst>
              <a:ext uri="{FF2B5EF4-FFF2-40B4-BE49-F238E27FC236}">
                <a16:creationId xmlns:a16="http://schemas.microsoft.com/office/drawing/2014/main" id="{61F9E712-34F1-0410-7ED6-6B3BE41B0CA3}"/>
              </a:ext>
            </a:extLst>
          </p:cNvPr>
          <p:cNvSpPr/>
          <p:nvPr/>
        </p:nvSpPr>
        <p:spPr>
          <a:xfrm>
            <a:off x="0" y="514350"/>
            <a:ext cx="711500" cy="352425"/>
          </a:xfrm>
          <a:prstGeom prst="homePlate">
            <a:avLst/>
          </a:prstGeom>
          <a:solidFill>
            <a:srgbClr val="FAEE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30" name="오각형 7">
            <a:extLst>
              <a:ext uri="{FF2B5EF4-FFF2-40B4-BE49-F238E27FC236}">
                <a16:creationId xmlns:a16="http://schemas.microsoft.com/office/drawing/2014/main" id="{DA68640D-8E87-C6F3-2D91-8A0F5EC91E65}"/>
              </a:ext>
            </a:extLst>
          </p:cNvPr>
          <p:cNvSpPr/>
          <p:nvPr/>
        </p:nvSpPr>
        <p:spPr>
          <a:xfrm>
            <a:off x="0" y="981075"/>
            <a:ext cx="711500" cy="352425"/>
          </a:xfrm>
          <a:prstGeom prst="homePlate">
            <a:avLst/>
          </a:prstGeom>
          <a:solidFill>
            <a:srgbClr val="F9CF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32" name="오각형 8">
            <a:extLst>
              <a:ext uri="{FF2B5EF4-FFF2-40B4-BE49-F238E27FC236}">
                <a16:creationId xmlns:a16="http://schemas.microsoft.com/office/drawing/2014/main" id="{1A578578-D275-CEE2-6E3E-BA9C1974F7CA}"/>
              </a:ext>
            </a:extLst>
          </p:cNvPr>
          <p:cNvSpPr/>
          <p:nvPr/>
        </p:nvSpPr>
        <p:spPr>
          <a:xfrm>
            <a:off x="0" y="1447800"/>
            <a:ext cx="711500" cy="352425"/>
          </a:xfrm>
          <a:prstGeom prst="homePlate">
            <a:avLst/>
          </a:prstGeom>
          <a:solidFill>
            <a:srgbClr val="FFC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1F2A8DB-9CB9-0E08-2162-B09A6F7F4896}"/>
              </a:ext>
            </a:extLst>
          </p:cNvPr>
          <p:cNvSpPr/>
          <p:nvPr/>
        </p:nvSpPr>
        <p:spPr>
          <a:xfrm>
            <a:off x="182988" y="552062"/>
            <a:ext cx="346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FE199"/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01</a:t>
            </a:r>
            <a:endParaRPr lang="ko-KR" altLang="en-US" sz="1200" dirty="0">
              <a:solidFill>
                <a:srgbClr val="FFE199"/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EDC2E39-DCCD-07A4-FA7F-DE49222B58B8}"/>
              </a:ext>
            </a:extLst>
          </p:cNvPr>
          <p:cNvSpPr/>
          <p:nvPr/>
        </p:nvSpPr>
        <p:spPr>
          <a:xfrm>
            <a:off x="182988" y="1012953"/>
            <a:ext cx="4060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chemeClr val="accent4">
                    <a:lumMod val="40000"/>
                    <a:lumOff val="60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02</a:t>
            </a:r>
            <a:endParaRPr lang="ko-KR" altLang="en-US" sz="1200" dirty="0">
              <a:solidFill>
                <a:schemeClr val="accent4">
                  <a:lumMod val="40000"/>
                  <a:lumOff val="60000"/>
                </a:schemeClr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2064E45-2C60-79A7-0C97-6A797ECEA1DF}"/>
              </a:ext>
            </a:extLst>
          </p:cNvPr>
          <p:cNvSpPr/>
          <p:nvPr/>
        </p:nvSpPr>
        <p:spPr>
          <a:xfrm>
            <a:off x="182988" y="1485512"/>
            <a:ext cx="3996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chemeClr val="accent4">
                    <a:lumMod val="40000"/>
                    <a:lumOff val="60000"/>
                  </a:schemeClr>
                </a:solidFill>
                <a:latin typeface="SB 어그로 Light" panose="02020603020101020101" pitchFamily="18" charset="-127"/>
                <a:ea typeface="SB 어그로 Light" panose="02020603020101020101" pitchFamily="18" charset="-127"/>
                <a:cs typeface="카페24 써라운드" pitchFamily="2" charset="-127"/>
              </a:rPr>
              <a:t>03</a:t>
            </a:r>
            <a:endParaRPr lang="ko-KR" altLang="en-US" sz="1200" dirty="0">
              <a:solidFill>
                <a:schemeClr val="accent4">
                  <a:lumMod val="40000"/>
                  <a:lumOff val="60000"/>
                </a:schemeClr>
              </a:solidFill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40" name="오각형 8">
            <a:extLst>
              <a:ext uri="{FF2B5EF4-FFF2-40B4-BE49-F238E27FC236}">
                <a16:creationId xmlns:a16="http://schemas.microsoft.com/office/drawing/2014/main" id="{3308CFF8-CFF9-38CE-A6D5-463599CF0422}"/>
              </a:ext>
            </a:extLst>
          </p:cNvPr>
          <p:cNvSpPr/>
          <p:nvPr/>
        </p:nvSpPr>
        <p:spPr>
          <a:xfrm>
            <a:off x="0" y="1914525"/>
            <a:ext cx="711500" cy="352425"/>
          </a:xfrm>
          <a:prstGeom prst="homePlate">
            <a:avLst/>
          </a:prstGeom>
          <a:solidFill>
            <a:srgbClr val="FFE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4">
                  <a:lumMod val="40000"/>
                  <a:lumOff val="6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D59B506-60E6-D898-6818-78532BF23766}"/>
              </a:ext>
            </a:extLst>
          </p:cNvPr>
          <p:cNvSpPr/>
          <p:nvPr/>
        </p:nvSpPr>
        <p:spPr>
          <a:xfrm>
            <a:off x="167416" y="1952238"/>
            <a:ext cx="4203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solidFill>
                  <a:srgbClr val="F1950D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  <a:cs typeface="카페24 써라운드" pitchFamily="2" charset="-127"/>
              </a:rPr>
              <a:t>04</a:t>
            </a:r>
            <a:endParaRPr lang="ko-KR" altLang="en-US" sz="1200" dirty="0">
              <a:solidFill>
                <a:srgbClr val="F1950D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06B23F-CABD-A06E-DCBF-DA50FF83693B}"/>
              </a:ext>
            </a:extLst>
          </p:cNvPr>
          <p:cNvSpPr/>
          <p:nvPr/>
        </p:nvSpPr>
        <p:spPr>
          <a:xfrm>
            <a:off x="1304925" y="866775"/>
            <a:ext cx="9335511" cy="55901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게임 분석서 작성 후 추가</a:t>
            </a:r>
            <a:endParaRPr lang="en-US" altLang="ko-KR" sz="4400" dirty="0"/>
          </a:p>
        </p:txBody>
      </p:sp>
    </p:spTree>
    <p:extLst>
      <p:ext uri="{BB962C8B-B14F-4D97-AF65-F5344CB8AC3E}">
        <p14:creationId xmlns:p14="http://schemas.microsoft.com/office/powerpoint/2010/main" val="4214987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524</Words>
  <Application>Microsoft Office PowerPoint</Application>
  <PresentationFormat>와이드스크린</PresentationFormat>
  <Paragraphs>196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SB 어그로 Medium</vt:lpstr>
      <vt:lpstr>맑은 고딕</vt:lpstr>
      <vt:lpstr>SB 어그로 Bold</vt:lpstr>
      <vt:lpstr>Arial</vt:lpstr>
      <vt:lpstr>SB 어그로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EXC</dc:creator>
  <cp:lastModifiedBy>이하나 윤</cp:lastModifiedBy>
  <cp:revision>35</cp:revision>
  <dcterms:created xsi:type="dcterms:W3CDTF">2022-10-14T06:49:57Z</dcterms:created>
  <dcterms:modified xsi:type="dcterms:W3CDTF">2026-09-07T23:05:28Z</dcterms:modified>
</cp:coreProperties>
</file>