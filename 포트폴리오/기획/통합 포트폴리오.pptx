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9" r:id="rId5"/>
    <p:sldId id="269" r:id="rId6"/>
    <p:sldId id="271" r:id="rId7"/>
    <p:sldId id="272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EE0"/>
    <a:srgbClr val="FFE199"/>
    <a:srgbClr val="404040"/>
    <a:srgbClr val="F9CF93"/>
    <a:srgbClr val="F1950D"/>
    <a:srgbClr val="FFFFFF"/>
    <a:srgbClr val="FFC899"/>
    <a:srgbClr val="6D9885"/>
    <a:srgbClr val="F6482D"/>
    <a:srgbClr val="FBE4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19293-0FD4-4684-93C8-62A7200CA223}" v="270" dt="2026-01-04T19:47:01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2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4" y="216"/>
      </p:cViewPr>
      <p:guideLst>
        <p:guide orient="horz" pos="211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EE219EC4-0B48-4DAA-B6C8-F5305E865B87}"/>
    <pc:docChg chg="undo redo custSel addSld delSld modSld sldOrd">
      <pc:chgData name="이하나 윤" userId="f658f17427b35de9" providerId="LiveId" clId="{EE219EC4-0B48-4DAA-B6C8-F5305E865B87}" dt="2026-01-04T20:40:23.113" v="5871" actId="47"/>
      <pc:docMkLst>
        <pc:docMk/>
      </pc:docMkLst>
      <pc:sldChg chg="addSp delSp modSp mod">
        <pc:chgData name="이하나 윤" userId="f658f17427b35de9" providerId="LiveId" clId="{EE219EC4-0B48-4DAA-B6C8-F5305E865B87}" dt="2026-01-04T20:40:17.535" v="5870" actId="478"/>
        <pc:sldMkLst>
          <pc:docMk/>
          <pc:sldMk cId="4172650350" sldId="257"/>
        </pc:sldMkLst>
        <pc:spChg chg="add del mod">
          <ac:chgData name="이하나 윤" userId="f658f17427b35de9" providerId="LiveId" clId="{EE219EC4-0B48-4DAA-B6C8-F5305E865B87}" dt="2026-01-04T20:40:17.535" v="5870" actId="478"/>
          <ac:spMkLst>
            <pc:docMk/>
            <pc:sldMk cId="4172650350" sldId="257"/>
            <ac:spMk id="3" creationId="{C6092280-32E0-B0B7-4332-82D8AA5378E1}"/>
          </ac:spMkLst>
        </pc:spChg>
        <pc:spChg chg="mod">
          <ac:chgData name="이하나 윤" userId="f658f17427b35de9" providerId="LiveId" clId="{EE219EC4-0B48-4DAA-B6C8-F5305E865B87}" dt="2026-01-04T19:43:52.812" v="5828" actId="571"/>
          <ac:spMkLst>
            <pc:docMk/>
            <pc:sldMk cId="4172650350" sldId="257"/>
            <ac:spMk id="7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9:43:52.812" v="5828" actId="571"/>
          <ac:spMkLst>
            <pc:docMk/>
            <pc:sldMk cId="4172650350" sldId="257"/>
            <ac:spMk id="10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9:43:52.812" v="5828" actId="571"/>
          <ac:spMkLst>
            <pc:docMk/>
            <pc:sldMk cId="4172650350" sldId="257"/>
            <ac:spMk id="11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14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15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16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9:44:19.978" v="5852" actId="465"/>
          <ac:spMkLst>
            <pc:docMk/>
            <pc:sldMk cId="4172650350" sldId="257"/>
            <ac:spMk id="23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24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25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26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9:44:19.978" v="5852" actId="465"/>
          <ac:spMkLst>
            <pc:docMk/>
            <pc:sldMk cId="4172650350" sldId="257"/>
            <ac:spMk id="29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30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31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8:23:11.469" v="3978" actId="478"/>
          <ac:spMkLst>
            <pc:docMk/>
            <pc:sldMk cId="4172650350" sldId="257"/>
            <ac:spMk id="32" creationId="{00000000-0000-0000-0000-000000000000}"/>
          </ac:spMkLst>
        </pc:spChg>
        <pc:grpChg chg="add mod">
          <ac:chgData name="이하나 윤" userId="f658f17427b35de9" providerId="LiveId" clId="{EE219EC4-0B48-4DAA-B6C8-F5305E865B87}" dt="2026-01-04T19:43:52.812" v="5828" actId="571"/>
          <ac:grpSpMkLst>
            <pc:docMk/>
            <pc:sldMk cId="4172650350" sldId="257"/>
            <ac:grpSpMk id="2" creationId="{C282E1B2-E93F-12DB-6023-54C0795B0D2F}"/>
          </ac:grpSpMkLst>
        </pc:grpChg>
        <pc:picChg chg="del">
          <ac:chgData name="이하나 윤" userId="f658f17427b35de9" providerId="LiveId" clId="{EE219EC4-0B48-4DAA-B6C8-F5305E865B87}" dt="2026-01-04T18:23:03.550" v="3977" actId="478"/>
          <ac:picMkLst>
            <pc:docMk/>
            <pc:sldMk cId="4172650350" sldId="257"/>
            <ac:picMk id="34" creationId="{00000000-0000-0000-0000-000000000000}"/>
          </ac:picMkLst>
        </pc:picChg>
      </pc:sldChg>
      <pc:sldChg chg="addSp delSp modSp mod">
        <pc:chgData name="이하나 윤" userId="f658f17427b35de9" providerId="LiveId" clId="{EE219EC4-0B48-4DAA-B6C8-F5305E865B87}" dt="2026-01-04T19:47:00.624" v="5868"/>
        <pc:sldMkLst>
          <pc:docMk/>
          <pc:sldMk cId="4010694974" sldId="259"/>
        </pc:sldMkLst>
        <pc:spChg chg="mod">
          <ac:chgData name="이하나 윤" userId="f658f17427b35de9" providerId="LiveId" clId="{EE219EC4-0B48-4DAA-B6C8-F5305E865B87}" dt="2026-01-04T14:08:18.960" v="2279" actId="207"/>
          <ac:spMkLst>
            <pc:docMk/>
            <pc:sldMk cId="4010694974" sldId="259"/>
            <ac:spMk id="2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8:02:04.130" v="3950" actId="20577"/>
          <ac:spMkLst>
            <pc:docMk/>
            <pc:sldMk cId="4010694974" sldId="259"/>
            <ac:spMk id="3" creationId="{00000000-0000-0000-0000-000000000000}"/>
          </ac:spMkLst>
        </pc:spChg>
        <pc:spChg chg="del mod">
          <ac:chgData name="이하나 윤" userId="f658f17427b35de9" providerId="LiveId" clId="{EE219EC4-0B48-4DAA-B6C8-F5305E865B87}" dt="2026-01-04T19:03:18.069" v="4052" actId="478"/>
          <ac:spMkLst>
            <pc:docMk/>
            <pc:sldMk cId="4010694974" sldId="259"/>
            <ac:spMk id="4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2:57:00.578" v="9" actId="2711"/>
          <ac:spMkLst>
            <pc:docMk/>
            <pc:sldMk cId="4010694974" sldId="259"/>
            <ac:spMk id="5" creationId="{00000000-0000-0000-0000-000000000000}"/>
          </ac:spMkLst>
        </pc:spChg>
        <pc:spChg chg="del mod">
          <ac:chgData name="이하나 윤" userId="f658f17427b35de9" providerId="LiveId" clId="{EE219EC4-0B48-4DAA-B6C8-F5305E865B87}" dt="2026-01-04T12:58:05.180" v="34" actId="478"/>
          <ac:spMkLst>
            <pc:docMk/>
            <pc:sldMk cId="4010694974" sldId="259"/>
            <ac:spMk id="6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8:02:09.389" v="3951" actId="207"/>
          <ac:spMkLst>
            <pc:docMk/>
            <pc:sldMk cId="4010694974" sldId="259"/>
            <ac:spMk id="7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2:57:46.870" v="31" actId="14100"/>
          <ac:spMkLst>
            <pc:docMk/>
            <pc:sldMk cId="4010694974" sldId="259"/>
            <ac:spMk id="8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2:57:00.578" v="9" actId="2711"/>
          <ac:spMkLst>
            <pc:docMk/>
            <pc:sldMk cId="4010694974" sldId="259"/>
            <ac:spMk id="9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8:01:54.293" v="3945" actId="207"/>
          <ac:spMkLst>
            <pc:docMk/>
            <pc:sldMk cId="4010694974" sldId="259"/>
            <ac:spMk id="10" creationId="{00000000-0000-0000-0000-000000000000}"/>
          </ac:spMkLst>
        </pc:spChg>
        <pc:spChg chg="del mod">
          <ac:chgData name="이하나 윤" userId="f658f17427b35de9" providerId="LiveId" clId="{EE219EC4-0B48-4DAA-B6C8-F5305E865B87}" dt="2026-01-04T12:59:07.908" v="43" actId="478"/>
          <ac:spMkLst>
            <pc:docMk/>
            <pc:sldMk cId="4010694974" sldId="259"/>
            <ac:spMk id="12" creationId="{00000000-0000-0000-0000-000000000000}"/>
          </ac:spMkLst>
        </pc:spChg>
        <pc:spChg chg="del">
          <ac:chgData name="이하나 윤" userId="f658f17427b35de9" providerId="LiveId" clId="{EE219EC4-0B48-4DAA-B6C8-F5305E865B87}" dt="2026-01-04T12:58:04.172" v="33" actId="478"/>
          <ac:spMkLst>
            <pc:docMk/>
            <pc:sldMk cId="4010694974" sldId="259"/>
            <ac:spMk id="13" creationId="{00000000-0000-0000-0000-000000000000}"/>
          </ac:spMkLst>
        </pc:spChg>
        <pc:spChg chg="del mod">
          <ac:chgData name="이하나 윤" userId="f658f17427b35de9" providerId="LiveId" clId="{EE219EC4-0B48-4DAA-B6C8-F5305E865B87}" dt="2026-01-04T12:58:02.899" v="32" actId="478"/>
          <ac:spMkLst>
            <pc:docMk/>
            <pc:sldMk cId="4010694974" sldId="259"/>
            <ac:spMk id="14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2:57:00.578" v="9" actId="2711"/>
          <ac:spMkLst>
            <pc:docMk/>
            <pc:sldMk cId="4010694974" sldId="259"/>
            <ac:spMk id="17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2:57:00.578" v="9" actId="2711"/>
          <ac:spMkLst>
            <pc:docMk/>
            <pc:sldMk cId="4010694974" sldId="259"/>
            <ac:spMk id="18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2:57:00.578" v="9" actId="2711"/>
          <ac:spMkLst>
            <pc:docMk/>
            <pc:sldMk cId="4010694974" sldId="259"/>
            <ac:spMk id="20" creationId="{00000000-0000-0000-0000-000000000000}"/>
          </ac:spMkLst>
        </pc:spChg>
        <pc:spChg chg="add del mod">
          <ac:chgData name="이하나 윤" userId="f658f17427b35de9" providerId="LiveId" clId="{EE219EC4-0B48-4DAA-B6C8-F5305E865B87}" dt="2026-01-04T13:56:29.647" v="2084" actId="478"/>
          <ac:spMkLst>
            <pc:docMk/>
            <pc:sldMk cId="4010694974" sldId="259"/>
            <ac:spMk id="24" creationId="{7683ADC7-B447-2EBE-9705-93DC41082839}"/>
          </ac:spMkLst>
        </pc:spChg>
        <pc:spChg chg="del mod">
          <ac:chgData name="이하나 윤" userId="f658f17427b35de9" providerId="LiveId" clId="{EE219EC4-0B48-4DAA-B6C8-F5305E865B87}" dt="2026-01-04T12:58:06.292" v="35" actId="478"/>
          <ac:spMkLst>
            <pc:docMk/>
            <pc:sldMk cId="4010694974" sldId="259"/>
            <ac:spMk id="25" creationId="{00000000-0000-0000-0000-000000000000}"/>
          </ac:spMkLst>
        </pc:spChg>
        <pc:spChg chg="del mod">
          <ac:chgData name="이하나 윤" userId="f658f17427b35de9" providerId="LiveId" clId="{EE219EC4-0B48-4DAA-B6C8-F5305E865B87}" dt="2026-01-04T12:58:10.708" v="38" actId="478"/>
          <ac:spMkLst>
            <pc:docMk/>
            <pc:sldMk cId="4010694974" sldId="259"/>
            <ac:spMk id="30" creationId="{00000000-0000-0000-0000-000000000000}"/>
          </ac:spMkLst>
        </pc:spChg>
        <pc:spChg chg="del mod">
          <ac:chgData name="이하나 윤" userId="f658f17427b35de9" providerId="LiveId" clId="{EE219EC4-0B48-4DAA-B6C8-F5305E865B87}" dt="2026-01-04T12:58:11.765" v="39" actId="478"/>
          <ac:spMkLst>
            <pc:docMk/>
            <pc:sldMk cId="4010694974" sldId="259"/>
            <ac:spMk id="31" creationId="{00000000-0000-0000-0000-000000000000}"/>
          </ac:spMkLst>
        </pc:spChg>
        <pc:spChg chg="add del mod">
          <ac:chgData name="이하나 윤" userId="f658f17427b35de9" providerId="LiveId" clId="{EE219EC4-0B48-4DAA-B6C8-F5305E865B87}" dt="2026-01-04T14:01:05.740" v="2151" actId="478"/>
          <ac:spMkLst>
            <pc:docMk/>
            <pc:sldMk cId="4010694974" sldId="259"/>
            <ac:spMk id="34" creationId="{1F25E7F9-26FE-FE67-5EE4-771493502A26}"/>
          </ac:spMkLst>
        </pc:spChg>
        <pc:spChg chg="add del mod">
          <ac:chgData name="이하나 윤" userId="f658f17427b35de9" providerId="LiveId" clId="{EE219EC4-0B48-4DAA-B6C8-F5305E865B87}" dt="2026-01-04T14:01:05.740" v="2151" actId="478"/>
          <ac:spMkLst>
            <pc:docMk/>
            <pc:sldMk cId="4010694974" sldId="259"/>
            <ac:spMk id="35" creationId="{090C44F9-B6A6-D6D8-D7BA-F792091864A6}"/>
          </ac:spMkLst>
        </pc:spChg>
        <pc:spChg chg="add del mod">
          <ac:chgData name="이하나 윤" userId="f658f17427b35de9" providerId="LiveId" clId="{EE219EC4-0B48-4DAA-B6C8-F5305E865B87}" dt="2026-01-04T14:01:05.740" v="2151" actId="478"/>
          <ac:spMkLst>
            <pc:docMk/>
            <pc:sldMk cId="4010694974" sldId="259"/>
            <ac:spMk id="36" creationId="{76F1CCCE-ABAC-9FE9-4447-E64B965BCED3}"/>
          </ac:spMkLst>
        </pc:spChg>
        <pc:spChg chg="add del mod">
          <ac:chgData name="이하나 윤" userId="f658f17427b35de9" providerId="LiveId" clId="{EE219EC4-0B48-4DAA-B6C8-F5305E865B87}" dt="2026-01-04T14:01:05.740" v="2151" actId="478"/>
          <ac:spMkLst>
            <pc:docMk/>
            <pc:sldMk cId="4010694974" sldId="259"/>
            <ac:spMk id="37" creationId="{89A52FC3-A526-41A2-0F02-63252CCF55A2}"/>
          </ac:spMkLst>
        </pc:spChg>
        <pc:spChg chg="add del mod">
          <ac:chgData name="이하나 윤" userId="f658f17427b35de9" providerId="LiveId" clId="{EE219EC4-0B48-4DAA-B6C8-F5305E865B87}" dt="2026-01-04T14:01:05.740" v="2151" actId="478"/>
          <ac:spMkLst>
            <pc:docMk/>
            <pc:sldMk cId="4010694974" sldId="259"/>
            <ac:spMk id="38" creationId="{CB8CBD51-4992-5E31-EA6D-BDA34C06631A}"/>
          </ac:spMkLst>
        </pc:spChg>
        <pc:spChg chg="add mod">
          <ac:chgData name="이하나 윤" userId="f658f17427b35de9" providerId="LiveId" clId="{EE219EC4-0B48-4DAA-B6C8-F5305E865B87}" dt="2026-01-04T16:27:42.018" v="3302" actId="14100"/>
          <ac:spMkLst>
            <pc:docMk/>
            <pc:sldMk cId="4010694974" sldId="259"/>
            <ac:spMk id="39" creationId="{3C6E5555-5C4D-8EC1-9A7E-6454D83F3DCE}"/>
          </ac:spMkLst>
        </pc:spChg>
        <pc:spChg chg="add mod">
          <ac:chgData name="이하나 윤" userId="f658f17427b35de9" providerId="LiveId" clId="{EE219EC4-0B48-4DAA-B6C8-F5305E865B87}" dt="2026-01-04T16:27:44.074" v="3303" actId="14100"/>
          <ac:spMkLst>
            <pc:docMk/>
            <pc:sldMk cId="4010694974" sldId="259"/>
            <ac:spMk id="40" creationId="{A2D8DACF-E813-8DD2-7C84-348CC9089C9C}"/>
          </ac:spMkLst>
        </pc:spChg>
        <pc:spChg chg="add mod">
          <ac:chgData name="이하나 윤" userId="f658f17427b35de9" providerId="LiveId" clId="{EE219EC4-0B48-4DAA-B6C8-F5305E865B87}" dt="2026-01-04T18:03:56.873" v="3966" actId="14100"/>
          <ac:spMkLst>
            <pc:docMk/>
            <pc:sldMk cId="4010694974" sldId="259"/>
            <ac:spMk id="44" creationId="{286AB68E-33EB-0356-64C6-5DD3EBE18D5A}"/>
          </ac:spMkLst>
        </pc:spChg>
        <pc:spChg chg="add mod">
          <ac:chgData name="이하나 윤" userId="f658f17427b35de9" providerId="LiveId" clId="{EE219EC4-0B48-4DAA-B6C8-F5305E865B87}" dt="2026-01-04T18:24:25.351" v="3987" actId="1076"/>
          <ac:spMkLst>
            <pc:docMk/>
            <pc:sldMk cId="4010694974" sldId="259"/>
            <ac:spMk id="45" creationId="{7E97F803-E361-E601-9B3A-0BC02912ACCB}"/>
          </ac:spMkLst>
        </pc:spChg>
        <pc:spChg chg="add mod">
          <ac:chgData name="이하나 윤" userId="f658f17427b35de9" providerId="LiveId" clId="{EE219EC4-0B48-4DAA-B6C8-F5305E865B87}" dt="2026-01-04T18:04:33.354" v="3976" actId="1035"/>
          <ac:spMkLst>
            <pc:docMk/>
            <pc:sldMk cId="4010694974" sldId="259"/>
            <ac:spMk id="46" creationId="{74F167D2-67E6-DBF0-EEB0-B02668788419}"/>
          </ac:spMkLst>
        </pc:spChg>
        <pc:spChg chg="add mod">
          <ac:chgData name="이하나 윤" userId="f658f17427b35de9" providerId="LiveId" clId="{EE219EC4-0B48-4DAA-B6C8-F5305E865B87}" dt="2026-01-04T18:24:27.623" v="3988" actId="571"/>
          <ac:spMkLst>
            <pc:docMk/>
            <pc:sldMk cId="4010694974" sldId="259"/>
            <ac:spMk id="47" creationId="{E01D17A2-1C58-2CF3-9765-25E174B06A0D}"/>
          </ac:spMkLst>
        </pc:spChg>
        <pc:spChg chg="add del mod">
          <ac:chgData name="이하나 윤" userId="f658f17427b35de9" providerId="LiveId" clId="{EE219EC4-0B48-4DAA-B6C8-F5305E865B87}" dt="2026-01-04T18:27:04.308" v="4014" actId="478"/>
          <ac:spMkLst>
            <pc:docMk/>
            <pc:sldMk cId="4010694974" sldId="259"/>
            <ac:spMk id="48" creationId="{F6A0C6A4-4625-3980-3A76-A738A7775F1A}"/>
          </ac:spMkLst>
        </pc:spChg>
        <pc:spChg chg="add mod ord">
          <ac:chgData name="이하나 윤" userId="f658f17427b35de9" providerId="LiveId" clId="{EE219EC4-0B48-4DAA-B6C8-F5305E865B87}" dt="2026-01-04T19:03:21.991" v="4054" actId="167"/>
          <ac:spMkLst>
            <pc:docMk/>
            <pc:sldMk cId="4010694974" sldId="259"/>
            <ac:spMk id="49" creationId="{5C39E9FC-A9C2-B4C7-5CB9-7C28CD52E1A0}"/>
          </ac:spMkLst>
        </pc:spChg>
        <pc:spChg chg="add mod">
          <ac:chgData name="이하나 윤" userId="f658f17427b35de9" providerId="LiveId" clId="{EE219EC4-0B48-4DAA-B6C8-F5305E865B87}" dt="2026-01-04T19:47:00.624" v="5868"/>
          <ac:spMkLst>
            <pc:docMk/>
            <pc:sldMk cId="4010694974" sldId="259"/>
            <ac:spMk id="50" creationId="{528BCA85-5803-039A-B849-B69C876DC846}"/>
          </ac:spMkLst>
        </pc:spChg>
        <pc:spChg chg="add mod">
          <ac:chgData name="이하나 윤" userId="f658f17427b35de9" providerId="LiveId" clId="{EE219EC4-0B48-4DAA-B6C8-F5305E865B87}" dt="2026-01-04T19:47:00.624" v="5868"/>
          <ac:spMkLst>
            <pc:docMk/>
            <pc:sldMk cId="4010694974" sldId="259"/>
            <ac:spMk id="51" creationId="{98736EC6-BE48-6DB1-3855-B7465CF7BC86}"/>
          </ac:spMkLst>
        </pc:spChg>
        <pc:grpChg chg="del mod">
          <ac:chgData name="이하나 윤" userId="f658f17427b35de9" providerId="LiveId" clId="{EE219EC4-0B48-4DAA-B6C8-F5305E865B87}" dt="2026-01-04T13:07:54.363" v="417" actId="478"/>
          <ac:grpSpMkLst>
            <pc:docMk/>
            <pc:sldMk cId="4010694974" sldId="259"/>
            <ac:grpSpMk id="29" creationId="{00000000-0000-0000-0000-000000000000}"/>
          </ac:grpSpMkLst>
        </pc:grpChg>
        <pc:graphicFrameChg chg="add del mod modGraphic">
          <ac:chgData name="이하나 윤" userId="f658f17427b35de9" providerId="LiveId" clId="{EE219EC4-0B48-4DAA-B6C8-F5305E865B87}" dt="2026-01-04T13:54:13.193" v="2049" actId="478"/>
          <ac:graphicFrameMkLst>
            <pc:docMk/>
            <pc:sldMk cId="4010694974" sldId="259"/>
            <ac:graphicFrameMk id="11" creationId="{8961C388-9719-C8AF-F298-948280CB9647}"/>
          </ac:graphicFrameMkLst>
        </pc:graphicFrameChg>
        <pc:graphicFrameChg chg="add mod modGraphic">
          <ac:chgData name="이하나 윤" userId="f658f17427b35de9" providerId="LiveId" clId="{EE219EC4-0B48-4DAA-B6C8-F5305E865B87}" dt="2026-01-04T18:26:32.767" v="4013" actId="2711"/>
          <ac:graphicFrameMkLst>
            <pc:docMk/>
            <pc:sldMk cId="4010694974" sldId="259"/>
            <ac:graphicFrameMk id="21" creationId="{22CFB2DA-BCD6-B2DA-DB38-2EA4658A92EB}"/>
          </ac:graphicFrameMkLst>
        </pc:graphicFrameChg>
        <pc:graphicFrameChg chg="add del mod modGraphic">
          <ac:chgData name="이하나 윤" userId="f658f17427b35de9" providerId="LiveId" clId="{EE219EC4-0B48-4DAA-B6C8-F5305E865B87}" dt="2026-01-04T13:25:43.464" v="1049" actId="478"/>
          <ac:graphicFrameMkLst>
            <pc:docMk/>
            <pc:sldMk cId="4010694974" sldId="259"/>
            <ac:graphicFrameMk id="22" creationId="{B7F590B5-3FB2-AC03-85FD-8E05C3EC7D6F}"/>
          </ac:graphicFrameMkLst>
        </pc:graphicFrameChg>
        <pc:graphicFrameChg chg="add del mod">
          <ac:chgData name="이하나 윤" userId="f658f17427b35de9" providerId="LiveId" clId="{EE219EC4-0B48-4DAA-B6C8-F5305E865B87}" dt="2026-01-04T13:54:50.977" v="2065" actId="478"/>
          <ac:graphicFrameMkLst>
            <pc:docMk/>
            <pc:sldMk cId="4010694974" sldId="259"/>
            <ac:graphicFrameMk id="28" creationId="{571E1676-FA35-891B-3DA6-5861B55BDCDF}"/>
          </ac:graphicFrameMkLst>
        </pc:graphicFrameChg>
        <pc:graphicFrameChg chg="add mod">
          <ac:chgData name="이하나 윤" userId="f658f17427b35de9" providerId="LiveId" clId="{EE219EC4-0B48-4DAA-B6C8-F5305E865B87}" dt="2026-01-04T13:56:26.543" v="2082" actId="1076"/>
          <ac:graphicFrameMkLst>
            <pc:docMk/>
            <pc:sldMk cId="4010694974" sldId="259"/>
            <ac:graphicFrameMk id="32" creationId="{5A3495C9-4B8D-2D07-072A-139D37958D14}"/>
          </ac:graphicFrameMkLst>
        </pc:graphicFrameChg>
        <pc:graphicFrameChg chg="add mod modGraphic">
          <ac:chgData name="이하나 윤" userId="f658f17427b35de9" providerId="LiveId" clId="{EE219EC4-0B48-4DAA-B6C8-F5305E865B87}" dt="2026-01-04T14:02:47.313" v="2202" actId="1076"/>
          <ac:graphicFrameMkLst>
            <pc:docMk/>
            <pc:sldMk cId="4010694974" sldId="259"/>
            <ac:graphicFrameMk id="33" creationId="{FE66D9CB-101D-A093-B3C3-F6E467AE0E74}"/>
          </ac:graphicFrameMkLst>
        </pc:graphicFrameChg>
        <pc:graphicFrameChg chg="add del mod">
          <ac:chgData name="이하나 윤" userId="f658f17427b35de9" providerId="LiveId" clId="{EE219EC4-0B48-4DAA-B6C8-F5305E865B87}" dt="2026-01-04T14:15:47.335" v="2392" actId="478"/>
          <ac:graphicFrameMkLst>
            <pc:docMk/>
            <pc:sldMk cId="4010694974" sldId="259"/>
            <ac:graphicFrameMk id="43" creationId="{F13B4925-D51E-A75C-4EB4-0CB67CEDE908}"/>
          </ac:graphicFrameMkLst>
        </pc:graphicFrameChg>
        <pc:cxnChg chg="del">
          <ac:chgData name="이하나 윤" userId="f658f17427b35de9" providerId="LiveId" clId="{EE219EC4-0B48-4DAA-B6C8-F5305E865B87}" dt="2026-01-04T12:58:07.988" v="36" actId="478"/>
          <ac:cxnSpMkLst>
            <pc:docMk/>
            <pc:sldMk cId="4010694974" sldId="259"/>
            <ac:cxnSpMk id="23" creationId="{00000000-0000-0000-0000-000000000000}"/>
          </ac:cxnSpMkLst>
        </pc:cxnChg>
        <pc:cxnChg chg="del">
          <ac:chgData name="이하나 윤" userId="f658f17427b35de9" providerId="LiveId" clId="{EE219EC4-0B48-4DAA-B6C8-F5305E865B87}" dt="2026-01-04T12:58:09.468" v="37" actId="478"/>
          <ac:cxnSpMkLst>
            <pc:docMk/>
            <pc:sldMk cId="4010694974" sldId="259"/>
            <ac:cxnSpMk id="26" creationId="{00000000-0000-0000-0000-000000000000}"/>
          </ac:cxnSpMkLst>
        </pc:cxnChg>
        <pc:cxnChg chg="del">
          <ac:chgData name="이하나 윤" userId="f658f17427b35de9" providerId="LiveId" clId="{EE219EC4-0B48-4DAA-B6C8-F5305E865B87}" dt="2026-01-04T12:58:13.132" v="40" actId="478"/>
          <ac:cxnSpMkLst>
            <pc:docMk/>
            <pc:sldMk cId="4010694974" sldId="259"/>
            <ac:cxnSpMk id="27" creationId="{00000000-0000-0000-0000-000000000000}"/>
          </ac:cxnSpMkLst>
        </pc:cxnChg>
      </pc:sldChg>
      <pc:sldChg chg="del">
        <pc:chgData name="이하나 윤" userId="f658f17427b35de9" providerId="LiveId" clId="{EE219EC4-0B48-4DAA-B6C8-F5305E865B87}" dt="2026-01-04T20:40:23.113" v="5871" actId="47"/>
        <pc:sldMkLst>
          <pc:docMk/>
          <pc:sldMk cId="1767269725" sldId="260"/>
        </pc:sldMkLst>
      </pc:sldChg>
      <pc:sldChg chg="del">
        <pc:chgData name="이하나 윤" userId="f658f17427b35de9" providerId="LiveId" clId="{EE219EC4-0B48-4DAA-B6C8-F5305E865B87}" dt="2026-01-04T20:40:23.113" v="5871" actId="47"/>
        <pc:sldMkLst>
          <pc:docMk/>
          <pc:sldMk cId="2522350304" sldId="261"/>
        </pc:sldMkLst>
      </pc:sldChg>
      <pc:sldChg chg="addSp delSp modSp del mod">
        <pc:chgData name="이하나 윤" userId="f658f17427b35de9" providerId="LiveId" clId="{EE219EC4-0B48-4DAA-B6C8-F5305E865B87}" dt="2026-01-04T20:40:23.113" v="5871" actId="47"/>
        <pc:sldMkLst>
          <pc:docMk/>
          <pc:sldMk cId="2449215095" sldId="262"/>
        </pc:sldMkLst>
        <pc:spChg chg="del">
          <ac:chgData name="이하나 윤" userId="f658f17427b35de9" providerId="LiveId" clId="{EE219EC4-0B48-4DAA-B6C8-F5305E865B87}" dt="2026-01-04T19:00:39.397" v="4020" actId="478"/>
          <ac:spMkLst>
            <pc:docMk/>
            <pc:sldMk cId="2449215095" sldId="262"/>
            <ac:spMk id="4" creationId="{00000000-0000-0000-0000-000000000000}"/>
          </ac:spMkLst>
        </pc:spChg>
        <pc:spChg chg="add mod ord">
          <ac:chgData name="이하나 윤" userId="f658f17427b35de9" providerId="LiveId" clId="{EE219EC4-0B48-4DAA-B6C8-F5305E865B87}" dt="2026-01-04T19:00:44.125" v="4022" actId="167"/>
          <ac:spMkLst>
            <pc:docMk/>
            <pc:sldMk cId="2449215095" sldId="262"/>
            <ac:spMk id="11" creationId="{931D78F8-F909-60C8-AF26-AA3C988508FF}"/>
          </ac:spMkLst>
        </pc:spChg>
      </pc:sldChg>
      <pc:sldChg chg="addSp delSp modSp del mod">
        <pc:chgData name="이하나 윤" userId="f658f17427b35de9" providerId="LiveId" clId="{EE219EC4-0B48-4DAA-B6C8-F5305E865B87}" dt="2026-01-04T20:40:23.113" v="5871" actId="47"/>
        <pc:sldMkLst>
          <pc:docMk/>
          <pc:sldMk cId="3239656745" sldId="263"/>
        </pc:sldMkLst>
        <pc:spChg chg="del">
          <ac:chgData name="이하나 윤" userId="f658f17427b35de9" providerId="LiveId" clId="{EE219EC4-0B48-4DAA-B6C8-F5305E865B87}" dt="2026-01-04T19:00:50.788" v="4023" actId="478"/>
          <ac:spMkLst>
            <pc:docMk/>
            <pc:sldMk cId="3239656745" sldId="263"/>
            <ac:spMk id="4" creationId="{00000000-0000-0000-0000-000000000000}"/>
          </ac:spMkLst>
        </pc:spChg>
        <pc:spChg chg="add mod ord">
          <ac:chgData name="이하나 윤" userId="f658f17427b35de9" providerId="LiveId" clId="{EE219EC4-0B48-4DAA-B6C8-F5305E865B87}" dt="2026-01-04T19:00:54.164" v="4025" actId="167"/>
          <ac:spMkLst>
            <pc:docMk/>
            <pc:sldMk cId="3239656745" sldId="263"/>
            <ac:spMk id="11" creationId="{8CD8E27E-2BCA-520E-F3A8-9A7C4EFF168D}"/>
          </ac:spMkLst>
        </pc:spChg>
      </pc:sldChg>
      <pc:sldChg chg="addSp delSp modSp del mod">
        <pc:chgData name="이하나 윤" userId="f658f17427b35de9" providerId="LiveId" clId="{EE219EC4-0B48-4DAA-B6C8-F5305E865B87}" dt="2026-01-04T20:40:23.113" v="5871" actId="47"/>
        <pc:sldMkLst>
          <pc:docMk/>
          <pc:sldMk cId="1938060599" sldId="264"/>
        </pc:sldMkLst>
        <pc:spChg chg="del">
          <ac:chgData name="이하나 윤" userId="f658f17427b35de9" providerId="LiveId" clId="{EE219EC4-0B48-4DAA-B6C8-F5305E865B87}" dt="2026-01-04T19:01:39.229" v="4033" actId="478"/>
          <ac:spMkLst>
            <pc:docMk/>
            <pc:sldMk cId="1938060599" sldId="264"/>
            <ac:spMk id="4" creationId="{00000000-0000-0000-0000-000000000000}"/>
          </ac:spMkLst>
        </pc:spChg>
        <pc:spChg chg="add mod ord">
          <ac:chgData name="이하나 윤" userId="f658f17427b35de9" providerId="LiveId" clId="{EE219EC4-0B48-4DAA-B6C8-F5305E865B87}" dt="2026-01-04T19:02:03.545" v="4040" actId="554"/>
          <ac:spMkLst>
            <pc:docMk/>
            <pc:sldMk cId="1938060599" sldId="264"/>
            <ac:spMk id="6" creationId="{74A97F95-619D-3EED-DFD6-F1A267795E7C}"/>
          </ac:spMkLst>
        </pc:spChg>
        <pc:spChg chg="mod">
          <ac:chgData name="이하나 윤" userId="f658f17427b35de9" providerId="LiveId" clId="{EE219EC4-0B48-4DAA-B6C8-F5305E865B87}" dt="2026-01-04T19:02:03.545" v="4040" actId="554"/>
          <ac:spMkLst>
            <pc:docMk/>
            <pc:sldMk cId="1938060599" sldId="264"/>
            <ac:spMk id="12" creationId="{00000000-0000-0000-0000-000000000000}"/>
          </ac:spMkLst>
        </pc:spChg>
      </pc:sldChg>
      <pc:sldChg chg="addSp delSp modSp mod">
        <pc:chgData name="이하나 윤" userId="f658f17427b35de9" providerId="LiveId" clId="{EE219EC4-0B48-4DAA-B6C8-F5305E865B87}" dt="2026-01-04T19:01:32.544" v="4032" actId="14100"/>
        <pc:sldMkLst>
          <pc:docMk/>
          <pc:sldMk cId="4265942871" sldId="265"/>
        </pc:sldMkLst>
        <pc:spChg chg="add mod ord">
          <ac:chgData name="이하나 윤" userId="f658f17427b35de9" providerId="LiveId" clId="{EE219EC4-0B48-4DAA-B6C8-F5305E865B87}" dt="2026-01-04T19:01:14.046" v="4028" actId="167"/>
          <ac:spMkLst>
            <pc:docMk/>
            <pc:sldMk cId="4265942871" sldId="265"/>
            <ac:spMk id="2" creationId="{E809C900-27E6-5D92-7C94-A327FE77EBF9}"/>
          </ac:spMkLst>
        </pc:spChg>
        <pc:spChg chg="del">
          <ac:chgData name="이하나 윤" userId="f658f17427b35de9" providerId="LiveId" clId="{EE219EC4-0B48-4DAA-B6C8-F5305E865B87}" dt="2026-01-04T19:01:11.277" v="4026" actId="478"/>
          <ac:spMkLst>
            <pc:docMk/>
            <pc:sldMk cId="4265942871" sldId="265"/>
            <ac:spMk id="4" creationId="{00000000-0000-0000-0000-000000000000}"/>
          </ac:spMkLst>
        </pc:spChg>
        <pc:spChg chg="mod">
          <ac:chgData name="이하나 윤" userId="f658f17427b35de9" providerId="LiveId" clId="{EE219EC4-0B48-4DAA-B6C8-F5305E865B87}" dt="2026-01-04T19:01:32.544" v="4032" actId="14100"/>
          <ac:spMkLst>
            <pc:docMk/>
            <pc:sldMk cId="4265942871" sldId="265"/>
            <ac:spMk id="12" creationId="{00000000-0000-0000-0000-000000000000}"/>
          </ac:spMkLst>
        </pc:spChg>
      </pc:sldChg>
      <pc:sldChg chg="addSp modSp add del mod">
        <pc:chgData name="이하나 윤" userId="f658f17427b35de9" providerId="LiveId" clId="{EE219EC4-0B48-4DAA-B6C8-F5305E865B87}" dt="2026-01-04T20:40:23.113" v="5871" actId="47"/>
        <pc:sldMkLst>
          <pc:docMk/>
          <pc:sldMk cId="1328033920" sldId="266"/>
        </pc:sldMkLst>
        <pc:spChg chg="add mod">
          <ac:chgData name="이하나 윤" userId="f658f17427b35de9" providerId="LiveId" clId="{EE219EC4-0B48-4DAA-B6C8-F5305E865B87}" dt="2026-01-04T19:46:53.299" v="5864"/>
          <ac:spMkLst>
            <pc:docMk/>
            <pc:sldMk cId="1328033920" sldId="266"/>
            <ac:spMk id="11" creationId="{51D4E72A-6EDB-95F8-2DF9-CE77A0ECA0AB}"/>
          </ac:spMkLst>
        </pc:spChg>
        <pc:spChg chg="mod">
          <ac:chgData name="이하나 윤" userId="f658f17427b35de9" providerId="LiveId" clId="{EE219EC4-0B48-4DAA-B6C8-F5305E865B87}" dt="2026-01-04T13:01:38.789" v="81" actId="20577"/>
          <ac:spMkLst>
            <pc:docMk/>
            <pc:sldMk cId="1328033920" sldId="266"/>
            <ac:spMk id="15" creationId="{7EDC1E5C-77A0-84CB-1E58-1FCCBCC1F4E3}"/>
          </ac:spMkLst>
        </pc:spChg>
        <pc:spChg chg="add mod">
          <ac:chgData name="이하나 윤" userId="f658f17427b35de9" providerId="LiveId" clId="{EE219EC4-0B48-4DAA-B6C8-F5305E865B87}" dt="2026-01-04T19:46:53.299" v="5864"/>
          <ac:spMkLst>
            <pc:docMk/>
            <pc:sldMk cId="1328033920" sldId="266"/>
            <ac:spMk id="21" creationId="{28753DD2-3C5F-0699-4C8B-C9F01B6A24B5}"/>
          </ac:spMkLst>
        </pc:spChg>
      </pc:sldChg>
      <pc:sldChg chg="addSp delSp modSp add mod ord">
        <pc:chgData name="이하나 윤" userId="f658f17427b35de9" providerId="LiveId" clId="{EE219EC4-0B48-4DAA-B6C8-F5305E865B87}" dt="2026-01-04T19:47:01.320" v="5869"/>
        <pc:sldMkLst>
          <pc:docMk/>
          <pc:sldMk cId="471028656" sldId="267"/>
        </pc:sldMkLst>
        <pc:spChg chg="mod">
          <ac:chgData name="이하나 윤" userId="f658f17427b35de9" providerId="LiveId" clId="{EE219EC4-0B48-4DAA-B6C8-F5305E865B87}" dt="2026-01-04T14:08:44.636" v="2287" actId="207"/>
          <ac:spMkLst>
            <pc:docMk/>
            <pc:sldMk cId="471028656" sldId="267"/>
            <ac:spMk id="2" creationId="{79D22B93-2706-9B6F-0618-750B2C0A9759}"/>
          </ac:spMkLst>
        </pc:spChg>
        <pc:spChg chg="mod">
          <ac:chgData name="이하나 윤" userId="f658f17427b35de9" providerId="LiveId" clId="{EE219EC4-0B48-4DAA-B6C8-F5305E865B87}" dt="2026-01-04T14:09:10.119" v="2314" actId="20577"/>
          <ac:spMkLst>
            <pc:docMk/>
            <pc:sldMk cId="471028656" sldId="267"/>
            <ac:spMk id="3" creationId="{A6AB8539-477F-F295-7174-0D9451A3FE61}"/>
          </ac:spMkLst>
        </pc:spChg>
        <pc:spChg chg="del mod">
          <ac:chgData name="이하나 윤" userId="f658f17427b35de9" providerId="LiveId" clId="{EE219EC4-0B48-4DAA-B6C8-F5305E865B87}" dt="2026-01-04T19:03:28.460" v="4056" actId="478"/>
          <ac:spMkLst>
            <pc:docMk/>
            <pc:sldMk cId="471028656" sldId="267"/>
            <ac:spMk id="4" creationId="{0005B354-74A3-7B2D-3633-B70A67D0ABD7}"/>
          </ac:spMkLst>
        </pc:spChg>
        <pc:spChg chg="mod">
          <ac:chgData name="이하나 윤" userId="f658f17427b35de9" providerId="LiveId" clId="{EE219EC4-0B48-4DAA-B6C8-F5305E865B87}" dt="2026-01-04T14:08:59.100" v="2288" actId="207"/>
          <ac:spMkLst>
            <pc:docMk/>
            <pc:sldMk cId="471028656" sldId="267"/>
            <ac:spMk id="7" creationId="{FF69B4C8-FB4B-650C-66AF-DF0C7AC1FD38}"/>
          </ac:spMkLst>
        </pc:spChg>
        <pc:spChg chg="add mod">
          <ac:chgData name="이하나 윤" userId="f658f17427b35de9" providerId="LiveId" clId="{EE219EC4-0B48-4DAA-B6C8-F5305E865B87}" dt="2026-01-04T14:34:43.490" v="2865"/>
          <ac:spMkLst>
            <pc:docMk/>
            <pc:sldMk cId="471028656" sldId="267"/>
            <ac:spMk id="13" creationId="{4A1DB6D7-45EE-45D2-9864-E5791A5E8094}"/>
          </ac:spMkLst>
        </pc:spChg>
        <pc:spChg chg="mod">
          <ac:chgData name="이하나 윤" userId="f658f17427b35de9" providerId="LiveId" clId="{EE219EC4-0B48-4DAA-B6C8-F5305E865B87}" dt="2026-01-04T17:07:44.825" v="3795" actId="14100"/>
          <ac:spMkLst>
            <pc:docMk/>
            <pc:sldMk cId="471028656" sldId="267"/>
            <ac:spMk id="15" creationId="{3C39C214-E198-B52A-3D41-3EE108FBE469}"/>
          </ac:spMkLst>
        </pc:spChg>
        <pc:spChg chg="del">
          <ac:chgData name="이하나 윤" userId="f658f17427b35de9" providerId="LiveId" clId="{EE219EC4-0B48-4DAA-B6C8-F5305E865B87}" dt="2026-01-04T14:35:04.294" v="2873" actId="478"/>
          <ac:spMkLst>
            <pc:docMk/>
            <pc:sldMk cId="471028656" sldId="267"/>
            <ac:spMk id="16" creationId="{8ADBBE4F-E413-C755-3F34-68A4A2BA2886}"/>
          </ac:spMkLst>
        </pc:spChg>
        <pc:spChg chg="mod">
          <ac:chgData name="이하나 윤" userId="f658f17427b35de9" providerId="LiveId" clId="{EE219EC4-0B48-4DAA-B6C8-F5305E865B87}" dt="2026-01-04T16:12:43.479" v="3165" actId="403"/>
          <ac:spMkLst>
            <pc:docMk/>
            <pc:sldMk cId="471028656" sldId="267"/>
            <ac:spMk id="17" creationId="{86B8FCCB-1FED-5A9E-4461-46D0526B274C}"/>
          </ac:spMkLst>
        </pc:spChg>
        <pc:spChg chg="mod">
          <ac:chgData name="이하나 윤" userId="f658f17427b35de9" providerId="LiveId" clId="{EE219EC4-0B48-4DAA-B6C8-F5305E865B87}" dt="2026-01-04T17:07:54.403" v="3802" actId="14100"/>
          <ac:spMkLst>
            <pc:docMk/>
            <pc:sldMk cId="471028656" sldId="267"/>
            <ac:spMk id="18" creationId="{FE564FB3-52D9-CEFC-4167-3812702A54B9}"/>
          </ac:spMkLst>
        </pc:spChg>
        <pc:spChg chg="mod">
          <ac:chgData name="이하나 윤" userId="f658f17427b35de9" providerId="LiveId" clId="{EE219EC4-0B48-4DAA-B6C8-F5305E865B87}" dt="2026-01-04T16:14:09.035" v="3216" actId="553"/>
          <ac:spMkLst>
            <pc:docMk/>
            <pc:sldMk cId="471028656" sldId="267"/>
            <ac:spMk id="19" creationId="{AEEB82DA-FE11-E509-5CD2-AB1E22D54686}"/>
          </ac:spMkLst>
        </pc:spChg>
        <pc:spChg chg="del mod">
          <ac:chgData name="이하나 윤" userId="f658f17427b35de9" providerId="LiveId" clId="{EE219EC4-0B48-4DAA-B6C8-F5305E865B87}" dt="2026-01-04T14:44:01.492" v="3099" actId="478"/>
          <ac:spMkLst>
            <pc:docMk/>
            <pc:sldMk cId="471028656" sldId="267"/>
            <ac:spMk id="20" creationId="{6F38CFC5-48A9-0F54-CC56-A7E3DE7F63A0}"/>
          </ac:spMkLst>
        </pc:spChg>
        <pc:spChg chg="del mod">
          <ac:chgData name="이하나 윤" userId="f658f17427b35de9" providerId="LiveId" clId="{EE219EC4-0B48-4DAA-B6C8-F5305E865B87}" dt="2026-01-04T14:44:05.725" v="3100" actId="478"/>
          <ac:spMkLst>
            <pc:docMk/>
            <pc:sldMk cId="471028656" sldId="267"/>
            <ac:spMk id="22" creationId="{F57F3B74-8788-CC9D-3160-70FBB1053D22}"/>
          </ac:spMkLst>
        </pc:spChg>
        <pc:spChg chg="del mod">
          <ac:chgData name="이하나 윤" userId="f658f17427b35de9" providerId="LiveId" clId="{EE219EC4-0B48-4DAA-B6C8-F5305E865B87}" dt="2026-01-04T14:44:01.492" v="3099" actId="478"/>
          <ac:spMkLst>
            <pc:docMk/>
            <pc:sldMk cId="471028656" sldId="267"/>
            <ac:spMk id="23" creationId="{C0E2300A-0BC3-F3FE-4D1C-5E154ABAF22D}"/>
          </ac:spMkLst>
        </pc:spChg>
        <pc:spChg chg="del mod">
          <ac:chgData name="이하나 윤" userId="f658f17427b35de9" providerId="LiveId" clId="{EE219EC4-0B48-4DAA-B6C8-F5305E865B87}" dt="2026-01-04T14:44:05.725" v="3100" actId="478"/>
          <ac:spMkLst>
            <pc:docMk/>
            <pc:sldMk cId="471028656" sldId="267"/>
            <ac:spMk id="24" creationId="{0AB1BBA9-807F-C344-3D48-2298453B5ABE}"/>
          </ac:spMkLst>
        </pc:spChg>
        <pc:spChg chg="del mod">
          <ac:chgData name="이하나 윤" userId="f658f17427b35de9" providerId="LiveId" clId="{EE219EC4-0B48-4DAA-B6C8-F5305E865B87}" dt="2026-01-04T14:44:01.492" v="3099" actId="478"/>
          <ac:spMkLst>
            <pc:docMk/>
            <pc:sldMk cId="471028656" sldId="267"/>
            <ac:spMk id="28" creationId="{3FDF1E1A-B89D-B306-81CF-9FF51489C4B8}"/>
          </ac:spMkLst>
        </pc:spChg>
        <pc:spChg chg="del mod">
          <ac:chgData name="이하나 윤" userId="f658f17427b35de9" providerId="LiveId" clId="{EE219EC4-0B48-4DAA-B6C8-F5305E865B87}" dt="2026-01-04T14:44:01.492" v="3099" actId="478"/>
          <ac:spMkLst>
            <pc:docMk/>
            <pc:sldMk cId="471028656" sldId="267"/>
            <ac:spMk id="29" creationId="{327BD5CF-5108-6F3D-7FF4-D4567F5CEF17}"/>
          </ac:spMkLst>
        </pc:spChg>
        <pc:spChg chg="del mod">
          <ac:chgData name="이하나 윤" userId="f658f17427b35de9" providerId="LiveId" clId="{EE219EC4-0B48-4DAA-B6C8-F5305E865B87}" dt="2026-01-04T14:44:01.492" v="3099" actId="478"/>
          <ac:spMkLst>
            <pc:docMk/>
            <pc:sldMk cId="471028656" sldId="267"/>
            <ac:spMk id="30" creationId="{50B8C2A8-9515-5699-57B4-5C54BBAED158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32" creationId="{A3990231-E89A-8BD9-88EB-6E5DB5602A4A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35" creationId="{4D7AE495-4F23-8D47-E717-DE1D109FC45C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36" creationId="{1EE6583C-322E-849F-4092-E3EA10DBEC4F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37" creationId="{A91D2307-BB82-00EB-F8A1-636A600A0265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38" creationId="{E06AF2AF-6EC2-87F0-B5F8-D17DE96BBA61}"/>
          </ac:spMkLst>
        </pc:spChg>
        <pc:spChg chg="del">
          <ac:chgData name="이하나 윤" userId="f658f17427b35de9" providerId="LiveId" clId="{EE219EC4-0B48-4DAA-B6C8-F5305E865B87}" dt="2026-01-04T14:08:39.317" v="2284" actId="478"/>
          <ac:spMkLst>
            <pc:docMk/>
            <pc:sldMk cId="471028656" sldId="267"/>
            <ac:spMk id="39" creationId="{E804574E-AD53-BBC7-4842-2484EB9CCEFE}"/>
          </ac:spMkLst>
        </pc:spChg>
        <pc:spChg chg="del">
          <ac:chgData name="이하나 윤" userId="f658f17427b35de9" providerId="LiveId" clId="{EE219EC4-0B48-4DAA-B6C8-F5305E865B87}" dt="2026-01-04T14:08:39.317" v="2284" actId="478"/>
          <ac:spMkLst>
            <pc:docMk/>
            <pc:sldMk cId="471028656" sldId="267"/>
            <ac:spMk id="40" creationId="{E604BF61-6304-26CB-9AEA-CE10E7395E73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41" creationId="{1E12A29B-CB87-8BBE-C225-224899C297BE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42" creationId="{15950A19-4E10-629F-1D94-D093DD444F93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46" creationId="{7F479795-DFD9-BCA2-2430-6E926B080D94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47" creationId="{3A1B69A2-ACC4-6C33-92F5-196D97B4C452}"/>
          </ac:spMkLst>
        </pc:spChg>
        <pc:spChg chg="mod">
          <ac:chgData name="이하나 윤" userId="f658f17427b35de9" providerId="LiveId" clId="{EE219EC4-0B48-4DAA-B6C8-F5305E865B87}" dt="2026-01-04T14:43:40.411" v="3094"/>
          <ac:spMkLst>
            <pc:docMk/>
            <pc:sldMk cId="471028656" sldId="267"/>
            <ac:spMk id="48" creationId="{D77252C7-004D-C13A-2A75-7144D15448F2}"/>
          </ac:spMkLst>
        </pc:spChg>
        <pc:spChg chg="mod">
          <ac:chgData name="이하나 윤" userId="f658f17427b35de9" providerId="LiveId" clId="{EE219EC4-0B48-4DAA-B6C8-F5305E865B87}" dt="2026-01-04T16:12:43.479" v="3165" actId="403"/>
          <ac:spMkLst>
            <pc:docMk/>
            <pc:sldMk cId="471028656" sldId="267"/>
            <ac:spMk id="50" creationId="{FD35E470-738E-3067-E048-2975C6AF0931}"/>
          </ac:spMkLst>
        </pc:spChg>
        <pc:spChg chg="mod">
          <ac:chgData name="이하나 윤" userId="f658f17427b35de9" providerId="LiveId" clId="{EE219EC4-0B48-4DAA-B6C8-F5305E865B87}" dt="2026-01-04T16:12:43.479" v="3165" actId="403"/>
          <ac:spMkLst>
            <pc:docMk/>
            <pc:sldMk cId="471028656" sldId="267"/>
            <ac:spMk id="51" creationId="{B51A3802-CEDE-E169-F739-9D510D1E2B36}"/>
          </ac:spMkLst>
        </pc:spChg>
        <pc:spChg chg="mod">
          <ac:chgData name="이하나 윤" userId="f658f17427b35de9" providerId="LiveId" clId="{EE219EC4-0B48-4DAA-B6C8-F5305E865B87}" dt="2026-01-04T16:12:43.479" v="3165" actId="403"/>
          <ac:spMkLst>
            <pc:docMk/>
            <pc:sldMk cId="471028656" sldId="267"/>
            <ac:spMk id="52" creationId="{3172FEA4-E0F5-CEB4-91AA-C790357AB2E7}"/>
          </ac:spMkLst>
        </pc:spChg>
        <pc:spChg chg="mod">
          <ac:chgData name="이하나 윤" userId="f658f17427b35de9" providerId="LiveId" clId="{EE219EC4-0B48-4DAA-B6C8-F5305E865B87}" dt="2026-01-04T16:12:43.479" v="3165" actId="403"/>
          <ac:spMkLst>
            <pc:docMk/>
            <pc:sldMk cId="471028656" sldId="267"/>
            <ac:spMk id="53" creationId="{968D760C-EEBF-A8DB-B535-4D23EE187C86}"/>
          </ac:spMkLst>
        </pc:spChg>
        <pc:spChg chg="mod">
          <ac:chgData name="이하나 윤" userId="f658f17427b35de9" providerId="LiveId" clId="{EE219EC4-0B48-4DAA-B6C8-F5305E865B87}" dt="2026-01-04T16:13:35.197" v="3210" actId="571"/>
          <ac:spMkLst>
            <pc:docMk/>
            <pc:sldMk cId="471028656" sldId="267"/>
            <ac:spMk id="55" creationId="{E413D29A-2D74-3113-EB11-7EC75ACB8843}"/>
          </ac:spMkLst>
        </pc:spChg>
        <pc:spChg chg="mod">
          <ac:chgData name="이하나 윤" userId="f658f17427b35de9" providerId="LiveId" clId="{EE219EC4-0B48-4DAA-B6C8-F5305E865B87}" dt="2026-01-04T16:13:35.197" v="3210" actId="571"/>
          <ac:spMkLst>
            <pc:docMk/>
            <pc:sldMk cId="471028656" sldId="267"/>
            <ac:spMk id="56" creationId="{CC680A03-1747-B863-AD9D-A3F222B90F36}"/>
          </ac:spMkLst>
        </pc:spChg>
        <pc:spChg chg="mod">
          <ac:chgData name="이하나 윤" userId="f658f17427b35de9" providerId="LiveId" clId="{EE219EC4-0B48-4DAA-B6C8-F5305E865B87}" dt="2026-01-04T16:13:35.197" v="3210" actId="571"/>
          <ac:spMkLst>
            <pc:docMk/>
            <pc:sldMk cId="471028656" sldId="267"/>
            <ac:spMk id="57" creationId="{035C61AF-B4E6-3EAF-DCE6-DBE67BAA7851}"/>
          </ac:spMkLst>
        </pc:spChg>
        <pc:spChg chg="mod">
          <ac:chgData name="이하나 윤" userId="f658f17427b35de9" providerId="LiveId" clId="{EE219EC4-0B48-4DAA-B6C8-F5305E865B87}" dt="2026-01-04T16:13:35.197" v="3210" actId="571"/>
          <ac:spMkLst>
            <pc:docMk/>
            <pc:sldMk cId="471028656" sldId="267"/>
            <ac:spMk id="58" creationId="{A621D1C2-15EF-C57B-0787-4FDC1F6F462A}"/>
          </ac:spMkLst>
        </pc:spChg>
        <pc:spChg chg="mod">
          <ac:chgData name="이하나 윤" userId="f658f17427b35de9" providerId="LiveId" clId="{EE219EC4-0B48-4DAA-B6C8-F5305E865B87}" dt="2026-01-04T16:14:19.837" v="3220" actId="571"/>
          <ac:spMkLst>
            <pc:docMk/>
            <pc:sldMk cId="471028656" sldId="267"/>
            <ac:spMk id="60" creationId="{972A2F94-5362-6D51-8A30-8F2169BB9210}"/>
          </ac:spMkLst>
        </pc:spChg>
        <pc:spChg chg="mod">
          <ac:chgData name="이하나 윤" userId="f658f17427b35de9" providerId="LiveId" clId="{EE219EC4-0B48-4DAA-B6C8-F5305E865B87}" dt="2026-01-04T16:14:32.909" v="3239" actId="20577"/>
          <ac:spMkLst>
            <pc:docMk/>
            <pc:sldMk cId="471028656" sldId="267"/>
            <ac:spMk id="61" creationId="{0552E18C-D25A-F3E4-0D4D-A7F5ED7EA1A1}"/>
          </ac:spMkLst>
        </pc:spChg>
        <pc:spChg chg="mod">
          <ac:chgData name="이하나 윤" userId="f658f17427b35de9" providerId="LiveId" clId="{EE219EC4-0B48-4DAA-B6C8-F5305E865B87}" dt="2026-01-04T16:33:15.393" v="3311" actId="555"/>
          <ac:spMkLst>
            <pc:docMk/>
            <pc:sldMk cId="471028656" sldId="267"/>
            <ac:spMk id="62" creationId="{54E98FE7-4FF0-884E-5A69-9451FBC016AA}"/>
          </ac:spMkLst>
        </pc:spChg>
        <pc:spChg chg="mod">
          <ac:chgData name="이하나 윤" userId="f658f17427b35de9" providerId="LiveId" clId="{EE219EC4-0B48-4DAA-B6C8-F5305E865B87}" dt="2026-01-04T16:33:15.393" v="3311" actId="555"/>
          <ac:spMkLst>
            <pc:docMk/>
            <pc:sldMk cId="471028656" sldId="267"/>
            <ac:spMk id="63" creationId="{3E003B0D-6A4D-9835-04E2-4CCA1558E58A}"/>
          </ac:spMkLst>
        </pc:spChg>
        <pc:spChg chg="add mod">
          <ac:chgData name="이하나 윤" userId="f658f17427b35de9" providerId="LiveId" clId="{EE219EC4-0B48-4DAA-B6C8-F5305E865B87}" dt="2026-01-04T16:32:58.985" v="3307" actId="571"/>
          <ac:spMkLst>
            <pc:docMk/>
            <pc:sldMk cId="471028656" sldId="267"/>
            <ac:spMk id="64" creationId="{2D2A84FF-B8FC-16A2-A8F4-FC3192DAA8EA}"/>
          </ac:spMkLst>
        </pc:spChg>
        <pc:spChg chg="mod">
          <ac:chgData name="이하나 윤" userId="f658f17427b35de9" providerId="LiveId" clId="{EE219EC4-0B48-4DAA-B6C8-F5305E865B87}" dt="2026-01-04T16:32:58.985" v="3307" actId="571"/>
          <ac:spMkLst>
            <pc:docMk/>
            <pc:sldMk cId="471028656" sldId="267"/>
            <ac:spMk id="66" creationId="{517D54CA-086A-F04E-3656-A5C7AFF46A90}"/>
          </ac:spMkLst>
        </pc:spChg>
        <pc:spChg chg="mod">
          <ac:chgData name="이하나 윤" userId="f658f17427b35de9" providerId="LiveId" clId="{EE219EC4-0B48-4DAA-B6C8-F5305E865B87}" dt="2026-01-04T16:32:58.985" v="3307" actId="571"/>
          <ac:spMkLst>
            <pc:docMk/>
            <pc:sldMk cId="471028656" sldId="267"/>
            <ac:spMk id="67" creationId="{8EC1EB68-1F25-9BA7-E491-5D3C3841D957}"/>
          </ac:spMkLst>
        </pc:spChg>
        <pc:spChg chg="mod">
          <ac:chgData name="이하나 윤" userId="f658f17427b35de9" providerId="LiveId" clId="{EE219EC4-0B48-4DAA-B6C8-F5305E865B87}" dt="2026-01-04T16:32:58.985" v="3307" actId="571"/>
          <ac:spMkLst>
            <pc:docMk/>
            <pc:sldMk cId="471028656" sldId="267"/>
            <ac:spMk id="68" creationId="{3560471F-DC49-4681-7BF6-129875710D63}"/>
          </ac:spMkLst>
        </pc:spChg>
        <pc:spChg chg="mod">
          <ac:chgData name="이하나 윤" userId="f658f17427b35de9" providerId="LiveId" clId="{EE219EC4-0B48-4DAA-B6C8-F5305E865B87}" dt="2026-01-04T16:32:58.985" v="3307" actId="571"/>
          <ac:spMkLst>
            <pc:docMk/>
            <pc:sldMk cId="471028656" sldId="267"/>
            <ac:spMk id="69" creationId="{F24A4C2E-4978-6487-8D5F-C74A1ED99268}"/>
          </ac:spMkLst>
        </pc:spChg>
        <pc:spChg chg="mod">
          <ac:chgData name="이하나 윤" userId="f658f17427b35de9" providerId="LiveId" clId="{EE219EC4-0B48-4DAA-B6C8-F5305E865B87}" dt="2026-01-04T16:33:01.914" v="3308" actId="571"/>
          <ac:spMkLst>
            <pc:docMk/>
            <pc:sldMk cId="471028656" sldId="267"/>
            <ac:spMk id="71" creationId="{82AE6F9D-A3C5-524B-DD1D-1C391EDB58D9}"/>
          </ac:spMkLst>
        </pc:spChg>
        <pc:spChg chg="mod">
          <ac:chgData name="이하나 윤" userId="f658f17427b35de9" providerId="LiveId" clId="{EE219EC4-0B48-4DAA-B6C8-F5305E865B87}" dt="2026-01-04T16:33:44.063" v="3329" actId="20577"/>
          <ac:spMkLst>
            <pc:docMk/>
            <pc:sldMk cId="471028656" sldId="267"/>
            <ac:spMk id="72" creationId="{E95BC81E-123D-18E7-1C18-4BB67C065C7D}"/>
          </ac:spMkLst>
        </pc:spChg>
        <pc:spChg chg="mod">
          <ac:chgData name="이하나 윤" userId="f658f17427b35de9" providerId="LiveId" clId="{EE219EC4-0B48-4DAA-B6C8-F5305E865B87}" dt="2026-01-04T16:33:01.914" v="3308" actId="571"/>
          <ac:spMkLst>
            <pc:docMk/>
            <pc:sldMk cId="471028656" sldId="267"/>
            <ac:spMk id="73" creationId="{12EFF388-3D3D-2C08-BA28-6E677419F60E}"/>
          </ac:spMkLst>
        </pc:spChg>
        <pc:spChg chg="mod">
          <ac:chgData name="이하나 윤" userId="f658f17427b35de9" providerId="LiveId" clId="{EE219EC4-0B48-4DAA-B6C8-F5305E865B87}" dt="2026-01-04T16:33:01.914" v="3308" actId="571"/>
          <ac:spMkLst>
            <pc:docMk/>
            <pc:sldMk cId="471028656" sldId="267"/>
            <ac:spMk id="74" creationId="{3C73EB4B-DE55-4EE2-1BC6-C3837294A65E}"/>
          </ac:spMkLst>
        </pc:spChg>
        <pc:spChg chg="mod">
          <ac:chgData name="이하나 윤" userId="f658f17427b35de9" providerId="LiveId" clId="{EE219EC4-0B48-4DAA-B6C8-F5305E865B87}" dt="2026-01-04T16:33:48.703" v="3332" actId="571"/>
          <ac:spMkLst>
            <pc:docMk/>
            <pc:sldMk cId="471028656" sldId="267"/>
            <ac:spMk id="76" creationId="{CF6B80F5-B3A5-AEAE-A043-C40486694E3F}"/>
          </ac:spMkLst>
        </pc:spChg>
        <pc:spChg chg="mod">
          <ac:chgData name="이하나 윤" userId="f658f17427b35de9" providerId="LiveId" clId="{EE219EC4-0B48-4DAA-B6C8-F5305E865B87}" dt="2026-01-04T16:33:48.703" v="3332" actId="571"/>
          <ac:spMkLst>
            <pc:docMk/>
            <pc:sldMk cId="471028656" sldId="267"/>
            <ac:spMk id="77" creationId="{08330F76-CDBD-09C3-A9D2-E4D7A2F5C886}"/>
          </ac:spMkLst>
        </pc:spChg>
        <pc:spChg chg="mod">
          <ac:chgData name="이하나 윤" userId="f658f17427b35de9" providerId="LiveId" clId="{EE219EC4-0B48-4DAA-B6C8-F5305E865B87}" dt="2026-01-04T16:33:48.703" v="3332" actId="571"/>
          <ac:spMkLst>
            <pc:docMk/>
            <pc:sldMk cId="471028656" sldId="267"/>
            <ac:spMk id="78" creationId="{ED89FAFB-9860-474A-3195-05FFD7BB3224}"/>
          </ac:spMkLst>
        </pc:spChg>
        <pc:spChg chg="mod">
          <ac:chgData name="이하나 윤" userId="f658f17427b35de9" providerId="LiveId" clId="{EE219EC4-0B48-4DAA-B6C8-F5305E865B87}" dt="2026-01-04T16:33:48.703" v="3332" actId="571"/>
          <ac:spMkLst>
            <pc:docMk/>
            <pc:sldMk cId="471028656" sldId="267"/>
            <ac:spMk id="79" creationId="{27D3B053-F0A6-5870-EC63-13B44F467E3A}"/>
          </ac:spMkLst>
        </pc:spChg>
        <pc:spChg chg="mod">
          <ac:chgData name="이하나 윤" userId="f658f17427b35de9" providerId="LiveId" clId="{EE219EC4-0B48-4DAA-B6C8-F5305E865B87}" dt="2026-01-04T17:05:07.234" v="3688" actId="164"/>
          <ac:spMkLst>
            <pc:docMk/>
            <pc:sldMk cId="471028656" sldId="267"/>
            <ac:spMk id="81" creationId="{9BC190EA-EB71-959B-B2F7-1A21490E6A4D}"/>
          </ac:spMkLst>
        </pc:spChg>
        <pc:spChg chg="mod">
          <ac:chgData name="이하나 윤" userId="f658f17427b35de9" providerId="LiveId" clId="{EE219EC4-0B48-4DAA-B6C8-F5305E865B87}" dt="2026-01-04T17:05:07.234" v="3688" actId="164"/>
          <ac:spMkLst>
            <pc:docMk/>
            <pc:sldMk cId="471028656" sldId="267"/>
            <ac:spMk id="82" creationId="{2BD15C16-C07A-1FEC-CD69-F2DA970AD977}"/>
          </ac:spMkLst>
        </pc:spChg>
        <pc:spChg chg="mod">
          <ac:chgData name="이하나 윤" userId="f658f17427b35de9" providerId="LiveId" clId="{EE219EC4-0B48-4DAA-B6C8-F5305E865B87}" dt="2026-01-04T17:09:31.586" v="3806" actId="20577"/>
          <ac:spMkLst>
            <pc:docMk/>
            <pc:sldMk cId="471028656" sldId="267"/>
            <ac:spMk id="83" creationId="{6A668302-2091-11B4-02B7-AC2D92ED38A0}"/>
          </ac:spMkLst>
        </pc:spChg>
        <pc:spChg chg="mod">
          <ac:chgData name="이하나 윤" userId="f658f17427b35de9" providerId="LiveId" clId="{EE219EC4-0B48-4DAA-B6C8-F5305E865B87}" dt="2026-01-04T17:06:14.246" v="3774" actId="1076"/>
          <ac:spMkLst>
            <pc:docMk/>
            <pc:sldMk cId="471028656" sldId="267"/>
            <ac:spMk id="84" creationId="{4EB5A056-2C03-46D4-CB0C-51C5BFAA4770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87" creationId="{A15E148C-1757-0387-5F96-E297C29B7381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88" creationId="{0FD508C6-01DF-8ABE-C299-0D1716D5BC83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89" creationId="{61971EAB-214F-5E54-7DB7-6DA7812608DA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90" creationId="{739B6677-124A-4A3D-B95E-F0474791718A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91" creationId="{3BD4297E-76BA-FE04-1DD7-12A6A6F19399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92" creationId="{F4FB28E5-89B0-D6A7-DD8F-25386337303A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93" creationId="{7B8FA77B-35DC-A130-9C14-C57AD7C0A3C8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94" creationId="{2B6EDB4E-FDFC-B7FB-C022-43960E863549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95" creationId="{F5FA6D51-C5ED-B2BC-A2BC-8FED60207946}"/>
          </ac:spMkLst>
        </pc:spChg>
        <pc:spChg chg="mod">
          <ac:chgData name="이하나 윤" userId="f658f17427b35de9" providerId="LiveId" clId="{EE219EC4-0B48-4DAA-B6C8-F5305E865B87}" dt="2026-01-04T16:38:19.971" v="3375"/>
          <ac:spMkLst>
            <pc:docMk/>
            <pc:sldMk cId="471028656" sldId="267"/>
            <ac:spMk id="96" creationId="{EF0F2BAE-C301-9D3B-6715-B8EF1EF6E373}"/>
          </ac:spMkLst>
        </pc:spChg>
        <pc:spChg chg="add del mod">
          <ac:chgData name="이하나 윤" userId="f658f17427b35de9" providerId="LiveId" clId="{EE219EC4-0B48-4DAA-B6C8-F5305E865B87}" dt="2026-01-04T16:41:20.037" v="3384" actId="478"/>
          <ac:spMkLst>
            <pc:docMk/>
            <pc:sldMk cId="471028656" sldId="267"/>
            <ac:spMk id="97" creationId="{4524F22F-8D17-E965-E723-862D5C34A912}"/>
          </ac:spMkLst>
        </pc:spChg>
        <pc:spChg chg="add mod">
          <ac:chgData name="이하나 윤" userId="f658f17427b35de9" providerId="LiveId" clId="{EE219EC4-0B48-4DAA-B6C8-F5305E865B87}" dt="2026-01-04T16:53:04.956" v="3609" actId="571"/>
          <ac:spMkLst>
            <pc:docMk/>
            <pc:sldMk cId="471028656" sldId="267"/>
            <ac:spMk id="108" creationId="{F67AE9C9-DA7C-0B81-FABA-E0B3893E2297}"/>
          </ac:spMkLst>
        </pc:spChg>
        <pc:spChg chg="mod">
          <ac:chgData name="이하나 윤" userId="f658f17427b35de9" providerId="LiveId" clId="{EE219EC4-0B48-4DAA-B6C8-F5305E865B87}" dt="2026-01-04T17:18:11.161" v="3812" actId="571"/>
          <ac:spMkLst>
            <pc:docMk/>
            <pc:sldMk cId="471028656" sldId="267"/>
            <ac:spMk id="121" creationId="{F22A50E6-A488-1486-BAA1-5142EDAA1CC0}"/>
          </ac:spMkLst>
        </pc:spChg>
        <pc:spChg chg="mod">
          <ac:chgData name="이하나 윤" userId="f658f17427b35de9" providerId="LiveId" clId="{EE219EC4-0B48-4DAA-B6C8-F5305E865B87}" dt="2026-01-04T17:18:26.246" v="3821" actId="20577"/>
          <ac:spMkLst>
            <pc:docMk/>
            <pc:sldMk cId="471028656" sldId="267"/>
            <ac:spMk id="122" creationId="{65F1ECBA-5EF5-DA91-970A-70BAA6FB03F9}"/>
          </ac:spMkLst>
        </pc:spChg>
        <pc:spChg chg="mod">
          <ac:chgData name="이하나 윤" userId="f658f17427b35de9" providerId="LiveId" clId="{EE219EC4-0B48-4DAA-B6C8-F5305E865B87}" dt="2026-01-04T17:19:01.037" v="3822" actId="6549"/>
          <ac:spMkLst>
            <pc:docMk/>
            <pc:sldMk cId="471028656" sldId="267"/>
            <ac:spMk id="123" creationId="{E73A4FB2-335F-9290-EBFF-AE96B6CCBA1E}"/>
          </ac:spMkLst>
        </pc:spChg>
        <pc:spChg chg="mod">
          <ac:chgData name="이하나 윤" userId="f658f17427b35de9" providerId="LiveId" clId="{EE219EC4-0B48-4DAA-B6C8-F5305E865B87}" dt="2026-01-04T17:18:11.161" v="3812" actId="571"/>
          <ac:spMkLst>
            <pc:docMk/>
            <pc:sldMk cId="471028656" sldId="267"/>
            <ac:spMk id="124" creationId="{F4BEB059-8024-BDF5-8492-08B52F45840C}"/>
          </ac:spMkLst>
        </pc:spChg>
        <pc:spChg chg="add mod ord">
          <ac:chgData name="이하나 윤" userId="f658f17427b35de9" providerId="LiveId" clId="{EE219EC4-0B48-4DAA-B6C8-F5305E865B87}" dt="2026-01-04T19:03:35.081" v="4058" actId="167"/>
          <ac:spMkLst>
            <pc:docMk/>
            <pc:sldMk cId="471028656" sldId="267"/>
            <ac:spMk id="127" creationId="{11FCC091-DC7F-8E83-A3C2-E3AB0398E671}"/>
          </ac:spMkLst>
        </pc:spChg>
        <pc:spChg chg="add mod">
          <ac:chgData name="이하나 윤" userId="f658f17427b35de9" providerId="LiveId" clId="{EE219EC4-0B48-4DAA-B6C8-F5305E865B87}" dt="2026-01-04T19:47:01.320" v="5869"/>
          <ac:spMkLst>
            <pc:docMk/>
            <pc:sldMk cId="471028656" sldId="267"/>
            <ac:spMk id="128" creationId="{37138BFB-2FB5-DB54-8FAC-CD36D262D227}"/>
          </ac:spMkLst>
        </pc:spChg>
        <pc:spChg chg="add mod">
          <ac:chgData name="이하나 윤" userId="f658f17427b35de9" providerId="LiveId" clId="{EE219EC4-0B48-4DAA-B6C8-F5305E865B87}" dt="2026-01-04T19:47:01.320" v="5869"/>
          <ac:spMkLst>
            <pc:docMk/>
            <pc:sldMk cId="471028656" sldId="267"/>
            <ac:spMk id="129" creationId="{9C59D50B-FF39-1934-42A3-51408F203F0C}"/>
          </ac:spMkLst>
        </pc:spChg>
        <pc:grpChg chg="mod">
          <ac:chgData name="이하나 윤" userId="f658f17427b35de9" providerId="LiveId" clId="{EE219EC4-0B48-4DAA-B6C8-F5305E865B87}" dt="2026-01-04T17:08:04.038" v="3804" actId="14100"/>
          <ac:grpSpMkLst>
            <pc:docMk/>
            <pc:sldMk cId="471028656" sldId="267"/>
            <ac:grpSpMk id="14" creationId="{F34D0545-116E-5AA9-83AB-9A64EECACD55}"/>
          </ac:grpSpMkLst>
        </pc:grpChg>
        <pc:grpChg chg="mod">
          <ac:chgData name="이하나 윤" userId="f658f17427b35de9" providerId="LiveId" clId="{EE219EC4-0B48-4DAA-B6C8-F5305E865B87}" dt="2026-01-04T14:43:54.743" v="3098" actId="1076"/>
          <ac:grpSpMkLst>
            <pc:docMk/>
            <pc:sldMk cId="471028656" sldId="267"/>
            <ac:grpSpMk id="31" creationId="{D2486295-5890-AB92-8928-750756506383}"/>
          </ac:grpSpMkLst>
        </pc:grpChg>
        <pc:grpChg chg="add del mod">
          <ac:chgData name="이하나 윤" userId="f658f17427b35de9" providerId="LiveId" clId="{EE219EC4-0B48-4DAA-B6C8-F5305E865B87}" dt="2026-01-04T16:13:30.475" v="3209" actId="478"/>
          <ac:grpSpMkLst>
            <pc:docMk/>
            <pc:sldMk cId="471028656" sldId="267"/>
            <ac:grpSpMk id="49" creationId="{2A611512-AECE-5F44-6BCA-0DF972853325}"/>
          </ac:grpSpMkLst>
        </pc:grpChg>
        <pc:grpChg chg="add del mod">
          <ac:chgData name="이하나 윤" userId="f658f17427b35de9" providerId="LiveId" clId="{EE219EC4-0B48-4DAA-B6C8-F5305E865B87}" dt="2026-01-04T16:14:11.938" v="3217" actId="478"/>
          <ac:grpSpMkLst>
            <pc:docMk/>
            <pc:sldMk cId="471028656" sldId="267"/>
            <ac:grpSpMk id="54" creationId="{ABF60B6B-B442-0BD1-0318-D0AA3F62104D}"/>
          </ac:grpSpMkLst>
        </pc:grpChg>
        <pc:grpChg chg="add mod">
          <ac:chgData name="이하나 윤" userId="f658f17427b35de9" providerId="LiveId" clId="{EE219EC4-0B48-4DAA-B6C8-F5305E865B87}" dt="2026-01-04T17:08:04.038" v="3804" actId="14100"/>
          <ac:grpSpMkLst>
            <pc:docMk/>
            <pc:sldMk cId="471028656" sldId="267"/>
            <ac:grpSpMk id="59" creationId="{A81D2CBE-58F1-5222-5237-2DFA12505458}"/>
          </ac:grpSpMkLst>
        </pc:grpChg>
        <pc:grpChg chg="add mod">
          <ac:chgData name="이하나 윤" userId="f658f17427b35de9" providerId="LiveId" clId="{EE219EC4-0B48-4DAA-B6C8-F5305E865B87}" dt="2026-01-04T16:32:58.985" v="3307" actId="571"/>
          <ac:grpSpMkLst>
            <pc:docMk/>
            <pc:sldMk cId="471028656" sldId="267"/>
            <ac:grpSpMk id="65" creationId="{44EC526D-9249-62BA-CE04-DAD5D5C56762}"/>
          </ac:grpSpMkLst>
        </pc:grpChg>
        <pc:grpChg chg="add del mod">
          <ac:chgData name="이하나 윤" userId="f658f17427b35de9" providerId="LiveId" clId="{EE219EC4-0B48-4DAA-B6C8-F5305E865B87}" dt="2026-01-04T16:33:46.644" v="3330" actId="478"/>
          <ac:grpSpMkLst>
            <pc:docMk/>
            <pc:sldMk cId="471028656" sldId="267"/>
            <ac:grpSpMk id="70" creationId="{E691478D-AE07-F2F3-D04D-4BF8033B394B}"/>
          </ac:grpSpMkLst>
        </pc:grpChg>
        <pc:grpChg chg="add mod">
          <ac:chgData name="이하나 윤" userId="f658f17427b35de9" providerId="LiveId" clId="{EE219EC4-0B48-4DAA-B6C8-F5305E865B87}" dt="2026-01-04T16:33:48.703" v="3332" actId="571"/>
          <ac:grpSpMkLst>
            <pc:docMk/>
            <pc:sldMk cId="471028656" sldId="267"/>
            <ac:grpSpMk id="75" creationId="{9D316F3C-70A4-8E4F-C4C7-B16A7A6A1E4E}"/>
          </ac:grpSpMkLst>
        </pc:grpChg>
        <pc:grpChg chg="add mod">
          <ac:chgData name="이하나 윤" userId="f658f17427b35de9" providerId="LiveId" clId="{EE219EC4-0B48-4DAA-B6C8-F5305E865B87}" dt="2026-01-04T17:05:09.281" v="3689" actId="164"/>
          <ac:grpSpMkLst>
            <pc:docMk/>
            <pc:sldMk cId="471028656" sldId="267"/>
            <ac:grpSpMk id="80" creationId="{D7E44A2B-799D-1214-1986-4A79F345AA6F}"/>
          </ac:grpSpMkLst>
        </pc:grpChg>
        <pc:grpChg chg="del mod">
          <ac:chgData name="이하나 윤" userId="f658f17427b35de9" providerId="LiveId" clId="{EE219EC4-0B48-4DAA-B6C8-F5305E865B87}" dt="2026-01-04T17:21:20.395" v="3829" actId="478"/>
          <ac:grpSpMkLst>
            <pc:docMk/>
            <pc:sldMk cId="471028656" sldId="267"/>
            <ac:grpSpMk id="85" creationId="{419AB603-58ED-0628-FFE3-2BB50AFE0EDD}"/>
          </ac:grpSpMkLst>
        </pc:grpChg>
        <pc:grpChg chg="add mod">
          <ac:chgData name="이하나 윤" userId="f658f17427b35de9" providerId="LiveId" clId="{EE219EC4-0B48-4DAA-B6C8-F5305E865B87}" dt="2026-01-04T17:05:09.281" v="3689" actId="164"/>
          <ac:grpSpMkLst>
            <pc:docMk/>
            <pc:sldMk cId="471028656" sldId="267"/>
            <ac:grpSpMk id="101" creationId="{BD90C944-48A2-CBEF-CFF8-C5EB1436D36E}"/>
          </ac:grpSpMkLst>
        </pc:grpChg>
        <pc:grpChg chg="add mod">
          <ac:chgData name="이하나 윤" userId="f658f17427b35de9" providerId="LiveId" clId="{EE219EC4-0B48-4DAA-B6C8-F5305E865B87}" dt="2026-01-04T17:04:52.090" v="3675" actId="1076"/>
          <ac:grpSpMkLst>
            <pc:docMk/>
            <pc:sldMk cId="471028656" sldId="267"/>
            <ac:grpSpMk id="115" creationId="{5589E756-3719-1146-2837-FA8A4FCAB4BC}"/>
          </ac:grpSpMkLst>
        </pc:grpChg>
        <pc:grpChg chg="add mod">
          <ac:chgData name="이하나 윤" userId="f658f17427b35de9" providerId="LiveId" clId="{EE219EC4-0B48-4DAA-B6C8-F5305E865B87}" dt="2026-01-04T17:05:05.457" v="3687" actId="164"/>
          <ac:grpSpMkLst>
            <pc:docMk/>
            <pc:sldMk cId="471028656" sldId="267"/>
            <ac:grpSpMk id="117" creationId="{CC0925A6-75AF-61A9-5AF0-291266715E22}"/>
          </ac:grpSpMkLst>
        </pc:grpChg>
        <pc:grpChg chg="add mod">
          <ac:chgData name="이하나 윤" userId="f658f17427b35de9" providerId="LiveId" clId="{EE219EC4-0B48-4DAA-B6C8-F5305E865B87}" dt="2026-01-04T17:07:51.213" v="3800" actId="1076"/>
          <ac:grpSpMkLst>
            <pc:docMk/>
            <pc:sldMk cId="471028656" sldId="267"/>
            <ac:grpSpMk id="118" creationId="{41A9178F-E0F8-E698-5B43-1105F2664DCD}"/>
          </ac:grpSpMkLst>
        </pc:grpChg>
        <pc:grpChg chg="add del mod">
          <ac:chgData name="이하나 윤" userId="f658f17427b35de9" providerId="LiveId" clId="{EE219EC4-0B48-4DAA-B6C8-F5305E865B87}" dt="2026-01-04T17:21:16.051" v="3828" actId="478"/>
          <ac:grpSpMkLst>
            <pc:docMk/>
            <pc:sldMk cId="471028656" sldId="267"/>
            <ac:grpSpMk id="120" creationId="{F44CF17C-602F-282D-4EC3-A0F0F24B713C}"/>
          </ac:grpSpMkLst>
        </pc:grpChg>
        <pc:graphicFrameChg chg="add del mod">
          <ac:chgData name="이하나 윤" userId="f658f17427b35de9" providerId="LiveId" clId="{EE219EC4-0B48-4DAA-B6C8-F5305E865B87}" dt="2026-01-04T14:10:23.112" v="2318" actId="478"/>
          <ac:graphicFrameMkLst>
            <pc:docMk/>
            <pc:sldMk cId="471028656" sldId="267"/>
            <ac:graphicFrameMk id="12" creationId="{E13DC74F-B5F1-9DC7-9EE9-B2565D2412C6}"/>
          </ac:graphicFrameMkLst>
        </pc:graphicFrameChg>
        <pc:graphicFrameChg chg="del">
          <ac:chgData name="이하나 윤" userId="f658f17427b35de9" providerId="LiveId" clId="{EE219EC4-0B48-4DAA-B6C8-F5305E865B87}" dt="2026-01-04T14:08:39.317" v="2284" actId="478"/>
          <ac:graphicFrameMkLst>
            <pc:docMk/>
            <pc:sldMk cId="471028656" sldId="267"/>
            <ac:graphicFrameMk id="21" creationId="{8C0A32D9-B47F-A41C-49B7-108EE98FE43B}"/>
          </ac:graphicFrameMkLst>
        </pc:graphicFrameChg>
        <pc:graphicFrameChg chg="del">
          <ac:chgData name="이하나 윤" userId="f658f17427b35de9" providerId="LiveId" clId="{EE219EC4-0B48-4DAA-B6C8-F5305E865B87}" dt="2026-01-04T14:08:39.317" v="2284" actId="478"/>
          <ac:graphicFrameMkLst>
            <pc:docMk/>
            <pc:sldMk cId="471028656" sldId="267"/>
            <ac:graphicFrameMk id="33" creationId="{051F60B8-C89B-A243-B33E-6A392886BA11}"/>
          </ac:graphicFrameMkLst>
        </pc:graphicFrameChg>
        <pc:picChg chg="add mod">
          <ac:chgData name="이하나 윤" userId="f658f17427b35de9" providerId="LiveId" clId="{EE219EC4-0B48-4DAA-B6C8-F5305E865B87}" dt="2026-01-04T17:05:09.281" v="3689" actId="164"/>
          <ac:picMkLst>
            <pc:docMk/>
            <pc:sldMk cId="471028656" sldId="267"/>
            <ac:picMk id="98" creationId="{0C393D38-AFB7-6917-70F6-F63CA907FC0D}"/>
          </ac:picMkLst>
        </pc:picChg>
        <pc:picChg chg="add mod">
          <ac:chgData name="이하나 윤" userId="f658f17427b35de9" providerId="LiveId" clId="{EE219EC4-0B48-4DAA-B6C8-F5305E865B87}" dt="2026-01-04T17:05:09.281" v="3689" actId="164"/>
          <ac:picMkLst>
            <pc:docMk/>
            <pc:sldMk cId="471028656" sldId="267"/>
            <ac:picMk id="99" creationId="{4E210314-25AA-AE3F-D63D-5C02331D2F54}"/>
          </ac:picMkLst>
        </pc:picChg>
        <pc:picChg chg="add mod modCrop">
          <ac:chgData name="이하나 윤" userId="f658f17427b35de9" providerId="LiveId" clId="{EE219EC4-0B48-4DAA-B6C8-F5305E865B87}" dt="2026-01-04T17:05:09.281" v="3689" actId="164"/>
          <ac:picMkLst>
            <pc:docMk/>
            <pc:sldMk cId="471028656" sldId="267"/>
            <ac:picMk id="100" creationId="{ED335BAD-856D-FBCB-D827-BA2B57F9F39F}"/>
          </ac:picMkLst>
        </pc:picChg>
        <pc:picChg chg="mod">
          <ac:chgData name="이하나 윤" userId="f658f17427b35de9" providerId="LiveId" clId="{EE219EC4-0B48-4DAA-B6C8-F5305E865B87}" dt="2026-01-04T16:50:23.286" v="3562" actId="1076"/>
          <ac:picMkLst>
            <pc:docMk/>
            <pc:sldMk cId="471028656" sldId="267"/>
            <ac:picMk id="102" creationId="{D463DCD0-2A4D-4562-37E2-B5065EFC4C8F}"/>
          </ac:picMkLst>
        </pc:picChg>
        <pc:picChg chg="mod ord">
          <ac:chgData name="이하나 윤" userId="f658f17427b35de9" providerId="LiveId" clId="{EE219EC4-0B48-4DAA-B6C8-F5305E865B87}" dt="2026-01-04T17:04:52.276" v="3676" actId="164"/>
          <ac:picMkLst>
            <pc:docMk/>
            <pc:sldMk cId="471028656" sldId="267"/>
            <ac:picMk id="103" creationId="{740F8840-1E0D-D21C-9091-183DE55140AD}"/>
          </ac:picMkLst>
        </pc:picChg>
        <pc:picChg chg="mod">
          <ac:chgData name="이하나 윤" userId="f658f17427b35de9" providerId="LiveId" clId="{EE219EC4-0B48-4DAA-B6C8-F5305E865B87}" dt="2026-01-04T17:04:52.276" v="3676" actId="164"/>
          <ac:picMkLst>
            <pc:docMk/>
            <pc:sldMk cId="471028656" sldId="267"/>
            <ac:picMk id="104" creationId="{9088DEDE-1F67-0659-51B8-6EECB2C85F25}"/>
          </ac:picMkLst>
        </pc:picChg>
        <pc:picChg chg="mod">
          <ac:chgData name="이하나 윤" userId="f658f17427b35de9" providerId="LiveId" clId="{EE219EC4-0B48-4DAA-B6C8-F5305E865B87}" dt="2026-01-04T17:04:52.276" v="3676" actId="164"/>
          <ac:picMkLst>
            <pc:docMk/>
            <pc:sldMk cId="471028656" sldId="267"/>
            <ac:picMk id="105" creationId="{3EF3E1C3-06FB-AD84-7A0B-F8885BCD73DD}"/>
          </ac:picMkLst>
        </pc:picChg>
        <pc:picChg chg="add del mod">
          <ac:chgData name="이하나 윤" userId="f658f17427b35de9" providerId="LiveId" clId="{EE219EC4-0B48-4DAA-B6C8-F5305E865B87}" dt="2026-01-04T16:49:55.527" v="3554" actId="478"/>
          <ac:picMkLst>
            <pc:docMk/>
            <pc:sldMk cId="471028656" sldId="267"/>
            <ac:picMk id="106" creationId="{CADB9A88-F470-DD62-1A77-31B2E7665A40}"/>
          </ac:picMkLst>
        </pc:picChg>
        <pc:picChg chg="add del mod">
          <ac:chgData name="이하나 윤" userId="f658f17427b35de9" providerId="LiveId" clId="{EE219EC4-0B48-4DAA-B6C8-F5305E865B87}" dt="2026-01-04T16:49:55.751" v="3555" actId="478"/>
          <ac:picMkLst>
            <pc:docMk/>
            <pc:sldMk cId="471028656" sldId="267"/>
            <ac:picMk id="107" creationId="{B7D30E13-CDC3-0F21-F2F3-0BB04A6B83F7}"/>
          </ac:picMkLst>
        </pc:picChg>
        <pc:picChg chg="add mod">
          <ac:chgData name="이하나 윤" userId="f658f17427b35de9" providerId="LiveId" clId="{EE219EC4-0B48-4DAA-B6C8-F5305E865B87}" dt="2026-01-04T17:05:09.281" v="3689" actId="164"/>
          <ac:picMkLst>
            <pc:docMk/>
            <pc:sldMk cId="471028656" sldId="267"/>
            <ac:picMk id="110" creationId="{7C57864C-616A-0C3F-6322-BC95C959467A}"/>
          </ac:picMkLst>
        </pc:picChg>
        <pc:picChg chg="add mod">
          <ac:chgData name="이하나 윤" userId="f658f17427b35de9" providerId="LiveId" clId="{EE219EC4-0B48-4DAA-B6C8-F5305E865B87}" dt="2026-01-04T17:05:31.274" v="3696" actId="1076"/>
          <ac:picMkLst>
            <pc:docMk/>
            <pc:sldMk cId="471028656" sldId="267"/>
            <ac:picMk id="112" creationId="{D5F6E68E-2E96-7FD0-A317-D3727905039E}"/>
          </ac:picMkLst>
        </pc:picChg>
        <pc:picChg chg="add del mod">
          <ac:chgData name="이하나 윤" userId="f658f17427b35de9" providerId="LiveId" clId="{EE219EC4-0B48-4DAA-B6C8-F5305E865B87}" dt="2026-01-04T17:04:57.035" v="3684" actId="478"/>
          <ac:picMkLst>
            <pc:docMk/>
            <pc:sldMk cId="471028656" sldId="267"/>
            <ac:picMk id="114" creationId="{F932B678-675C-C166-7079-CA7E8D81642C}"/>
          </ac:picMkLst>
        </pc:picChg>
        <pc:cxnChg chg="del">
          <ac:chgData name="이하나 윤" userId="f658f17427b35de9" providerId="LiveId" clId="{EE219EC4-0B48-4DAA-B6C8-F5305E865B87}" dt="2026-01-04T14:44:01.492" v="3099" actId="478"/>
          <ac:cxnSpMkLst>
            <pc:docMk/>
            <pc:sldMk cId="471028656" sldId="267"/>
            <ac:cxnSpMk id="25" creationId="{7BD51F60-0117-CF1E-1212-FF645927E12E}"/>
          </ac:cxnSpMkLst>
        </pc:cxnChg>
        <pc:cxnChg chg="del">
          <ac:chgData name="이하나 윤" userId="f658f17427b35de9" providerId="LiveId" clId="{EE219EC4-0B48-4DAA-B6C8-F5305E865B87}" dt="2026-01-04T14:44:01.492" v="3099" actId="478"/>
          <ac:cxnSpMkLst>
            <pc:docMk/>
            <pc:sldMk cId="471028656" sldId="267"/>
            <ac:cxnSpMk id="26" creationId="{379D1474-614A-31B7-9499-55BE91E8060D}"/>
          </ac:cxnSpMkLst>
        </pc:cxnChg>
        <pc:cxnChg chg="del">
          <ac:chgData name="이하나 윤" userId="f658f17427b35de9" providerId="LiveId" clId="{EE219EC4-0B48-4DAA-B6C8-F5305E865B87}" dt="2026-01-04T14:44:01.492" v="3099" actId="478"/>
          <ac:cxnSpMkLst>
            <pc:docMk/>
            <pc:sldMk cId="471028656" sldId="267"/>
            <ac:cxnSpMk id="27" creationId="{32237D1D-B5A0-4B82-3DD5-D45209D15A89}"/>
          </ac:cxnSpMkLst>
        </pc:cxnChg>
        <pc:cxnChg chg="add mod">
          <ac:chgData name="이하나 윤" userId="f658f17427b35de9" providerId="LiveId" clId="{EE219EC4-0B48-4DAA-B6C8-F5305E865B87}" dt="2026-01-04T17:04:51.065" v="3671" actId="1076"/>
          <ac:cxnSpMkLst>
            <pc:docMk/>
            <pc:sldMk cId="471028656" sldId="267"/>
            <ac:cxnSpMk id="116" creationId="{45FAE4B2-2656-0A83-E9DB-7D44EA7F45E6}"/>
          </ac:cxnSpMkLst>
        </pc:cxnChg>
        <pc:cxnChg chg="add del mod">
          <ac:chgData name="이하나 윤" userId="f658f17427b35de9" providerId="LiveId" clId="{EE219EC4-0B48-4DAA-B6C8-F5305E865B87}" dt="2026-01-04T17:17:52.997" v="3811" actId="478"/>
          <ac:cxnSpMkLst>
            <pc:docMk/>
            <pc:sldMk cId="471028656" sldId="267"/>
            <ac:cxnSpMk id="119" creationId="{B50D9075-8721-8E40-4FB6-8DA106718F66}"/>
          </ac:cxnSpMkLst>
        </pc:cxnChg>
        <pc:cxnChg chg="add del mod">
          <ac:chgData name="이하나 윤" userId="f658f17427b35de9" providerId="LiveId" clId="{EE219EC4-0B48-4DAA-B6C8-F5305E865B87}" dt="2026-01-04T17:21:16.051" v="3828" actId="478"/>
          <ac:cxnSpMkLst>
            <pc:docMk/>
            <pc:sldMk cId="471028656" sldId="267"/>
            <ac:cxnSpMk id="125" creationId="{48A5A429-2957-ED45-677E-7CD8C4A33E9A}"/>
          </ac:cxnSpMkLst>
        </pc:cxnChg>
      </pc:sldChg>
      <pc:sldChg chg="addSp delSp modSp add del mod">
        <pc:chgData name="이하나 윤" userId="f658f17427b35de9" providerId="LiveId" clId="{EE219EC4-0B48-4DAA-B6C8-F5305E865B87}" dt="2026-01-04T14:07:50.040" v="2277" actId="47"/>
        <pc:sldMkLst>
          <pc:docMk/>
          <pc:sldMk cId="2060042742" sldId="267"/>
        </pc:sldMkLst>
        <pc:graphicFrameChg chg="add del mod">
          <ac:chgData name="이하나 윤" userId="f658f17427b35de9" providerId="LiveId" clId="{EE219EC4-0B48-4DAA-B6C8-F5305E865B87}" dt="2026-01-04T14:06:34.808" v="2276" actId="478"/>
          <ac:graphicFrameMkLst>
            <pc:docMk/>
            <pc:sldMk cId="2060042742" sldId="267"/>
            <ac:graphicFrameMk id="12" creationId="{5B935148-A65A-93C7-2DC5-94517F77F4E2}"/>
          </ac:graphicFrameMkLst>
        </pc:graphicFrameChg>
        <pc:graphicFrameChg chg="add del">
          <ac:chgData name="이하나 윤" userId="f658f17427b35de9" providerId="LiveId" clId="{EE219EC4-0B48-4DAA-B6C8-F5305E865B87}" dt="2026-01-04T14:04:53.752" v="2266" actId="478"/>
          <ac:graphicFrameMkLst>
            <pc:docMk/>
            <pc:sldMk cId="2060042742" sldId="267"/>
            <ac:graphicFrameMk id="21" creationId="{2BC8D012-9F2E-F01C-B6BD-EAAD569FDC15}"/>
          </ac:graphicFrameMkLst>
        </pc:graphicFrameChg>
        <pc:graphicFrameChg chg="add del">
          <ac:chgData name="이하나 윤" userId="f658f17427b35de9" providerId="LiveId" clId="{EE219EC4-0B48-4DAA-B6C8-F5305E865B87}" dt="2026-01-04T14:04:53.752" v="2266" actId="478"/>
          <ac:graphicFrameMkLst>
            <pc:docMk/>
            <pc:sldMk cId="2060042742" sldId="267"/>
            <ac:graphicFrameMk id="33" creationId="{BEE288E4-B4CA-C486-B823-D92CEE23E5BB}"/>
          </ac:graphicFrameMkLst>
        </pc:graphicFrameChg>
      </pc:sldChg>
      <pc:sldChg chg="addSp delSp modSp add del mod">
        <pc:chgData name="이하나 윤" userId="f658f17427b35de9" providerId="LiveId" clId="{EE219EC4-0B48-4DAA-B6C8-F5305E865B87}" dt="2026-01-04T18:59:12.242" v="4019" actId="47"/>
        <pc:sldMkLst>
          <pc:docMk/>
          <pc:sldMk cId="1904972077" sldId="268"/>
        </pc:sldMkLst>
        <pc:spChg chg="mod">
          <ac:chgData name="이하나 윤" userId="f658f17427b35de9" providerId="LiveId" clId="{EE219EC4-0B48-4DAA-B6C8-F5305E865B87}" dt="2026-01-04T18:02:00.418" v="3948" actId="20577"/>
          <ac:spMkLst>
            <pc:docMk/>
            <pc:sldMk cId="1904972077" sldId="268"/>
            <ac:spMk id="3" creationId="{52B72C84-3C07-BF8F-39CD-CF1511A4C852}"/>
          </ac:spMkLst>
        </pc:spChg>
        <pc:spChg chg="add mod ord">
          <ac:chgData name="이하나 윤" userId="f658f17427b35de9" providerId="LiveId" clId="{EE219EC4-0B48-4DAA-B6C8-F5305E865B87}" dt="2026-01-04T14:27:42.243" v="2784" actId="164"/>
          <ac:spMkLst>
            <pc:docMk/>
            <pc:sldMk cId="1904972077" sldId="268"/>
            <ac:spMk id="6" creationId="{4C68B5C1-6365-FDFB-6954-70211617652D}"/>
          </ac:spMkLst>
        </pc:spChg>
        <pc:spChg chg="mod">
          <ac:chgData name="이하나 윤" userId="f658f17427b35de9" providerId="LiveId" clId="{EE219EC4-0B48-4DAA-B6C8-F5305E865B87}" dt="2026-01-04T18:02:12.218" v="3952" actId="207"/>
          <ac:spMkLst>
            <pc:docMk/>
            <pc:sldMk cId="1904972077" sldId="268"/>
            <ac:spMk id="7" creationId="{BD2F7F7F-6FDA-8842-C9FF-E5ACD08E3682}"/>
          </ac:spMkLst>
        </pc:spChg>
        <pc:spChg chg="mod">
          <ac:chgData name="이하나 윤" userId="f658f17427b35de9" providerId="LiveId" clId="{EE219EC4-0B48-4DAA-B6C8-F5305E865B87}" dt="2026-01-04T18:01:57.837" v="3946" actId="207"/>
          <ac:spMkLst>
            <pc:docMk/>
            <pc:sldMk cId="1904972077" sldId="268"/>
            <ac:spMk id="10" creationId="{400D109E-FE5F-7A88-7B5E-6FE108427030}"/>
          </ac:spMkLst>
        </pc:spChg>
        <pc:spChg chg="add mod">
          <ac:chgData name="이하나 윤" userId="f658f17427b35de9" providerId="LiveId" clId="{EE219EC4-0B48-4DAA-B6C8-F5305E865B87}" dt="2026-01-04T14:27:42.243" v="2784" actId="164"/>
          <ac:spMkLst>
            <pc:docMk/>
            <pc:sldMk cId="1904972077" sldId="268"/>
            <ac:spMk id="13" creationId="{270E642E-5E41-A392-BD02-325828EC3DE3}"/>
          </ac:spMkLst>
        </pc:spChg>
        <pc:spChg chg="add mod">
          <ac:chgData name="이하나 윤" userId="f658f17427b35de9" providerId="LiveId" clId="{EE219EC4-0B48-4DAA-B6C8-F5305E865B87}" dt="2026-01-04T14:30:02.802" v="2809" actId="404"/>
          <ac:spMkLst>
            <pc:docMk/>
            <pc:sldMk cId="1904972077" sldId="268"/>
            <ac:spMk id="18" creationId="{8C665C0C-9B36-43F6-3509-D4122456805A}"/>
          </ac:spMkLst>
        </pc:spChg>
        <pc:spChg chg="add mod">
          <ac:chgData name="이하나 윤" userId="f658f17427b35de9" providerId="LiveId" clId="{EE219EC4-0B48-4DAA-B6C8-F5305E865B87}" dt="2026-01-04T14:24:12.887" v="2529"/>
          <ac:spMkLst>
            <pc:docMk/>
            <pc:sldMk cId="1904972077" sldId="268"/>
            <ac:spMk id="34" creationId="{746809BF-A5A5-9CD8-D542-C4FEE867C940}"/>
          </ac:spMkLst>
        </pc:spChg>
        <pc:spChg chg="add mod">
          <ac:chgData name="이하나 윤" userId="f658f17427b35de9" providerId="LiveId" clId="{EE219EC4-0B48-4DAA-B6C8-F5305E865B87}" dt="2026-01-04T14:30:18.639" v="2814" actId="1036"/>
          <ac:spMkLst>
            <pc:docMk/>
            <pc:sldMk cId="1904972077" sldId="268"/>
            <ac:spMk id="35" creationId="{C74478DD-3888-A382-8402-544DA9E817E3}"/>
          </ac:spMkLst>
        </pc:spChg>
        <pc:spChg chg="del">
          <ac:chgData name="이하나 윤" userId="f658f17427b35de9" providerId="LiveId" clId="{EE219EC4-0B48-4DAA-B6C8-F5305E865B87}" dt="2026-01-04T16:27:50.152" v="3304" actId="478"/>
          <ac:spMkLst>
            <pc:docMk/>
            <pc:sldMk cId="1904972077" sldId="268"/>
            <ac:spMk id="39" creationId="{BE5A7BFF-122F-8281-6946-B8AF5EE682D9}"/>
          </ac:spMkLst>
        </pc:spChg>
        <pc:spChg chg="del">
          <ac:chgData name="이하나 윤" userId="f658f17427b35de9" providerId="LiveId" clId="{EE219EC4-0B48-4DAA-B6C8-F5305E865B87}" dt="2026-01-04T16:27:50.152" v="3304" actId="478"/>
          <ac:spMkLst>
            <pc:docMk/>
            <pc:sldMk cId="1904972077" sldId="268"/>
            <ac:spMk id="40" creationId="{64C1855A-A8A2-8491-7CFF-01E89F7067AB}"/>
          </ac:spMkLst>
        </pc:spChg>
        <pc:spChg chg="add mod">
          <ac:chgData name="이하나 윤" userId="f658f17427b35de9" providerId="LiveId" clId="{EE219EC4-0B48-4DAA-B6C8-F5305E865B87}" dt="2026-01-04T14:31:56.815" v="2843" actId="404"/>
          <ac:spMkLst>
            <pc:docMk/>
            <pc:sldMk cId="1904972077" sldId="268"/>
            <ac:spMk id="45" creationId="{D31C1EBE-5393-8AFB-9B29-B79E38D822F2}"/>
          </ac:spMkLst>
        </pc:spChg>
        <pc:spChg chg="add mod">
          <ac:chgData name="이하나 윤" userId="f658f17427b35de9" providerId="LiveId" clId="{EE219EC4-0B48-4DAA-B6C8-F5305E865B87}" dt="2026-01-04T14:31:57.041" v="2844" actId="404"/>
          <ac:spMkLst>
            <pc:docMk/>
            <pc:sldMk cId="1904972077" sldId="268"/>
            <ac:spMk id="50" creationId="{09D5141D-4EBF-C46A-E6A0-BB20639F1D13}"/>
          </ac:spMkLst>
        </pc:spChg>
        <pc:spChg chg="add mod">
          <ac:chgData name="이하나 윤" userId="f658f17427b35de9" providerId="LiveId" clId="{EE219EC4-0B48-4DAA-B6C8-F5305E865B87}" dt="2026-01-04T16:27:50.572" v="3305"/>
          <ac:spMkLst>
            <pc:docMk/>
            <pc:sldMk cId="1904972077" sldId="268"/>
            <ac:spMk id="59" creationId="{14FF8D9A-B930-D881-E4EE-3E47247887CA}"/>
          </ac:spMkLst>
        </pc:spChg>
        <pc:spChg chg="add mod">
          <ac:chgData name="이하나 윤" userId="f658f17427b35de9" providerId="LiveId" clId="{EE219EC4-0B48-4DAA-B6C8-F5305E865B87}" dt="2026-01-04T16:27:50.572" v="3305"/>
          <ac:spMkLst>
            <pc:docMk/>
            <pc:sldMk cId="1904972077" sldId="268"/>
            <ac:spMk id="60" creationId="{FAECA323-2EB1-0E9E-E841-A1633045CBA0}"/>
          </ac:spMkLst>
        </pc:spChg>
        <pc:grpChg chg="add mod">
          <ac:chgData name="이하나 윤" userId="f658f17427b35de9" providerId="LiveId" clId="{EE219EC4-0B48-4DAA-B6C8-F5305E865B87}" dt="2026-01-04T14:27:55.054" v="2789" actId="1076"/>
          <ac:grpSpMkLst>
            <pc:docMk/>
            <pc:sldMk cId="1904972077" sldId="268"/>
            <ac:grpSpMk id="54" creationId="{71D4E4B0-571A-F84F-6F3E-CC0B948162F8}"/>
          </ac:grpSpMkLst>
        </pc:grpChg>
        <pc:graphicFrameChg chg="mod">
          <ac:chgData name="이하나 윤" userId="f658f17427b35de9" providerId="LiveId" clId="{EE219EC4-0B48-4DAA-B6C8-F5305E865B87}" dt="2026-01-04T14:33:15.103" v="2864"/>
          <ac:graphicFrameMkLst>
            <pc:docMk/>
            <pc:sldMk cId="1904972077" sldId="268"/>
            <ac:graphicFrameMk id="43" creationId="{EF2EE240-2837-543D-1A14-93B080E6B3E2}"/>
          </ac:graphicFrameMkLst>
        </pc:graphicFrameChg>
        <pc:cxnChg chg="add mod">
          <ac:chgData name="이하나 윤" userId="f658f17427b35de9" providerId="LiveId" clId="{EE219EC4-0B48-4DAA-B6C8-F5305E865B87}" dt="2026-01-04T14:27:42.243" v="2784" actId="164"/>
          <ac:cxnSpMkLst>
            <pc:docMk/>
            <pc:sldMk cId="1904972077" sldId="268"/>
            <ac:cxnSpMk id="12" creationId="{445E16B7-A5F1-4E42-002E-8E4FD1A02863}"/>
          </ac:cxnSpMkLst>
        </pc:cxnChg>
        <pc:cxnChg chg="add mod">
          <ac:chgData name="이하나 윤" userId="f658f17427b35de9" providerId="LiveId" clId="{EE219EC4-0B48-4DAA-B6C8-F5305E865B87}" dt="2026-01-04T14:27:42.243" v="2784" actId="164"/>
          <ac:cxnSpMkLst>
            <pc:docMk/>
            <pc:sldMk cId="1904972077" sldId="268"/>
            <ac:cxnSpMk id="17" creationId="{AB0A62F2-6BB9-5F68-C9A1-5206E9EE3BE7}"/>
          </ac:cxnSpMkLst>
        </pc:cxnChg>
        <pc:cxnChg chg="add mod">
          <ac:chgData name="이하나 윤" userId="f658f17427b35de9" providerId="LiveId" clId="{EE219EC4-0B48-4DAA-B6C8-F5305E865B87}" dt="2026-01-04T14:24:12.887" v="2529"/>
          <ac:cxnSpMkLst>
            <pc:docMk/>
            <pc:sldMk cId="1904972077" sldId="268"/>
            <ac:cxnSpMk id="32" creationId="{571C53E2-FD60-CB62-0897-AA36965E9E39}"/>
          </ac:cxnSpMkLst>
        </pc:cxnChg>
        <pc:cxnChg chg="add mod">
          <ac:chgData name="이하나 윤" userId="f658f17427b35de9" providerId="LiveId" clId="{EE219EC4-0B48-4DAA-B6C8-F5305E865B87}" dt="2026-01-04T14:30:18.639" v="2814" actId="1036"/>
          <ac:cxnSpMkLst>
            <pc:docMk/>
            <pc:sldMk cId="1904972077" sldId="268"/>
            <ac:cxnSpMk id="36" creationId="{5519C97A-E40C-3571-E868-346FFEA192F6}"/>
          </ac:cxnSpMkLst>
        </pc:cxnChg>
        <pc:cxnChg chg="add mod">
          <ac:chgData name="이하나 윤" userId="f658f17427b35de9" providerId="LiveId" clId="{EE219EC4-0B48-4DAA-B6C8-F5305E865B87}" dt="2026-01-04T14:31:56.815" v="2843" actId="404"/>
          <ac:cxnSpMkLst>
            <pc:docMk/>
            <pc:sldMk cId="1904972077" sldId="268"/>
            <ac:cxnSpMk id="46" creationId="{6371015A-B235-1915-6F52-534B8578ECFC}"/>
          </ac:cxnSpMkLst>
        </pc:cxnChg>
        <pc:cxnChg chg="add mod">
          <ac:chgData name="이하나 윤" userId="f658f17427b35de9" providerId="LiveId" clId="{EE219EC4-0B48-4DAA-B6C8-F5305E865B87}" dt="2026-01-04T14:31:57.041" v="2844" actId="404"/>
          <ac:cxnSpMkLst>
            <pc:docMk/>
            <pc:sldMk cId="1904972077" sldId="268"/>
            <ac:cxnSpMk id="51" creationId="{551DC5AB-9F4C-3400-67AE-0E4681B30222}"/>
          </ac:cxnSpMkLst>
        </pc:cxnChg>
      </pc:sldChg>
      <pc:sldChg chg="addSp delSp modSp add mod">
        <pc:chgData name="이하나 윤" userId="f658f17427b35de9" providerId="LiveId" clId="{EE219EC4-0B48-4DAA-B6C8-F5305E865B87}" dt="2026-01-04T19:46:59.884" v="5867"/>
        <pc:sldMkLst>
          <pc:docMk/>
          <pc:sldMk cId="2063184320" sldId="269"/>
        </pc:sldMkLst>
        <pc:spChg chg="del">
          <ac:chgData name="이하나 윤" userId="f658f17427b35de9" providerId="LiveId" clId="{EE219EC4-0B48-4DAA-B6C8-F5305E865B87}" dt="2026-01-04T19:03:01.452" v="4048" actId="478"/>
          <ac:spMkLst>
            <pc:docMk/>
            <pc:sldMk cId="2063184320" sldId="269"/>
            <ac:spMk id="4" creationId="{245CEB0B-5D16-F61F-AE2C-A72142A4686C}"/>
          </ac:spMkLst>
        </pc:spChg>
        <pc:spChg chg="mod">
          <ac:chgData name="이하나 윤" userId="f658f17427b35de9" providerId="LiveId" clId="{EE219EC4-0B48-4DAA-B6C8-F5305E865B87}" dt="2026-01-04T18:59:07.046" v="4018"/>
          <ac:spMkLst>
            <pc:docMk/>
            <pc:sldMk cId="2063184320" sldId="269"/>
            <ac:spMk id="11" creationId="{D969F67A-87A9-F362-4528-40A791EAFCE9}"/>
          </ac:spMkLst>
        </pc:spChg>
        <pc:spChg chg="mod">
          <ac:chgData name="이하나 윤" userId="f658f17427b35de9" providerId="LiveId" clId="{EE219EC4-0B48-4DAA-B6C8-F5305E865B87}" dt="2026-01-04T18:59:07.046" v="4018"/>
          <ac:spMkLst>
            <pc:docMk/>
            <pc:sldMk cId="2063184320" sldId="269"/>
            <ac:spMk id="14" creationId="{D90D894D-E071-246A-63A2-DC189D941A3F}"/>
          </ac:spMkLst>
        </pc:spChg>
        <pc:spChg chg="mod">
          <ac:chgData name="이하나 윤" userId="f658f17427b35de9" providerId="LiveId" clId="{EE219EC4-0B48-4DAA-B6C8-F5305E865B87}" dt="2026-01-04T18:59:07.046" v="4018"/>
          <ac:spMkLst>
            <pc:docMk/>
            <pc:sldMk cId="2063184320" sldId="269"/>
            <ac:spMk id="16" creationId="{7595FB0D-D79E-89CF-E6BD-5761DC9E50E0}"/>
          </ac:spMkLst>
        </pc:spChg>
        <pc:spChg chg="mod">
          <ac:chgData name="이하나 윤" userId="f658f17427b35de9" providerId="LiveId" clId="{EE219EC4-0B48-4DAA-B6C8-F5305E865B87}" dt="2026-01-04T18:59:07.046" v="4018"/>
          <ac:spMkLst>
            <pc:docMk/>
            <pc:sldMk cId="2063184320" sldId="269"/>
            <ac:spMk id="17" creationId="{41DF22FD-F760-C7E3-8636-B31346AC4267}"/>
          </ac:spMkLst>
        </pc:spChg>
        <pc:spChg chg="mod">
          <ac:chgData name="이하나 윤" userId="f658f17427b35de9" providerId="LiveId" clId="{EE219EC4-0B48-4DAA-B6C8-F5305E865B87}" dt="2026-01-04T18:59:07.046" v="4018"/>
          <ac:spMkLst>
            <pc:docMk/>
            <pc:sldMk cId="2063184320" sldId="269"/>
            <ac:spMk id="19" creationId="{E30E3F8C-C2C6-3246-AEBF-E7FF82E32468}"/>
          </ac:spMkLst>
        </pc:spChg>
        <pc:spChg chg="mod">
          <ac:chgData name="이하나 윤" userId="f658f17427b35de9" providerId="LiveId" clId="{EE219EC4-0B48-4DAA-B6C8-F5305E865B87}" dt="2026-01-04T18:59:07.046" v="4018"/>
          <ac:spMkLst>
            <pc:docMk/>
            <pc:sldMk cId="2063184320" sldId="269"/>
            <ac:spMk id="22" creationId="{C4398E1A-46D7-CD10-96C4-079A3A66B0FA}"/>
          </ac:spMkLst>
        </pc:spChg>
        <pc:spChg chg="add mod">
          <ac:chgData name="이하나 윤" userId="f658f17427b35de9" providerId="LiveId" clId="{EE219EC4-0B48-4DAA-B6C8-F5305E865B87}" dt="2026-01-04T19:03:01.810" v="4049"/>
          <ac:spMkLst>
            <pc:docMk/>
            <pc:sldMk cId="2063184320" sldId="269"/>
            <ac:spMk id="24" creationId="{C65AE543-E9EC-B0A5-5078-0DCA242547C1}"/>
          </ac:spMkLst>
        </pc:spChg>
        <pc:spChg chg="add mod ord">
          <ac:chgData name="이하나 윤" userId="f658f17427b35de9" providerId="LiveId" clId="{EE219EC4-0B48-4DAA-B6C8-F5305E865B87}" dt="2026-01-04T19:03:10.954" v="4051" actId="167"/>
          <ac:spMkLst>
            <pc:docMk/>
            <pc:sldMk cId="2063184320" sldId="269"/>
            <ac:spMk id="25" creationId="{16FE2E22-3B54-D9D2-614F-657264633729}"/>
          </ac:spMkLst>
        </pc:spChg>
        <pc:spChg chg="add mod">
          <ac:chgData name="이하나 윤" userId="f658f17427b35de9" providerId="LiveId" clId="{EE219EC4-0B48-4DAA-B6C8-F5305E865B87}" dt="2026-01-04T19:46:59.884" v="5867"/>
          <ac:spMkLst>
            <pc:docMk/>
            <pc:sldMk cId="2063184320" sldId="269"/>
            <ac:spMk id="26" creationId="{E525A02B-F23A-3256-CB0C-FE9CE4E585E7}"/>
          </ac:spMkLst>
        </pc:spChg>
        <pc:spChg chg="add mod">
          <ac:chgData name="이하나 윤" userId="f658f17427b35de9" providerId="LiveId" clId="{EE219EC4-0B48-4DAA-B6C8-F5305E865B87}" dt="2026-01-04T19:46:59.884" v="5867"/>
          <ac:spMkLst>
            <pc:docMk/>
            <pc:sldMk cId="2063184320" sldId="269"/>
            <ac:spMk id="27" creationId="{9BB7C3C6-394D-0184-B023-B60575900D18}"/>
          </ac:spMkLst>
        </pc:spChg>
        <pc:grpChg chg="add mod">
          <ac:chgData name="이하나 윤" userId="f658f17427b35de9" providerId="LiveId" clId="{EE219EC4-0B48-4DAA-B6C8-F5305E865B87}" dt="2026-01-04T18:59:07.046" v="4018"/>
          <ac:grpSpMkLst>
            <pc:docMk/>
            <pc:sldMk cId="2063184320" sldId="269"/>
            <ac:grpSpMk id="6" creationId="{EE2B3C75-6F91-B17D-7F66-37E107A1A117}"/>
          </ac:grpSpMkLst>
        </pc:grpChg>
        <pc:graphicFrameChg chg="mod">
          <ac:chgData name="이하나 윤" userId="f658f17427b35de9" providerId="LiveId" clId="{EE219EC4-0B48-4DAA-B6C8-F5305E865B87}" dt="2026-01-04T18:59:07.046" v="4018"/>
          <ac:graphicFrameMkLst>
            <pc:docMk/>
            <pc:sldMk cId="2063184320" sldId="269"/>
            <ac:graphicFrameMk id="12" creationId="{46AB0AC1-787D-E44A-7BF6-C150102F0D0C}"/>
          </ac:graphicFrameMkLst>
        </pc:graphicFrameChg>
        <pc:cxnChg chg="mod">
          <ac:chgData name="이하나 윤" userId="f658f17427b35de9" providerId="LiveId" clId="{EE219EC4-0B48-4DAA-B6C8-F5305E865B87}" dt="2026-01-04T18:59:07.046" v="4018"/>
          <ac:cxnSpMkLst>
            <pc:docMk/>
            <pc:sldMk cId="2063184320" sldId="269"/>
            <ac:cxnSpMk id="13" creationId="{7AD32AB1-D495-3088-5780-4D871FE6D957}"/>
          </ac:cxnSpMkLst>
        </pc:cxnChg>
        <pc:cxnChg chg="mod">
          <ac:chgData name="이하나 윤" userId="f658f17427b35de9" providerId="LiveId" clId="{EE219EC4-0B48-4DAA-B6C8-F5305E865B87}" dt="2026-01-04T18:59:07.046" v="4018"/>
          <ac:cxnSpMkLst>
            <pc:docMk/>
            <pc:sldMk cId="2063184320" sldId="269"/>
            <ac:cxnSpMk id="23" creationId="{BCBF1A9F-D461-474E-186C-0078D5FF9DF3}"/>
          </ac:cxnSpMkLst>
        </pc:cxnChg>
      </pc:sldChg>
      <pc:sldChg chg="add del">
        <pc:chgData name="이하나 윤" userId="f658f17427b35de9" providerId="LiveId" clId="{EE219EC4-0B48-4DAA-B6C8-F5305E865B87}" dt="2026-01-04T16:55:01.148" v="3614"/>
        <pc:sldMkLst>
          <pc:docMk/>
          <pc:sldMk cId="3841897026" sldId="269"/>
        </pc:sldMkLst>
      </pc:sldChg>
      <pc:sldChg chg="addSp delSp modSp add del mod ord">
        <pc:chgData name="이하나 윤" userId="f658f17427b35de9" providerId="LiveId" clId="{EE219EC4-0B48-4DAA-B6C8-F5305E865B87}" dt="2026-01-04T19:32:08.252" v="5301" actId="47"/>
        <pc:sldMkLst>
          <pc:docMk/>
          <pc:sldMk cId="3987901656" sldId="270"/>
        </pc:sldMkLst>
        <pc:spChg chg="mod">
          <ac:chgData name="이하나 윤" userId="f658f17427b35de9" providerId="LiveId" clId="{EE219EC4-0B48-4DAA-B6C8-F5305E865B87}" dt="2026-01-04T19:04:43.879" v="4083" actId="113"/>
          <ac:spMkLst>
            <pc:docMk/>
            <pc:sldMk cId="3987901656" sldId="270"/>
            <ac:spMk id="2" creationId="{281C56ED-F8D8-72D8-95A0-8D2CEE7CCCA9}"/>
          </ac:spMkLst>
        </pc:spChg>
        <pc:spChg chg="del">
          <ac:chgData name="이하나 윤" userId="f658f17427b35de9" providerId="LiveId" clId="{EE219EC4-0B48-4DAA-B6C8-F5305E865B87}" dt="2026-01-04T19:02:49.412" v="4046" actId="478"/>
          <ac:spMkLst>
            <pc:docMk/>
            <pc:sldMk cId="3987901656" sldId="270"/>
            <ac:spMk id="3" creationId="{3E238F75-1C49-4F3B-4325-8F95EDC7A710}"/>
          </ac:spMkLst>
        </pc:spChg>
        <pc:spChg chg="mod">
          <ac:chgData name="이하나 윤" userId="f658f17427b35de9" providerId="LiveId" clId="{EE219EC4-0B48-4DAA-B6C8-F5305E865B87}" dt="2026-01-04T19:04:43.879" v="4083" actId="113"/>
          <ac:spMkLst>
            <pc:docMk/>
            <pc:sldMk cId="3987901656" sldId="270"/>
            <ac:spMk id="5" creationId="{E9C738A8-37BA-114F-901A-605B61075DF5}"/>
          </ac:spMkLst>
        </pc:spChg>
        <pc:spChg chg="del mod">
          <ac:chgData name="이하나 윤" userId="f658f17427b35de9" providerId="LiveId" clId="{EE219EC4-0B48-4DAA-B6C8-F5305E865B87}" dt="2026-01-04T19:09:01.116" v="4106" actId="478"/>
          <ac:spMkLst>
            <pc:docMk/>
            <pc:sldMk cId="3987901656" sldId="270"/>
            <ac:spMk id="6" creationId="{F82D6384-4E54-4EEF-D2D1-3105042C406A}"/>
          </ac:spMkLst>
        </pc:spChg>
        <pc:spChg chg="mod">
          <ac:chgData name="이하나 윤" userId="f658f17427b35de9" providerId="LiveId" clId="{EE219EC4-0B48-4DAA-B6C8-F5305E865B87}" dt="2026-01-04T19:04:43.879" v="4083" actId="113"/>
          <ac:spMkLst>
            <pc:docMk/>
            <pc:sldMk cId="3987901656" sldId="270"/>
            <ac:spMk id="7" creationId="{AB54CAFE-5F41-0254-7C04-8030FEAC779E}"/>
          </ac:spMkLst>
        </pc:spChg>
        <pc:spChg chg="mod">
          <ac:chgData name="이하나 윤" userId="f658f17427b35de9" providerId="LiveId" clId="{EE219EC4-0B48-4DAA-B6C8-F5305E865B87}" dt="2026-01-04T19:04:43.879" v="4083" actId="113"/>
          <ac:spMkLst>
            <pc:docMk/>
            <pc:sldMk cId="3987901656" sldId="270"/>
            <ac:spMk id="8" creationId="{FC8B90AB-FC30-3535-9122-ECE85643EECD}"/>
          </ac:spMkLst>
        </pc:spChg>
        <pc:spChg chg="mod">
          <ac:chgData name="이하나 윤" userId="f658f17427b35de9" providerId="LiveId" clId="{EE219EC4-0B48-4DAA-B6C8-F5305E865B87}" dt="2026-01-04T19:04:43.879" v="4083" actId="113"/>
          <ac:spMkLst>
            <pc:docMk/>
            <pc:sldMk cId="3987901656" sldId="270"/>
            <ac:spMk id="9" creationId="{A1585E58-AD9A-9428-432E-F1CE96BA46C4}"/>
          </ac:spMkLst>
        </pc:spChg>
        <pc:spChg chg="mod">
          <ac:chgData name="이하나 윤" userId="f658f17427b35de9" providerId="LiveId" clId="{EE219EC4-0B48-4DAA-B6C8-F5305E865B87}" dt="2026-01-04T19:04:43.879" v="4083" actId="113"/>
          <ac:spMkLst>
            <pc:docMk/>
            <pc:sldMk cId="3987901656" sldId="270"/>
            <ac:spMk id="10" creationId="{3D8DE4C5-1152-AB11-8AC0-F08A2D23A92C}"/>
          </ac:spMkLst>
        </pc:spChg>
        <pc:spChg chg="del">
          <ac:chgData name="이하나 윤" userId="f658f17427b35de9" providerId="LiveId" clId="{EE219EC4-0B48-4DAA-B6C8-F5305E865B87}" dt="2026-01-04T19:06:01.187" v="4090" actId="478"/>
          <ac:spMkLst>
            <pc:docMk/>
            <pc:sldMk cId="3987901656" sldId="270"/>
            <ac:spMk id="11" creationId="{C898BB51-A9AC-FA75-A885-99C89900C712}"/>
          </ac:spMkLst>
        </pc:spChg>
        <pc:spChg chg="add mod">
          <ac:chgData name="이하나 윤" userId="f658f17427b35de9" providerId="LiveId" clId="{EE219EC4-0B48-4DAA-B6C8-F5305E865B87}" dt="2026-01-04T19:03:57.996" v="4079" actId="20577"/>
          <ac:spMkLst>
            <pc:docMk/>
            <pc:sldMk cId="3987901656" sldId="270"/>
            <ac:spMk id="12" creationId="{B882F145-B3C0-653F-AD78-3CEF20BB493F}"/>
          </ac:spMkLst>
        </pc:spChg>
        <pc:spChg chg="mod">
          <ac:chgData name="이하나 윤" userId="f658f17427b35de9" providerId="LiveId" clId="{EE219EC4-0B48-4DAA-B6C8-F5305E865B87}" dt="2026-01-04T19:10:34.900" v="4174" actId="12789"/>
          <ac:spMkLst>
            <pc:docMk/>
            <pc:sldMk cId="3987901656" sldId="270"/>
            <ac:spMk id="49" creationId="{C501A467-E950-E399-F6A1-3C3365DD766C}"/>
          </ac:spMkLst>
        </pc:spChg>
        <pc:spChg chg="mod">
          <ac:chgData name="이하나 윤" userId="f658f17427b35de9" providerId="LiveId" clId="{EE219EC4-0B48-4DAA-B6C8-F5305E865B87}" dt="2026-01-04T19:10:43.873" v="4175" actId="12789"/>
          <ac:spMkLst>
            <pc:docMk/>
            <pc:sldMk cId="3987901656" sldId="270"/>
            <ac:spMk id="50" creationId="{66D50E51-3413-FC5B-E256-23D60DE56135}"/>
          </ac:spMkLst>
        </pc:spChg>
        <pc:spChg chg="mod">
          <ac:chgData name="이하나 윤" userId="f658f17427b35de9" providerId="LiveId" clId="{EE219EC4-0B48-4DAA-B6C8-F5305E865B87}" dt="2026-01-04T19:10:48.467" v="4176" actId="12789"/>
          <ac:spMkLst>
            <pc:docMk/>
            <pc:sldMk cId="3987901656" sldId="270"/>
            <ac:spMk id="51" creationId="{F0B0DD48-A17B-0F17-D16E-35B95CFA91A4}"/>
          </ac:spMkLst>
        </pc:spChg>
        <pc:spChg chg="mod">
          <ac:chgData name="이하나 윤" userId="f658f17427b35de9" providerId="LiveId" clId="{EE219EC4-0B48-4DAA-B6C8-F5305E865B87}" dt="2026-01-04T19:12:18.569" v="4219" actId="1038"/>
          <ac:spMkLst>
            <pc:docMk/>
            <pc:sldMk cId="3987901656" sldId="270"/>
            <ac:spMk id="52" creationId="{BAF18B3B-C3F0-D485-E1D5-26B4FCD7D960}"/>
          </ac:spMkLst>
        </pc:spChg>
        <pc:spChg chg="mod">
          <ac:chgData name="이하나 윤" userId="f658f17427b35de9" providerId="LiveId" clId="{EE219EC4-0B48-4DAA-B6C8-F5305E865B87}" dt="2026-01-04T19:12:24.837" v="4220" actId="1076"/>
          <ac:spMkLst>
            <pc:docMk/>
            <pc:sldMk cId="3987901656" sldId="270"/>
            <ac:spMk id="53" creationId="{B2775035-A4F2-AE6B-B327-9205E1EC9C99}"/>
          </ac:spMkLst>
        </pc:spChg>
        <pc:spChg chg="mod">
          <ac:chgData name="이하나 윤" userId="f658f17427b35de9" providerId="LiveId" clId="{EE219EC4-0B48-4DAA-B6C8-F5305E865B87}" dt="2026-01-04T19:12:29.081" v="4221" actId="1076"/>
          <ac:spMkLst>
            <pc:docMk/>
            <pc:sldMk cId="3987901656" sldId="270"/>
            <ac:spMk id="54" creationId="{98A2CD8C-6C8C-9F37-7F71-780657CD6404}"/>
          </ac:spMkLst>
        </pc:spChg>
        <pc:spChg chg="mod">
          <ac:chgData name="이하나 윤" userId="f658f17427b35de9" providerId="LiveId" clId="{EE219EC4-0B48-4DAA-B6C8-F5305E865B87}" dt="2026-01-04T19:10:34.900" v="4174" actId="12789"/>
          <ac:spMkLst>
            <pc:docMk/>
            <pc:sldMk cId="3987901656" sldId="270"/>
            <ac:spMk id="56" creationId="{034CA031-5272-D2FD-42A3-9F09AF3D13A7}"/>
          </ac:spMkLst>
        </pc:spChg>
        <pc:spChg chg="mod">
          <ac:chgData name="이하나 윤" userId="f658f17427b35de9" providerId="LiveId" clId="{EE219EC4-0B48-4DAA-B6C8-F5305E865B87}" dt="2026-01-04T19:10:43.873" v="4175" actId="12789"/>
          <ac:spMkLst>
            <pc:docMk/>
            <pc:sldMk cId="3987901656" sldId="270"/>
            <ac:spMk id="58" creationId="{9295673D-8952-6B09-B39F-01B2AC053340}"/>
          </ac:spMkLst>
        </pc:spChg>
        <pc:spChg chg="mod">
          <ac:chgData name="이하나 윤" userId="f658f17427b35de9" providerId="LiveId" clId="{EE219EC4-0B48-4DAA-B6C8-F5305E865B87}" dt="2026-01-04T19:10:48.467" v="4176" actId="12789"/>
          <ac:spMkLst>
            <pc:docMk/>
            <pc:sldMk cId="3987901656" sldId="270"/>
            <ac:spMk id="59" creationId="{C365E661-4C5E-5E7C-B674-5F8F554E2D5B}"/>
          </ac:spMkLst>
        </pc:spChg>
        <pc:grpChg chg="del">
          <ac:chgData name="이하나 윤" userId="f658f17427b35de9" providerId="LiveId" clId="{EE219EC4-0B48-4DAA-B6C8-F5305E865B87}" dt="2026-01-04T19:05:57.795" v="4089" actId="478"/>
          <ac:grpSpMkLst>
            <pc:docMk/>
            <pc:sldMk cId="3987901656" sldId="270"/>
            <ac:grpSpMk id="34" creationId="{F3CB071B-9F21-2E02-8EEB-53213DEC67CC}"/>
          </ac:grpSpMkLst>
        </pc:grpChg>
        <pc:picChg chg="add mod">
          <ac:chgData name="이하나 윤" userId="f658f17427b35de9" providerId="LiveId" clId="{EE219EC4-0B48-4DAA-B6C8-F5305E865B87}" dt="2026-01-04T19:09:44.138" v="4112" actId="1076"/>
          <ac:picMkLst>
            <pc:docMk/>
            <pc:sldMk cId="3987901656" sldId="270"/>
            <ac:picMk id="13" creationId="{A832C453-CA09-C5F6-EB9E-984DB4C61607}"/>
          </ac:picMkLst>
        </pc:picChg>
        <pc:picChg chg="add mod">
          <ac:chgData name="이하나 윤" userId="f658f17427b35de9" providerId="LiveId" clId="{EE219EC4-0B48-4DAA-B6C8-F5305E865B87}" dt="2026-01-04T19:08:36.005" v="4103" actId="14100"/>
          <ac:picMkLst>
            <pc:docMk/>
            <pc:sldMk cId="3987901656" sldId="270"/>
            <ac:picMk id="14" creationId="{1EC2CFE4-DFA5-4B75-1D01-60BA9B42E289}"/>
          </ac:picMkLst>
        </pc:picChg>
        <pc:picChg chg="add mod">
          <ac:chgData name="이하나 윤" userId="f658f17427b35de9" providerId="LiveId" clId="{EE219EC4-0B48-4DAA-B6C8-F5305E865B87}" dt="2026-01-04T19:09:35.773" v="4111" actId="1076"/>
          <ac:picMkLst>
            <pc:docMk/>
            <pc:sldMk cId="3987901656" sldId="270"/>
            <ac:picMk id="16" creationId="{B4433690-ED2A-ABAF-3DA5-75F8EA8AEC26}"/>
          </ac:picMkLst>
        </pc:picChg>
      </pc:sldChg>
      <pc:sldChg chg="addSp delSp modSp add mod ord">
        <pc:chgData name="이하나 윤" userId="f658f17427b35de9" providerId="LiveId" clId="{EE219EC4-0B48-4DAA-B6C8-F5305E865B87}" dt="2026-01-04T19:46:58.047" v="5866"/>
        <pc:sldMkLst>
          <pc:docMk/>
          <pc:sldMk cId="289452825" sldId="271"/>
        </pc:sldMkLst>
        <pc:spChg chg="add mod">
          <ac:chgData name="이하나 윤" userId="f658f17427b35de9" providerId="LiveId" clId="{EE219EC4-0B48-4DAA-B6C8-F5305E865B87}" dt="2026-01-04T19:46:58.047" v="5866"/>
          <ac:spMkLst>
            <pc:docMk/>
            <pc:sldMk cId="289452825" sldId="271"/>
            <ac:spMk id="18" creationId="{C0DAB5C1-8A53-D022-1BA1-5A76546D81E3}"/>
          </ac:spMkLst>
        </pc:spChg>
        <pc:spChg chg="add mod">
          <ac:chgData name="이하나 윤" userId="f658f17427b35de9" providerId="LiveId" clId="{EE219EC4-0B48-4DAA-B6C8-F5305E865B87}" dt="2026-01-04T19:46:58.047" v="5866"/>
          <ac:spMkLst>
            <pc:docMk/>
            <pc:sldMk cId="289452825" sldId="271"/>
            <ac:spMk id="19" creationId="{9CB6DA33-07B7-1726-6F6B-AE3C88E490CC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49" creationId="{1927FF63-FDA0-8018-1600-AF186BB85AFC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0" creationId="{245D81B8-8245-DE94-34EB-5B02CA84ED20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1" creationId="{AD84D890-15B5-89F2-C546-9AC1C36D1995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2" creationId="{4F0C3699-42F1-12A7-2ADB-741A4AE3DB0A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3" creationId="{0ACB57B4-FF69-D0FB-686E-3364E67D1CB4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4" creationId="{309937C0-D2B7-A7D4-12AF-18D61CAE811E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6" creationId="{E4C91EE4-1683-F76D-B595-C32045E5DC4F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8" creationId="{4372A4CA-C3FD-7073-3E8E-7ABBC317FDD9}"/>
          </ac:spMkLst>
        </pc:spChg>
        <pc:spChg chg="del">
          <ac:chgData name="이하나 윤" userId="f658f17427b35de9" providerId="LiveId" clId="{EE219EC4-0B48-4DAA-B6C8-F5305E865B87}" dt="2026-01-04T19:14:38.130" v="4223" actId="478"/>
          <ac:spMkLst>
            <pc:docMk/>
            <pc:sldMk cId="289452825" sldId="271"/>
            <ac:spMk id="59" creationId="{81CCDE73-B352-067E-F69E-E4933365C99A}"/>
          </ac:spMkLst>
        </pc:spChg>
        <pc:graphicFrameChg chg="add mod modGraphic">
          <ac:chgData name="이하나 윤" userId="f658f17427b35de9" providerId="LiveId" clId="{EE219EC4-0B48-4DAA-B6C8-F5305E865B87}" dt="2026-01-04T19:32:04.670" v="5300" actId="20577"/>
          <ac:graphicFrameMkLst>
            <pc:docMk/>
            <pc:sldMk cId="289452825" sldId="271"/>
            <ac:graphicFrameMk id="3" creationId="{8EDB94E5-7AEC-CBC0-7E45-287DA3E4D853}"/>
          </ac:graphicFrameMkLst>
        </pc:graphicFrameChg>
        <pc:picChg chg="add del mod">
          <ac:chgData name="이하나 윤" userId="f658f17427b35de9" providerId="LiveId" clId="{EE219EC4-0B48-4DAA-B6C8-F5305E865B87}" dt="2026-01-04T19:17:38.856" v="4277" actId="478"/>
          <ac:picMkLst>
            <pc:docMk/>
            <pc:sldMk cId="289452825" sldId="271"/>
            <ac:picMk id="11" creationId="{5F44286E-F736-3883-B1C2-226C7A65DED3}"/>
          </ac:picMkLst>
        </pc:picChg>
        <pc:picChg chg="mod">
          <ac:chgData name="이하나 윤" userId="f658f17427b35de9" providerId="LiveId" clId="{EE219EC4-0B48-4DAA-B6C8-F5305E865B87}" dt="2026-01-04T19:43:02.141" v="5825" actId="14100"/>
          <ac:picMkLst>
            <pc:docMk/>
            <pc:sldMk cId="289452825" sldId="271"/>
            <ac:picMk id="14" creationId="{B54D9F78-3D95-2B50-74BD-C64EBAB2D836}"/>
          </ac:picMkLst>
        </pc:picChg>
        <pc:picChg chg="mod">
          <ac:chgData name="이하나 윤" userId="f658f17427b35de9" providerId="LiveId" clId="{EE219EC4-0B48-4DAA-B6C8-F5305E865B87}" dt="2026-01-04T19:43:00.296" v="5824" actId="14100"/>
          <ac:picMkLst>
            <pc:docMk/>
            <pc:sldMk cId="289452825" sldId="271"/>
            <ac:picMk id="16" creationId="{41E07F41-473E-FB4C-C049-B91F90D3EFC4}"/>
          </ac:picMkLst>
        </pc:picChg>
        <pc:picChg chg="add mod">
          <ac:chgData name="이하나 윤" userId="f658f17427b35de9" providerId="LiveId" clId="{EE219EC4-0B48-4DAA-B6C8-F5305E865B87}" dt="2026-01-04T19:19:18.915" v="4294" actId="208"/>
          <ac:picMkLst>
            <pc:docMk/>
            <pc:sldMk cId="289452825" sldId="271"/>
            <ac:picMk id="17" creationId="{1915FA9A-C16E-0739-6860-6AD94C20B16F}"/>
          </ac:picMkLst>
        </pc:picChg>
      </pc:sldChg>
      <pc:sldChg chg="addSp delSp modSp add mod">
        <pc:chgData name="이하나 윤" userId="f658f17427b35de9" providerId="LiveId" clId="{EE219EC4-0B48-4DAA-B6C8-F5305E865B87}" dt="2026-01-04T19:46:56.809" v="5865"/>
        <pc:sldMkLst>
          <pc:docMk/>
          <pc:sldMk cId="425665267" sldId="272"/>
        </pc:sldMkLst>
        <pc:spChg chg="add mod">
          <ac:chgData name="이하나 윤" userId="f658f17427b35de9" providerId="LiveId" clId="{EE219EC4-0B48-4DAA-B6C8-F5305E865B87}" dt="2026-01-04T19:46:56.809" v="5865"/>
          <ac:spMkLst>
            <pc:docMk/>
            <pc:sldMk cId="425665267" sldId="272"/>
            <ac:spMk id="21" creationId="{906C7D0C-D65F-6EBD-E2BE-F9EB2AF086E5}"/>
          </ac:spMkLst>
        </pc:spChg>
        <pc:spChg chg="add mod">
          <ac:chgData name="이하나 윤" userId="f658f17427b35de9" providerId="LiveId" clId="{EE219EC4-0B48-4DAA-B6C8-F5305E865B87}" dt="2026-01-04T19:46:56.809" v="5865"/>
          <ac:spMkLst>
            <pc:docMk/>
            <pc:sldMk cId="425665267" sldId="272"/>
            <ac:spMk id="22" creationId="{18A952ED-53C3-8F32-2915-FF5CCE331476}"/>
          </ac:spMkLst>
        </pc:spChg>
        <pc:graphicFrameChg chg="mod modGraphic">
          <ac:chgData name="이하나 윤" userId="f658f17427b35de9" providerId="LiveId" clId="{EE219EC4-0B48-4DAA-B6C8-F5305E865B87}" dt="2026-01-04T19:42:53.011" v="5823" actId="20577"/>
          <ac:graphicFrameMkLst>
            <pc:docMk/>
            <pc:sldMk cId="425665267" sldId="272"/>
            <ac:graphicFrameMk id="3" creationId="{CB4E82EA-14B2-BE1D-64A3-38C270AB6C9B}"/>
          </ac:graphicFrameMkLst>
        </pc:graphicFrameChg>
        <pc:picChg chg="add mod">
          <ac:chgData name="이하나 윤" userId="f658f17427b35de9" providerId="LiveId" clId="{EE219EC4-0B48-4DAA-B6C8-F5305E865B87}" dt="2026-01-04T19:34:06.654" v="5493" actId="208"/>
          <ac:picMkLst>
            <pc:docMk/>
            <pc:sldMk cId="425665267" sldId="272"/>
            <ac:picMk id="6" creationId="{D6C8E3D2-3660-3B32-2253-0FD581B8F854}"/>
          </ac:picMkLst>
        </pc:picChg>
        <pc:picChg chg="del">
          <ac:chgData name="이하나 윤" userId="f658f17427b35de9" providerId="LiveId" clId="{EE219EC4-0B48-4DAA-B6C8-F5305E865B87}" dt="2026-01-04T19:35:39.091" v="5513" actId="478"/>
          <ac:picMkLst>
            <pc:docMk/>
            <pc:sldMk cId="425665267" sldId="272"/>
            <ac:picMk id="14" creationId="{27CA07F7-28C4-6417-20FB-1303B57393DB}"/>
          </ac:picMkLst>
        </pc:picChg>
        <pc:picChg chg="add mod ord">
          <ac:chgData name="이하나 윤" userId="f658f17427b35de9" providerId="LiveId" clId="{EE219EC4-0B48-4DAA-B6C8-F5305E865B87}" dt="2026-01-04T19:35:58.261" v="5523" actId="208"/>
          <ac:picMkLst>
            <pc:docMk/>
            <pc:sldMk cId="425665267" sldId="272"/>
            <ac:picMk id="15" creationId="{E3C0D675-8772-6653-595C-BEAEBF717B8B}"/>
          </ac:picMkLst>
        </pc:picChg>
        <pc:picChg chg="del">
          <ac:chgData name="이하나 윤" userId="f658f17427b35de9" providerId="LiveId" clId="{EE219EC4-0B48-4DAA-B6C8-F5305E865B87}" dt="2026-01-04T19:35:21.232" v="5502" actId="478"/>
          <ac:picMkLst>
            <pc:docMk/>
            <pc:sldMk cId="425665267" sldId="272"/>
            <ac:picMk id="16" creationId="{8620B029-3541-65D9-D548-B58761AE95C8}"/>
          </ac:picMkLst>
        </pc:picChg>
        <pc:picChg chg="del mod">
          <ac:chgData name="이하나 윤" userId="f658f17427b35de9" providerId="LiveId" clId="{EE219EC4-0B48-4DAA-B6C8-F5305E865B87}" dt="2026-01-04T19:36:21.548" v="5525" actId="478"/>
          <ac:picMkLst>
            <pc:docMk/>
            <pc:sldMk cId="425665267" sldId="272"/>
            <ac:picMk id="17" creationId="{8DD0DC58-817C-03D6-7CD5-4E6DB049545A}"/>
          </ac:picMkLst>
        </pc:picChg>
        <pc:picChg chg="add mod ord">
          <ac:chgData name="이하나 윤" userId="f658f17427b35de9" providerId="LiveId" clId="{EE219EC4-0B48-4DAA-B6C8-F5305E865B87}" dt="2026-01-04T19:35:58.261" v="5523" actId="208"/>
          <ac:picMkLst>
            <pc:docMk/>
            <pc:sldMk cId="425665267" sldId="272"/>
            <ac:picMk id="18" creationId="{51E94FE9-3A5C-1240-53BA-8C44918C3066}"/>
          </ac:picMkLst>
        </pc:picChg>
        <pc:picChg chg="add mod modCrop">
          <ac:chgData name="이하나 윤" userId="f658f17427b35de9" providerId="LiveId" clId="{EE219EC4-0B48-4DAA-B6C8-F5305E865B87}" dt="2026-01-04T19:37:14.891" v="5544" actId="12788"/>
          <ac:picMkLst>
            <pc:docMk/>
            <pc:sldMk cId="425665267" sldId="272"/>
            <ac:picMk id="20" creationId="{85ABDAB5-8B98-908C-BF0F-335D7A2BE3AB}"/>
          </ac:picMkLst>
        </pc:picChg>
      </pc:sldChg>
      <pc:sldChg chg="add del">
        <pc:chgData name="이하나 윤" userId="f658f17427b35de9" providerId="LiveId" clId="{EE219EC4-0B48-4DAA-B6C8-F5305E865B87}" dt="2026-01-04T19:45:37.327" v="5854"/>
        <pc:sldMkLst>
          <pc:docMk/>
          <pc:sldMk cId="1730321642" sldId="273"/>
        </pc:sldMkLst>
      </pc:sldChg>
      <pc:sldChg chg="addSp modSp add del mod">
        <pc:chgData name="이하나 윤" userId="f658f17427b35de9" providerId="LiveId" clId="{EE219EC4-0B48-4DAA-B6C8-F5305E865B87}" dt="2026-01-04T20:40:23.113" v="5871" actId="47"/>
        <pc:sldMkLst>
          <pc:docMk/>
          <pc:sldMk cId="3568211001" sldId="273"/>
        </pc:sldMkLst>
        <pc:spChg chg="add mod">
          <ac:chgData name="이하나 윤" userId="f658f17427b35de9" providerId="LiveId" clId="{EE219EC4-0B48-4DAA-B6C8-F5305E865B87}" dt="2026-01-04T19:46:38.064" v="5862" actId="207"/>
          <ac:spMkLst>
            <pc:docMk/>
            <pc:sldMk cId="3568211001" sldId="273"/>
            <ac:spMk id="4" creationId="{779BF331-618F-9152-B92A-FFF98991E0B8}"/>
          </ac:spMkLst>
        </pc:spChg>
        <pc:spChg chg="mod">
          <ac:chgData name="이하나 윤" userId="f658f17427b35de9" providerId="LiveId" clId="{EE219EC4-0B48-4DAA-B6C8-F5305E865B87}" dt="2026-01-04T19:45:54.852" v="5857" actId="552"/>
          <ac:spMkLst>
            <pc:docMk/>
            <pc:sldMk cId="3568211001" sldId="273"/>
            <ac:spMk id="9" creationId="{2D003B40-19B6-CF0F-7E5F-CE488E807DD9}"/>
          </ac:spMkLst>
        </pc:spChg>
        <pc:spChg chg="add mod">
          <ac:chgData name="이하나 윤" userId="f658f17427b35de9" providerId="LiveId" clId="{EE219EC4-0B48-4DAA-B6C8-F5305E865B87}" dt="2026-01-04T19:46:45.691" v="5863" actId="207"/>
          <ac:spMkLst>
            <pc:docMk/>
            <pc:sldMk cId="3568211001" sldId="273"/>
            <ac:spMk id="24" creationId="{EF65562E-A7A9-2675-6006-D8A3F44F85C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defRPr>
            </a:pPr>
            <a:r>
              <a:rPr lang="ko-KR" sz="2000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플레이한 </a:t>
            </a:r>
            <a:r>
              <a:rPr lang="ko-KR" altLang="en-US" sz="2000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게임 분류</a:t>
            </a:r>
            <a:endParaRPr lang="ko-KR" sz="20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c:rich>
      </c:tx>
      <c:layout>
        <c:manualLayout>
          <c:xMode val="edge"/>
          <c:yMode val="edge"/>
          <c:x val="0.37656250000000002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42C-4A5A-8B9C-0A73A0D1DA76}"/>
              </c:ext>
            </c:extLst>
          </c:dPt>
          <c:dPt>
            <c:idx val="1"/>
            <c:bubble3D val="0"/>
            <c:spPr>
              <a:solidFill>
                <a:schemeClr val="accent4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42C-4A5A-8B9C-0A73A0D1DA76}"/>
              </c:ext>
            </c:extLst>
          </c:dPt>
          <c:dPt>
            <c:idx val="2"/>
            <c:bubble3D val="0"/>
            <c:spPr>
              <a:solidFill>
                <a:schemeClr val="accent4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42C-4A5A-8B9C-0A73A0D1DA76}"/>
              </c:ext>
            </c:extLst>
          </c:dPt>
          <c:dPt>
            <c:idx val="3"/>
            <c:bubble3D val="0"/>
            <c:spPr>
              <a:solidFill>
                <a:schemeClr val="accent4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42C-4A5A-8B9C-0A73A0D1DA76}"/>
              </c:ext>
            </c:extLst>
          </c:dPt>
          <c:dPt>
            <c:idx val="4"/>
            <c:bubble3D val="0"/>
            <c:spPr>
              <a:solidFill>
                <a:schemeClr val="accent4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42C-4A5A-8B9C-0A73A0D1DA76}"/>
              </c:ext>
            </c:extLst>
          </c:dPt>
          <c:dPt>
            <c:idx val="5"/>
            <c:bubble3D val="0"/>
            <c:spPr>
              <a:solidFill>
                <a:schemeClr val="accent4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42C-4A5A-8B9C-0A73A0D1DA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14개</c:v>
                </c:pt>
                <c:pt idx="1">
                  <c:v>7개</c:v>
                </c:pt>
                <c:pt idx="2">
                  <c:v>4개</c:v>
                </c:pt>
                <c:pt idx="3">
                  <c:v>3개</c:v>
                </c:pt>
                <c:pt idx="4">
                  <c:v>2개</c:v>
                </c:pt>
                <c:pt idx="5">
                  <c:v>1개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42C-4A5A-8B9C-0A73A0D1DA76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SB 어그로 Light" panose="02020603020101020101" pitchFamily="18" charset="-127"/>
          <a:ea typeface="SB 어그로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02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1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2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80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31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4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18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9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12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0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69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F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176F8-3D09-43C7-A1A4-F83F407507F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42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fi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jf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지연 5"/>
          <p:cNvSpPr/>
          <p:nvPr/>
        </p:nvSpPr>
        <p:spPr>
          <a:xfrm rot="5400000">
            <a:off x="501274" y="276224"/>
            <a:ext cx="6276975" cy="6276975"/>
          </a:xfrm>
          <a:prstGeom prst="flowChartDela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28675" y="628650"/>
            <a:ext cx="5353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DLaM Display" panose="02010000000000000000" pitchFamily="2" charset="0"/>
              </a:rPr>
              <a:t>자기소개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3414712"/>
            <a:ext cx="5353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한국공학대학교 게임공학과</a:t>
            </a:r>
            <a:endParaRPr lang="en-US" altLang="ko-KR" sz="1500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  <a:p>
            <a:r>
              <a:rPr lang="en-US" altLang="ko-KR" sz="15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2022182024 </a:t>
            </a:r>
            <a:r>
              <a:rPr lang="ko-KR" altLang="en-US" sz="15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윤이하나</a:t>
            </a:r>
          </a:p>
        </p:txBody>
      </p:sp>
    </p:spTree>
    <p:extLst>
      <p:ext uri="{BB962C8B-B14F-4D97-AF65-F5344CB8AC3E}">
        <p14:creationId xmlns:p14="http://schemas.microsoft.com/office/powerpoint/2010/main" val="117933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282E1B2-E93F-12DB-6023-54C0795B0D2F}"/>
              </a:ext>
            </a:extLst>
          </p:cNvPr>
          <p:cNvGrpSpPr/>
          <p:nvPr/>
        </p:nvGrpSpPr>
        <p:grpSpPr>
          <a:xfrm>
            <a:off x="369871" y="328613"/>
            <a:ext cx="11452260" cy="6200775"/>
            <a:chOff x="-3402031" y="328611"/>
            <a:chExt cx="11452260" cy="6200775"/>
          </a:xfrm>
        </p:grpSpPr>
        <p:sp>
          <p:nvSpPr>
            <p:cNvPr id="7" name="직사각형 6"/>
            <p:cNvSpPr/>
            <p:nvPr/>
          </p:nvSpPr>
          <p:spPr>
            <a:xfrm>
              <a:off x="-3402031" y="328611"/>
              <a:ext cx="11452260" cy="6200775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  <a:effectLst>
              <a:outerShdw blurRad="508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0573" y="495300"/>
              <a:ext cx="3067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목차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0573" y="1514435"/>
              <a:ext cx="306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1. </a:t>
              </a:r>
              <a:r>
                <a:rPr lang="ko-KR" altLang="en-US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자기소개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0573" y="2874394"/>
              <a:ext cx="306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2.</a:t>
              </a:r>
              <a:r>
                <a:rPr lang="ko-KR" altLang="en-US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 게임 이력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0573" y="4234353"/>
              <a:ext cx="306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3. </a:t>
              </a:r>
              <a:r>
                <a:rPr lang="ko-KR" altLang="en-US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게임 기획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65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E2D2-E143-45D9-0F2F-3E01A1E8B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11FCC091-DC7F-8E83-A3C2-E3AB0398E671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각형 4">
            <a:extLst>
              <a:ext uri="{FF2B5EF4-FFF2-40B4-BE49-F238E27FC236}">
                <a16:creationId xmlns:a16="http://schemas.microsoft.com/office/drawing/2014/main" id="{77505E32-1330-6A4C-11E7-090EC799BB89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6A187888-5E2F-6192-F0B9-0E720335A14B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>
            <a:extLst>
              <a:ext uri="{FF2B5EF4-FFF2-40B4-BE49-F238E27FC236}">
                <a16:creationId xmlns:a16="http://schemas.microsoft.com/office/drawing/2014/main" id="{E07F49B0-A200-6A39-6E3D-25CB8A691DEE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D22B93-2706-9B6F-0618-750B2C0A9759}"/>
              </a:ext>
            </a:extLst>
          </p:cNvPr>
          <p:cNvSpPr/>
          <p:nvPr/>
        </p:nvSpPr>
        <p:spPr>
          <a:xfrm>
            <a:off x="182988" y="552062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69B4C8-FB4B-650C-66AF-DF0C7AC1FD38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rgbClr val="FFE199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7A10A3-F181-9519-D299-2F8D8746403E}"/>
              </a:ext>
            </a:extLst>
          </p:cNvPr>
          <p:cNvSpPr/>
          <p:nvPr/>
        </p:nvSpPr>
        <p:spPr>
          <a:xfrm>
            <a:off x="182988" y="1485512"/>
            <a:ext cx="4076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AB8539-477F-F295-7174-0D9451A3FE61}"/>
              </a:ext>
            </a:extLst>
          </p:cNvPr>
          <p:cNvSpPr/>
          <p:nvPr/>
        </p:nvSpPr>
        <p:spPr>
          <a:xfrm>
            <a:off x="894488" y="379428"/>
            <a:ext cx="14077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1. </a:t>
            </a:r>
            <a:r>
              <a:rPr lang="ko-KR" altLang="en-US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자기소개</a:t>
            </a:r>
            <a:endParaRPr lang="ko-KR" altLang="en-US" sz="20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34D0545-116E-5AA9-83AB-9A64EECACD55}"/>
              </a:ext>
            </a:extLst>
          </p:cNvPr>
          <p:cNvGrpSpPr/>
          <p:nvPr/>
        </p:nvGrpSpPr>
        <p:grpSpPr>
          <a:xfrm>
            <a:off x="840824" y="933648"/>
            <a:ext cx="5332058" cy="1758348"/>
            <a:chOff x="696943" y="2584482"/>
            <a:chExt cx="4495391" cy="1758348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C39C214-E198-B52A-3D41-3EE108FBE469}"/>
                </a:ext>
              </a:extLst>
            </p:cNvPr>
            <p:cNvSpPr/>
            <p:nvPr/>
          </p:nvSpPr>
          <p:spPr>
            <a:xfrm>
              <a:off x="730281" y="2969776"/>
              <a:ext cx="4279600" cy="55244"/>
            </a:xfrm>
            <a:prstGeom prst="rect">
              <a:avLst/>
            </a:prstGeom>
            <a:solidFill>
              <a:srgbClr val="F19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6B8FCCB-1FED-5A9E-4461-46D0526B274C}"/>
                </a:ext>
              </a:extLst>
            </p:cNvPr>
            <p:cNvSpPr/>
            <p:nvPr/>
          </p:nvSpPr>
          <p:spPr>
            <a:xfrm>
              <a:off x="711500" y="2584482"/>
              <a:ext cx="9060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프로필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E564FB3-52D9-CEFC-4167-3812702A54B9}"/>
                </a:ext>
              </a:extLst>
            </p:cNvPr>
            <p:cNvSpPr/>
            <p:nvPr/>
          </p:nvSpPr>
          <p:spPr>
            <a:xfrm>
              <a:off x="696943" y="3139479"/>
              <a:ext cx="4493336" cy="1194576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이름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		</a:t>
              </a:r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윤이하나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생년월일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		2003.12.17</a:t>
              </a:r>
            </a:p>
            <a:p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소속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		</a:t>
              </a:r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한국공학대학교 게임공학과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이메일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		ny037755ny@gmail.com</a:t>
              </a:r>
              <a:endParaRPr lang="ko-KR" altLang="en-US" dirty="0">
                <a:solidFill>
                  <a:schemeClr val="bg2">
                    <a:lumMod val="5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sp>
          <p:nvSpPr>
            <p:cNvPr id="19" name="직각 삼각형 18">
              <a:extLst>
                <a:ext uri="{FF2B5EF4-FFF2-40B4-BE49-F238E27FC236}">
                  <a16:creationId xmlns:a16="http://schemas.microsoft.com/office/drawing/2014/main" id="{AEEB82DA-FE11-E509-5CD2-AB1E22D54686}"/>
                </a:ext>
              </a:extLst>
            </p:cNvPr>
            <p:cNvSpPr/>
            <p:nvPr/>
          </p:nvSpPr>
          <p:spPr>
            <a:xfrm flipH="1">
              <a:off x="4864768" y="3963534"/>
              <a:ext cx="327566" cy="379296"/>
            </a:xfrm>
            <a:prstGeom prst="rtTriangle">
              <a:avLst/>
            </a:prstGeom>
            <a:solidFill>
              <a:srgbClr val="F19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A81D2CBE-58F1-5222-5237-2DFA12505458}"/>
              </a:ext>
            </a:extLst>
          </p:cNvPr>
          <p:cNvGrpSpPr/>
          <p:nvPr/>
        </p:nvGrpSpPr>
        <p:grpSpPr>
          <a:xfrm>
            <a:off x="840824" y="2683221"/>
            <a:ext cx="4943527" cy="1164643"/>
            <a:chOff x="696943" y="2584482"/>
            <a:chExt cx="4346275" cy="1164643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72A2F94-5362-6D51-8A30-8F2169BB9210}"/>
                </a:ext>
              </a:extLst>
            </p:cNvPr>
            <p:cNvSpPr/>
            <p:nvPr/>
          </p:nvSpPr>
          <p:spPr>
            <a:xfrm>
              <a:off x="730281" y="2969776"/>
              <a:ext cx="4279600" cy="55244"/>
            </a:xfrm>
            <a:prstGeom prst="rect">
              <a:avLst/>
            </a:prstGeom>
            <a:solidFill>
              <a:srgbClr val="F19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552E18C-D25A-F3E4-0D4D-A7F5ED7EA1A1}"/>
                </a:ext>
              </a:extLst>
            </p:cNvPr>
            <p:cNvSpPr/>
            <p:nvPr/>
          </p:nvSpPr>
          <p:spPr>
            <a:xfrm>
              <a:off x="711500" y="2584482"/>
              <a:ext cx="5767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취미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54E98FE7-4FF0-884E-5A69-9451FBC016AA}"/>
                </a:ext>
              </a:extLst>
            </p:cNvPr>
            <p:cNvSpPr/>
            <p:nvPr/>
          </p:nvSpPr>
          <p:spPr>
            <a:xfrm>
              <a:off x="696943" y="3139479"/>
              <a:ext cx="4346275" cy="609646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</a:t>
              </a:r>
              <a:endParaRPr lang="ko-KR" altLang="en-US" dirty="0">
                <a:solidFill>
                  <a:schemeClr val="bg2">
                    <a:lumMod val="5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sp>
          <p:nvSpPr>
            <p:cNvPr id="63" name="직각 삼각형 62">
              <a:extLst>
                <a:ext uri="{FF2B5EF4-FFF2-40B4-BE49-F238E27FC236}">
                  <a16:creationId xmlns:a16="http://schemas.microsoft.com/office/drawing/2014/main" id="{3E003B0D-6A4D-9835-04E2-4CCA1558E58A}"/>
                </a:ext>
              </a:extLst>
            </p:cNvPr>
            <p:cNvSpPr/>
            <p:nvPr/>
          </p:nvSpPr>
          <p:spPr>
            <a:xfrm flipH="1">
              <a:off x="4715652" y="3369829"/>
              <a:ext cx="327566" cy="379296"/>
            </a:xfrm>
            <a:prstGeom prst="rtTriangle">
              <a:avLst/>
            </a:prstGeom>
            <a:solidFill>
              <a:srgbClr val="F19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41A9178F-E0F8-E698-5B43-1105F2664DCD}"/>
              </a:ext>
            </a:extLst>
          </p:cNvPr>
          <p:cNvGrpSpPr/>
          <p:nvPr/>
        </p:nvGrpSpPr>
        <p:grpSpPr>
          <a:xfrm>
            <a:off x="6637005" y="513563"/>
            <a:ext cx="4840785" cy="5830872"/>
            <a:chOff x="6637005" y="428884"/>
            <a:chExt cx="4840785" cy="5830872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D7E44A2B-799D-1214-1986-4A79F345AA6F}"/>
                </a:ext>
              </a:extLst>
            </p:cNvPr>
            <p:cNvGrpSpPr/>
            <p:nvPr/>
          </p:nvGrpSpPr>
          <p:grpSpPr>
            <a:xfrm>
              <a:off x="6637005" y="428884"/>
              <a:ext cx="4840785" cy="5830872"/>
              <a:chOff x="696943" y="2584482"/>
              <a:chExt cx="4346275" cy="5830872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9BC190EA-EB71-959B-B2F7-1A21490E6A4D}"/>
                  </a:ext>
                </a:extLst>
              </p:cNvPr>
              <p:cNvSpPr/>
              <p:nvPr/>
            </p:nvSpPr>
            <p:spPr>
              <a:xfrm>
                <a:off x="730281" y="2969776"/>
                <a:ext cx="4279600" cy="55244"/>
              </a:xfrm>
              <a:prstGeom prst="rect">
                <a:avLst/>
              </a:prstGeom>
              <a:solidFill>
                <a:srgbClr val="F195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2BD15C16-C07A-1FEC-CD69-F2DA970AD977}"/>
                  </a:ext>
                </a:extLst>
              </p:cNvPr>
              <p:cNvSpPr/>
              <p:nvPr/>
            </p:nvSpPr>
            <p:spPr>
              <a:xfrm>
                <a:off x="711500" y="2584482"/>
                <a:ext cx="103798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dirty="0">
                    <a:latin typeface="SB 어그로 Medium" panose="02020603020101020101" pitchFamily="18" charset="-127"/>
                    <a:ea typeface="SB 어그로 Medium" panose="02020603020101020101" pitchFamily="18" charset="-127"/>
                  </a:rPr>
                  <a:t>프로젝트</a:t>
                </a:r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6A668302-2091-11B4-02B7-AC2D92ED38A0}"/>
                  </a:ext>
                </a:extLst>
              </p:cNvPr>
              <p:cNvSpPr/>
              <p:nvPr/>
            </p:nvSpPr>
            <p:spPr>
              <a:xfrm>
                <a:off x="696943" y="3139478"/>
                <a:ext cx="4346275" cy="5275876"/>
              </a:xfrm>
              <a:prstGeom prst="rect">
                <a:avLst/>
              </a:prstGeom>
              <a:solidFill>
                <a:srgbClr val="FAEE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Medium" panose="02020603020101020101" pitchFamily="18" charset="-127"/>
                    <a:ea typeface="SB 어그로 Medium" panose="02020603020101020101" pitchFamily="18" charset="-127"/>
                  </a:rPr>
                  <a:t>Magical Subway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    (24.08~25.07)</a:t>
                </a: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#2D </a:t>
                </a:r>
                <a:r>
                  <a:rPr lang="ko-KR" altLang="en-US" dirty="0" err="1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횡스크롤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#</a:t>
                </a:r>
                <a:r>
                  <a:rPr lang="ko-KR" altLang="en-US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러닝액션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Medium" panose="02020603020101020101" pitchFamily="18" charset="-127"/>
                    <a:ea typeface="SB 어그로 Medium" panose="02020603020101020101" pitchFamily="18" charset="-127"/>
                  </a:rPr>
                  <a:t>SPACE ROBBER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    (25.08~26.07)</a:t>
                </a: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		</a:t>
                </a:r>
                <a:r>
                  <a:rPr lang="ko-KR" altLang="en-US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＃자원수집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		</a:t>
                </a:r>
                <a:r>
                  <a:rPr lang="ko-KR" altLang="en-US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＃생존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		</a:t>
                </a:r>
                <a:r>
                  <a:rPr lang="ko-KR" altLang="en-US" dirty="0">
                    <a:solidFill>
                      <a:schemeClr val="bg2">
                        <a:lumMod val="50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＃협동</a:t>
                </a:r>
              </a:p>
            </p:txBody>
          </p:sp>
          <p:sp>
            <p:nvSpPr>
              <p:cNvPr id="84" name="직각 삼각형 83">
                <a:extLst>
                  <a:ext uri="{FF2B5EF4-FFF2-40B4-BE49-F238E27FC236}">
                    <a16:creationId xmlns:a16="http://schemas.microsoft.com/office/drawing/2014/main" id="{4EB5A056-2C03-46D4-CB0C-51C5BFAA4770}"/>
                  </a:ext>
                </a:extLst>
              </p:cNvPr>
              <p:cNvSpPr/>
              <p:nvPr/>
            </p:nvSpPr>
            <p:spPr>
              <a:xfrm flipH="1">
                <a:off x="4715652" y="8033015"/>
                <a:ext cx="327566" cy="379296"/>
              </a:xfrm>
              <a:prstGeom prst="rtTriangle">
                <a:avLst/>
              </a:prstGeom>
              <a:solidFill>
                <a:srgbClr val="F195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</p:txBody>
          </p:sp>
        </p:grpSp>
        <p:pic>
          <p:nvPicPr>
            <p:cNvPr id="98" name="그림 97" descr="텍스트, 스크린샷, 멀티미디어 소프트웨어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C393D38-AFB7-6917-70F6-F63CA907F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57" b="1"/>
            <a:stretch>
              <a:fillRect/>
            </a:stretch>
          </p:blipFill>
          <p:spPr>
            <a:xfrm>
              <a:off x="6759973" y="1374186"/>
              <a:ext cx="2569113" cy="1442834"/>
            </a:xfrm>
            <a:prstGeom prst="rect">
              <a:avLst/>
            </a:prstGeom>
          </p:spPr>
        </p:pic>
        <p:pic>
          <p:nvPicPr>
            <p:cNvPr id="99" name="그림 98" descr="스크린샷, 도표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E210314-25AA-AE3F-D63D-5C02331D2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41"/>
            <a:stretch>
              <a:fillRect/>
            </a:stretch>
          </p:blipFill>
          <p:spPr>
            <a:xfrm>
              <a:off x="9444596" y="1422241"/>
              <a:ext cx="1827250" cy="1024234"/>
            </a:xfrm>
            <a:prstGeom prst="rect">
              <a:avLst/>
            </a:prstGeom>
          </p:spPr>
        </p:pic>
        <p:pic>
          <p:nvPicPr>
            <p:cNvPr id="100" name="그림 99" descr="텍스트, 그림, 스케치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D335BAD-856D-FBCB-D827-BA2B57F9F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>
              <a:fillRect/>
            </a:stretch>
          </p:blipFill>
          <p:spPr>
            <a:xfrm>
              <a:off x="9452055" y="2590533"/>
              <a:ext cx="1812332" cy="1349990"/>
            </a:xfrm>
            <a:prstGeom prst="rect">
              <a:avLst/>
            </a:prstGeom>
          </p:spPr>
        </p:pic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D90C944-48A2-CBEF-CFF8-C5EB1436D36E}"/>
                </a:ext>
              </a:extLst>
            </p:cNvPr>
            <p:cNvGrpSpPr/>
            <p:nvPr/>
          </p:nvGrpSpPr>
          <p:grpSpPr>
            <a:xfrm>
              <a:off x="8223233" y="2883852"/>
              <a:ext cx="1105853" cy="1049455"/>
              <a:chOff x="606266" y="4788047"/>
              <a:chExt cx="1105853" cy="1049455"/>
            </a:xfrm>
          </p:grpSpPr>
          <p:pic>
            <p:nvPicPr>
              <p:cNvPr id="103" name="그림 102" descr="만화 영화, 예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740F8840-1E0D-D21C-9091-183DE55140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5357" y="4806772"/>
                <a:ext cx="611145" cy="841884"/>
              </a:xfrm>
              <a:prstGeom prst="rect">
                <a:avLst/>
              </a:prstGeom>
            </p:spPr>
          </p:pic>
          <p:pic>
            <p:nvPicPr>
              <p:cNvPr id="102" name="그림 101" descr="보라색, 다채로움, 픽셀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463DCD0-2A4D-4562-37E2-B5065EFC4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2955" y="4788047"/>
                <a:ext cx="74588" cy="99758"/>
              </a:xfrm>
              <a:prstGeom prst="rect">
                <a:avLst/>
              </a:prstGeom>
            </p:spPr>
          </p:pic>
          <p:pic>
            <p:nvPicPr>
              <p:cNvPr id="104" name="그림 103" descr="스크린샷, 직사각형,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088DEDE-1F67-0659-51B8-6EECB2C85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6266" y="5646275"/>
                <a:ext cx="1105853" cy="191227"/>
              </a:xfrm>
              <a:prstGeom prst="rect">
                <a:avLst/>
              </a:prstGeom>
            </p:spPr>
          </p:pic>
          <p:pic>
            <p:nvPicPr>
              <p:cNvPr id="105" name="그림 104" descr="픽셀, 스크린샷, 3D 모델링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EF3E1C3-06FB-AD84-7A0B-F8885BCD73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50809" y="4880741"/>
                <a:ext cx="325795" cy="765533"/>
              </a:xfrm>
              <a:prstGeom prst="rect">
                <a:avLst/>
              </a:prstGeom>
            </p:spPr>
          </p:pic>
        </p:grpSp>
        <p:pic>
          <p:nvPicPr>
            <p:cNvPr id="110" name="그림 109" descr="텍스트, 그래픽 디자인, 클립아트, 일러스트레이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C57864C-616A-0C3F-6322-BC95C9594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59973" y="4313732"/>
              <a:ext cx="2569112" cy="1445125"/>
            </a:xfrm>
            <a:prstGeom prst="rect">
              <a:avLst/>
            </a:prstGeom>
          </p:spPr>
        </p:pic>
        <p:pic>
          <p:nvPicPr>
            <p:cNvPr id="112" name="그림 111" descr="텍스트, 스크린샷, 폰트, 그래픽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5F6E68E-2E96-7FD0-A317-D37279050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91585" y="4313732"/>
              <a:ext cx="1885095" cy="1060366"/>
            </a:xfrm>
            <a:prstGeom prst="rect">
              <a:avLst/>
            </a:prstGeom>
          </p:spPr>
        </p:pic>
      </p:grpSp>
      <p:sp>
        <p:nvSpPr>
          <p:cNvPr id="128" name="오각형 8">
            <a:extLst>
              <a:ext uri="{FF2B5EF4-FFF2-40B4-BE49-F238E27FC236}">
                <a16:creationId xmlns:a16="http://schemas.microsoft.com/office/drawing/2014/main" id="{37138BFB-2FB5-DB54-8FAC-CD36D262D227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C59D50B-FF39-1934-42A3-51408F203F0C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102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5C39E9FC-A9C2-B4C7-5CB9-7C28CD52E1A0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각형 4"/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/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/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82988" y="552062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C899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C899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82988" y="1485512"/>
            <a:ext cx="4076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rgbClr val="FFE199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94488" y="379428"/>
            <a:ext cx="1808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2. </a:t>
            </a:r>
            <a:r>
              <a:rPr lang="ko-KR" altLang="en-US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플레이 게임</a:t>
            </a:r>
            <a:endParaRPr lang="ko-KR" altLang="en-US" sz="20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2CFB2DA-BCD6-B2DA-DB38-2EA4658A9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371754"/>
              </p:ext>
            </p:extLst>
          </p:nvPr>
        </p:nvGraphicFramePr>
        <p:xfrm>
          <a:off x="840825" y="735822"/>
          <a:ext cx="5255176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228">
                  <a:extLst>
                    <a:ext uri="{9D8B030D-6E8A-4147-A177-3AD203B41FA5}">
                      <a16:colId xmlns:a16="http://schemas.microsoft.com/office/drawing/2014/main" val="3619511708"/>
                    </a:ext>
                  </a:extLst>
                </a:gridCol>
                <a:gridCol w="3404948">
                  <a:extLst>
                    <a:ext uri="{9D8B030D-6E8A-4147-A177-3AD203B41FA5}">
                      <a16:colId xmlns:a16="http://schemas.microsoft.com/office/drawing/2014/main" val="1209509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OVERWATCH 2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#FPS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743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SIMS 4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인생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Strdew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Valley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농장 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925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Red</a:t>
                      </a:r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Dead</a:t>
                      </a:r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Redemption 2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오픈월드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91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GTA 5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오픈월드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08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메이플스토리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#MMORPG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25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House Flipper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청소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64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Project </a:t>
                      </a:r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Zomboid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오픈월드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데이브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더 다이버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경영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9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Balatro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덱빌딩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전략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로그라이크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409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Lethal Company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공포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3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Don’t Starve Together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우산금지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전략 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경영 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Baldur’s Gate 3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턴제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RPG 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62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Human Fall Flat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퍼즐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194781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FE66D9CB-101D-A093-B3C3-F6E467AE0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77881"/>
              </p:ext>
            </p:extLst>
          </p:nvPr>
        </p:nvGraphicFramePr>
        <p:xfrm>
          <a:off x="6424918" y="375142"/>
          <a:ext cx="525517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228">
                  <a:extLst>
                    <a:ext uri="{9D8B030D-6E8A-4147-A177-3AD203B41FA5}">
                      <a16:colId xmlns:a16="http://schemas.microsoft.com/office/drawing/2014/main" val="2514132418"/>
                    </a:ext>
                  </a:extLst>
                </a:gridCol>
                <a:gridCol w="3404948">
                  <a:extLst>
                    <a:ext uri="{9D8B030D-6E8A-4147-A177-3AD203B41FA5}">
                      <a16:colId xmlns:a16="http://schemas.microsoft.com/office/drawing/2014/main" val="115356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Princess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Maker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Refine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육성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92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It Takes Two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15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Overcooked! 2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995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Cult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of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lamb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로그라이크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094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Raft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4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산나비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플랫포머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29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Do Not Feed the Monkeys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전략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3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A Short Hike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5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Coffee Talk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비주얼 노벨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45892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There Is No Game : Wrong </a:t>
                      </a:r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Demension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퍼즐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71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To the Moon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퍼즐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스토리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51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Journey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63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デレステ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서브컬쳐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리듬게임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6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シャニソン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서브컬쳐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리듬게임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육성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04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붕괴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스타레일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서브컬쳐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턴제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RPG 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873754"/>
                  </a:ext>
                </a:extLst>
              </a:tr>
            </a:tbl>
          </a:graphicData>
        </a:graphic>
      </p:graphicFrame>
      <p:sp>
        <p:nvSpPr>
          <p:cNvPr id="39" name="오각형 7">
            <a:extLst>
              <a:ext uri="{FF2B5EF4-FFF2-40B4-BE49-F238E27FC236}">
                <a16:creationId xmlns:a16="http://schemas.microsoft.com/office/drawing/2014/main" id="{3C6E5555-5C4D-8EC1-9A7E-6454D83F3DCE}"/>
              </a:ext>
            </a:extLst>
          </p:cNvPr>
          <p:cNvSpPr/>
          <p:nvPr/>
        </p:nvSpPr>
        <p:spPr>
          <a:xfrm>
            <a:off x="4564857" y="281667"/>
            <a:ext cx="1516220" cy="209374"/>
          </a:xfrm>
          <a:prstGeom prst="homePlate">
            <a:avLst>
              <a:gd name="adj" fmla="val 0"/>
            </a:avLst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PC </a:t>
            </a:r>
            <a:r>
              <a:rPr lang="ko-KR" altLang="en-US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게임</a:t>
            </a:r>
          </a:p>
        </p:txBody>
      </p:sp>
      <p:sp>
        <p:nvSpPr>
          <p:cNvPr id="40" name="오각형 7">
            <a:extLst>
              <a:ext uri="{FF2B5EF4-FFF2-40B4-BE49-F238E27FC236}">
                <a16:creationId xmlns:a16="http://schemas.microsoft.com/office/drawing/2014/main" id="{A2D8DACF-E813-8DD2-7C84-348CC9089C9C}"/>
              </a:ext>
            </a:extLst>
          </p:cNvPr>
          <p:cNvSpPr/>
          <p:nvPr/>
        </p:nvSpPr>
        <p:spPr>
          <a:xfrm>
            <a:off x="5053013" y="514350"/>
            <a:ext cx="1028064" cy="209374"/>
          </a:xfrm>
          <a:prstGeom prst="homePlate">
            <a:avLst>
              <a:gd name="adj" fmla="val 0"/>
            </a:avLst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모바일</a:t>
            </a:r>
            <a:r>
              <a:rPr lang="en-US" altLang="ko-KR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게임</a:t>
            </a:r>
          </a:p>
        </p:txBody>
      </p:sp>
      <p:sp>
        <p:nvSpPr>
          <p:cNvPr id="44" name="직각 삼각형 43">
            <a:extLst>
              <a:ext uri="{FF2B5EF4-FFF2-40B4-BE49-F238E27FC236}">
                <a16:creationId xmlns:a16="http://schemas.microsoft.com/office/drawing/2014/main" id="{286AB68E-33EB-0356-64C6-5DD3EBE18D5A}"/>
              </a:ext>
            </a:extLst>
          </p:cNvPr>
          <p:cNvSpPr/>
          <p:nvPr/>
        </p:nvSpPr>
        <p:spPr>
          <a:xfrm flipH="1">
            <a:off x="2452889" y="866775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5" name="직각 삼각형 44">
            <a:extLst>
              <a:ext uri="{FF2B5EF4-FFF2-40B4-BE49-F238E27FC236}">
                <a16:creationId xmlns:a16="http://schemas.microsoft.com/office/drawing/2014/main" id="{7E97F803-E361-E601-9B3A-0BC02912ACCB}"/>
              </a:ext>
            </a:extLst>
          </p:cNvPr>
          <p:cNvSpPr/>
          <p:nvPr/>
        </p:nvSpPr>
        <p:spPr>
          <a:xfrm flipH="1">
            <a:off x="2452889" y="2126483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6" name="직각 삼각형 45">
            <a:extLst>
              <a:ext uri="{FF2B5EF4-FFF2-40B4-BE49-F238E27FC236}">
                <a16:creationId xmlns:a16="http://schemas.microsoft.com/office/drawing/2014/main" id="{74F167D2-67E6-DBF0-EEB0-B02668788419}"/>
              </a:ext>
            </a:extLst>
          </p:cNvPr>
          <p:cNvSpPr/>
          <p:nvPr/>
        </p:nvSpPr>
        <p:spPr>
          <a:xfrm flipH="1">
            <a:off x="2452889" y="5981701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7" name="직각 삼각형 46">
            <a:extLst>
              <a:ext uri="{FF2B5EF4-FFF2-40B4-BE49-F238E27FC236}">
                <a16:creationId xmlns:a16="http://schemas.microsoft.com/office/drawing/2014/main" id="{E01D17A2-1C58-2CF3-9765-25E174B06A0D}"/>
              </a:ext>
            </a:extLst>
          </p:cNvPr>
          <p:cNvSpPr/>
          <p:nvPr/>
        </p:nvSpPr>
        <p:spPr>
          <a:xfrm flipH="1">
            <a:off x="2452889" y="1610609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50" name="오각형 8">
            <a:extLst>
              <a:ext uri="{FF2B5EF4-FFF2-40B4-BE49-F238E27FC236}">
                <a16:creationId xmlns:a16="http://schemas.microsoft.com/office/drawing/2014/main" id="{528BCA85-5803-039A-B849-B69C876DC846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8736EC6-BE48-6DB1-3855-B7465CF7BC86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069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078C-36E0-5BCA-E4EF-CD1B0ECA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6FE2E22-3B54-D9D2-614F-657264633729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각형 4">
            <a:extLst>
              <a:ext uri="{FF2B5EF4-FFF2-40B4-BE49-F238E27FC236}">
                <a16:creationId xmlns:a16="http://schemas.microsoft.com/office/drawing/2014/main" id="{6CDBDE3A-275B-9967-B533-3D58D10E1B8E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B1D9ECF4-D709-75CD-C757-211DCB909141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>
            <a:extLst>
              <a:ext uri="{FF2B5EF4-FFF2-40B4-BE49-F238E27FC236}">
                <a16:creationId xmlns:a16="http://schemas.microsoft.com/office/drawing/2014/main" id="{6A3F9D01-5376-DE4F-EFFC-446264F923E7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E76CBD-B7C0-CFB3-7712-71D72688206D}"/>
              </a:ext>
            </a:extLst>
          </p:cNvPr>
          <p:cNvSpPr/>
          <p:nvPr/>
        </p:nvSpPr>
        <p:spPr>
          <a:xfrm>
            <a:off x="182988" y="552062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C899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C899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F6960B-AFE6-CC0A-2446-2A9804A9BD2E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632DC7-F024-B1D5-4425-87307BAF7915}"/>
              </a:ext>
            </a:extLst>
          </p:cNvPr>
          <p:cNvSpPr/>
          <p:nvPr/>
        </p:nvSpPr>
        <p:spPr>
          <a:xfrm>
            <a:off x="182988" y="1485512"/>
            <a:ext cx="4076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rgbClr val="FFE199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717BF2-EB3F-1C30-D4F6-8552B468A267}"/>
              </a:ext>
            </a:extLst>
          </p:cNvPr>
          <p:cNvSpPr/>
          <p:nvPr/>
        </p:nvSpPr>
        <p:spPr>
          <a:xfrm>
            <a:off x="894488" y="379428"/>
            <a:ext cx="1808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2. </a:t>
            </a:r>
            <a:r>
              <a:rPr lang="ko-KR" altLang="en-US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플레이 게임</a:t>
            </a:r>
            <a:endParaRPr lang="ko-KR" altLang="en-US" sz="20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49D273B-418C-E85B-0B20-1C3FA7C7A891}"/>
              </a:ext>
            </a:extLst>
          </p:cNvPr>
          <p:cNvGraphicFramePr>
            <a:graphicFrameLocks noGrp="1"/>
          </p:cNvGraphicFramePr>
          <p:nvPr/>
        </p:nvGraphicFramePr>
        <p:xfrm>
          <a:off x="840825" y="735822"/>
          <a:ext cx="5255176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228">
                  <a:extLst>
                    <a:ext uri="{9D8B030D-6E8A-4147-A177-3AD203B41FA5}">
                      <a16:colId xmlns:a16="http://schemas.microsoft.com/office/drawing/2014/main" val="3619511708"/>
                    </a:ext>
                  </a:extLst>
                </a:gridCol>
                <a:gridCol w="3404948">
                  <a:extLst>
                    <a:ext uri="{9D8B030D-6E8A-4147-A177-3AD203B41FA5}">
                      <a16:colId xmlns:a16="http://schemas.microsoft.com/office/drawing/2014/main" val="1209509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OVERWATCH 2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#FPS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743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SIMS 4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인생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Strdew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Valley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농장 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925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Red</a:t>
                      </a:r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Dead</a:t>
                      </a:r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Redemption 2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오픈월드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91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GTA 5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오픈월드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08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메이플스토리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#MMORPG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25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House Flipper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청소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64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Project </a:t>
                      </a:r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Zomboid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오픈월드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데이브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더 다이버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경영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9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Balatro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덱빌딩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전략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로그라이크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409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Lethal Company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공포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3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Don’t Starve Together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우산금지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전략 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경영 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Baldur’s Gate 3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턴제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RPG 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62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Human Fall Flat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퍼즐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194781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CAC7D38-B964-2862-5422-20A746D813CE}"/>
              </a:ext>
            </a:extLst>
          </p:cNvPr>
          <p:cNvGraphicFramePr>
            <a:graphicFrameLocks noGrp="1"/>
          </p:cNvGraphicFramePr>
          <p:nvPr/>
        </p:nvGraphicFramePr>
        <p:xfrm>
          <a:off x="6424918" y="375142"/>
          <a:ext cx="525517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228">
                  <a:extLst>
                    <a:ext uri="{9D8B030D-6E8A-4147-A177-3AD203B41FA5}">
                      <a16:colId xmlns:a16="http://schemas.microsoft.com/office/drawing/2014/main" val="2514132418"/>
                    </a:ext>
                  </a:extLst>
                </a:gridCol>
                <a:gridCol w="3404948">
                  <a:extLst>
                    <a:ext uri="{9D8B030D-6E8A-4147-A177-3AD203B41FA5}">
                      <a16:colId xmlns:a16="http://schemas.microsoft.com/office/drawing/2014/main" val="115356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Princess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Maker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Refine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육성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92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It Takes Two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15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Overcooked! 2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시뮬레이션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995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Cult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of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lamb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로그라이크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094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Raft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생존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협동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4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산나비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액션 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플랫포머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29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Do Not Feed the Monkeys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전략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3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A Short Hike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5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Coffee Talk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비주얼 노벨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45892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There Is No Game : Wrong </a:t>
                      </a:r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Demension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퍼즐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71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To the Moon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퍼즐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스토리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51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Journey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어드벤처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인디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63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デレステ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서브컬쳐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리듬게임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6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ja-JP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シャニソン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서브컬쳐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리듬게임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육성 시뮬레이션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04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붕괴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스타레일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서브컬쳐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#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턴제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RPG 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873754"/>
                  </a:ext>
                </a:extLst>
              </a:tr>
            </a:tbl>
          </a:graphicData>
        </a:graphic>
      </p:graphicFrame>
      <p:sp>
        <p:nvSpPr>
          <p:cNvPr id="39" name="오각형 7">
            <a:extLst>
              <a:ext uri="{FF2B5EF4-FFF2-40B4-BE49-F238E27FC236}">
                <a16:creationId xmlns:a16="http://schemas.microsoft.com/office/drawing/2014/main" id="{FAD3FDF8-A39C-0C00-D946-4FE56A2FA97F}"/>
              </a:ext>
            </a:extLst>
          </p:cNvPr>
          <p:cNvSpPr/>
          <p:nvPr/>
        </p:nvSpPr>
        <p:spPr>
          <a:xfrm>
            <a:off x="4564857" y="281667"/>
            <a:ext cx="1516220" cy="209374"/>
          </a:xfrm>
          <a:prstGeom prst="homePlate">
            <a:avLst>
              <a:gd name="adj" fmla="val 0"/>
            </a:avLst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PC </a:t>
            </a:r>
            <a:r>
              <a:rPr lang="ko-KR" altLang="en-US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게임</a:t>
            </a:r>
          </a:p>
        </p:txBody>
      </p:sp>
      <p:sp>
        <p:nvSpPr>
          <p:cNvPr id="40" name="오각형 7">
            <a:extLst>
              <a:ext uri="{FF2B5EF4-FFF2-40B4-BE49-F238E27FC236}">
                <a16:creationId xmlns:a16="http://schemas.microsoft.com/office/drawing/2014/main" id="{B504E79A-D349-3D0C-697D-7AD4A674F470}"/>
              </a:ext>
            </a:extLst>
          </p:cNvPr>
          <p:cNvSpPr/>
          <p:nvPr/>
        </p:nvSpPr>
        <p:spPr>
          <a:xfrm>
            <a:off x="5053013" y="514350"/>
            <a:ext cx="1028064" cy="209374"/>
          </a:xfrm>
          <a:prstGeom prst="homePlate">
            <a:avLst>
              <a:gd name="adj" fmla="val 0"/>
            </a:avLst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모바일</a:t>
            </a:r>
            <a:r>
              <a:rPr lang="en-US" altLang="ko-KR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게임</a:t>
            </a:r>
          </a:p>
        </p:txBody>
      </p:sp>
      <p:sp>
        <p:nvSpPr>
          <p:cNvPr id="44" name="직각 삼각형 43">
            <a:extLst>
              <a:ext uri="{FF2B5EF4-FFF2-40B4-BE49-F238E27FC236}">
                <a16:creationId xmlns:a16="http://schemas.microsoft.com/office/drawing/2014/main" id="{8C66BB33-23F9-E4A8-A7D6-DCE73EBE6B0B}"/>
              </a:ext>
            </a:extLst>
          </p:cNvPr>
          <p:cNvSpPr/>
          <p:nvPr/>
        </p:nvSpPr>
        <p:spPr>
          <a:xfrm flipH="1">
            <a:off x="2452889" y="866775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5" name="직각 삼각형 44">
            <a:extLst>
              <a:ext uri="{FF2B5EF4-FFF2-40B4-BE49-F238E27FC236}">
                <a16:creationId xmlns:a16="http://schemas.microsoft.com/office/drawing/2014/main" id="{6B30BEB6-68E0-2C80-F2CC-B3D95530CA7C}"/>
              </a:ext>
            </a:extLst>
          </p:cNvPr>
          <p:cNvSpPr/>
          <p:nvPr/>
        </p:nvSpPr>
        <p:spPr>
          <a:xfrm flipH="1">
            <a:off x="2452889" y="2126483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6" name="직각 삼각형 45">
            <a:extLst>
              <a:ext uri="{FF2B5EF4-FFF2-40B4-BE49-F238E27FC236}">
                <a16:creationId xmlns:a16="http://schemas.microsoft.com/office/drawing/2014/main" id="{4F8B4CBC-1679-4736-36E4-BC52B946ED6A}"/>
              </a:ext>
            </a:extLst>
          </p:cNvPr>
          <p:cNvSpPr/>
          <p:nvPr/>
        </p:nvSpPr>
        <p:spPr>
          <a:xfrm flipH="1">
            <a:off x="2452889" y="5981701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7" name="직각 삼각형 46">
            <a:extLst>
              <a:ext uri="{FF2B5EF4-FFF2-40B4-BE49-F238E27FC236}">
                <a16:creationId xmlns:a16="http://schemas.microsoft.com/office/drawing/2014/main" id="{95B37080-7980-0046-ECB1-BC2C24F85768}"/>
              </a:ext>
            </a:extLst>
          </p:cNvPr>
          <p:cNvSpPr/>
          <p:nvPr/>
        </p:nvSpPr>
        <p:spPr>
          <a:xfrm flipH="1">
            <a:off x="2452889" y="1610609"/>
            <a:ext cx="221132" cy="225118"/>
          </a:xfrm>
          <a:prstGeom prst="rtTriangle">
            <a:avLst/>
          </a:prstGeom>
          <a:solidFill>
            <a:srgbClr val="F19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E2B3C75-6F91-B17D-7F66-37E107A1A117}"/>
              </a:ext>
            </a:extLst>
          </p:cNvPr>
          <p:cNvGrpSpPr/>
          <p:nvPr/>
        </p:nvGrpSpPr>
        <p:grpSpPr>
          <a:xfrm>
            <a:off x="1956000" y="866775"/>
            <a:ext cx="8280000" cy="5429883"/>
            <a:chOff x="1956000" y="719667"/>
            <a:chExt cx="8280000" cy="542988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69F67A-87A9-F362-4528-40A791EAFCE9}"/>
                </a:ext>
              </a:extLst>
            </p:cNvPr>
            <p:cNvSpPr/>
            <p:nvPr/>
          </p:nvSpPr>
          <p:spPr>
            <a:xfrm>
              <a:off x="1956000" y="729000"/>
              <a:ext cx="8280000" cy="5400000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2" name="차트 11">
              <a:extLst>
                <a:ext uri="{FF2B5EF4-FFF2-40B4-BE49-F238E27FC236}">
                  <a16:creationId xmlns:a16="http://schemas.microsoft.com/office/drawing/2014/main" id="{46AB0AC1-787D-E44A-7BF6-C150102F0D0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98013340"/>
                </p:ext>
              </p:extLst>
            </p:nvPr>
          </p:nvGraphicFramePr>
          <p:xfrm>
            <a:off x="2032000" y="719667"/>
            <a:ext cx="8128000" cy="5418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AD32AB1-D495-3088-5780-4D871FE6D957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V="1">
              <a:off x="7810500" y="3413611"/>
              <a:ext cx="714182" cy="8153"/>
            </a:xfrm>
            <a:prstGeom prst="line">
              <a:avLst/>
            </a:prstGeom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0D894D-E071-246A-63A2-DC189D941A3F}"/>
                </a:ext>
              </a:extLst>
            </p:cNvPr>
            <p:cNvSpPr txBox="1"/>
            <p:nvPr/>
          </p:nvSpPr>
          <p:spPr>
            <a:xfrm>
              <a:off x="8524682" y="3244334"/>
              <a:ext cx="8955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600" dirty="0" err="1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인디</a:t>
              </a:r>
              <a:endParaRPr lang="ko-KR" altLang="en-US" sz="160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2E8A035-B91C-F220-9B51-842DC0339BB1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5476374" y="5176838"/>
              <a:ext cx="0" cy="634158"/>
            </a:xfrm>
            <a:prstGeom prst="line">
              <a:avLst/>
            </a:prstGeom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95FB0D-D79E-89CF-E6BD-5761DC9E50E0}"/>
                </a:ext>
              </a:extLst>
            </p:cNvPr>
            <p:cNvSpPr txBox="1"/>
            <p:nvPr/>
          </p:nvSpPr>
          <p:spPr>
            <a:xfrm>
              <a:off x="4904824" y="5810996"/>
              <a:ext cx="114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4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어드벤처</a:t>
              </a:r>
              <a:endParaRPr lang="ko-KR" altLang="en-US" sz="160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DF22FD-F760-C7E3-8636-B31346AC4267}"/>
                </a:ext>
              </a:extLst>
            </p:cNvPr>
            <p:cNvSpPr txBox="1"/>
            <p:nvPr/>
          </p:nvSpPr>
          <p:spPr>
            <a:xfrm>
              <a:off x="1984575" y="3429384"/>
              <a:ext cx="16711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2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액션 어드벤처</a:t>
              </a:r>
              <a:endParaRPr lang="en-US" altLang="ko-KR" sz="120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2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2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생존</a:t>
              </a:r>
              <a:endParaRPr lang="en-US" altLang="ko-KR" sz="120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2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2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협동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5EEB875-05E6-78AE-032D-664590D81A72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3655764" y="3752549"/>
              <a:ext cx="763836" cy="1"/>
            </a:xfrm>
            <a:prstGeom prst="line">
              <a:avLst/>
            </a:prstGeom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0E3F8C-C2C6-3246-AEBF-E7FF82E32468}"/>
                </a:ext>
              </a:extLst>
            </p:cNvPr>
            <p:cNvSpPr txBox="1"/>
            <p:nvPr/>
          </p:nvSpPr>
          <p:spPr>
            <a:xfrm>
              <a:off x="2269770" y="2235930"/>
              <a:ext cx="1671189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1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오픈월드</a:t>
              </a:r>
              <a:endParaRPr lang="en-US" altLang="ko-KR" sz="110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1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1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퍼즐</a:t>
              </a:r>
              <a:endParaRPr lang="en-US" altLang="ko-KR" sz="110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10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100" dirty="0" err="1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서브컬쳐</a:t>
              </a:r>
              <a:endParaRPr lang="ko-KR" altLang="en-US" sz="110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96E9C6A-418B-E2C7-8AE2-076C695FA6ED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3940959" y="2536012"/>
              <a:ext cx="701372" cy="174403"/>
            </a:xfrm>
            <a:prstGeom prst="line">
              <a:avLst/>
            </a:prstGeom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398E1A-46D7-CD10-96C4-079A3A66B0FA}"/>
                </a:ext>
              </a:extLst>
            </p:cNvPr>
            <p:cNvSpPr txBox="1"/>
            <p:nvPr/>
          </p:nvSpPr>
          <p:spPr>
            <a:xfrm>
              <a:off x="2971142" y="847635"/>
              <a:ext cx="167118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시뮬레이션</a:t>
              </a:r>
              <a:endParaRPr lang="en-US" altLang="ko-KR" sz="105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육성 시뮬레이션</a:t>
              </a:r>
              <a:endParaRPr lang="en-US" altLang="ko-KR" sz="105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전략</a:t>
              </a:r>
              <a:endParaRPr lang="en-US" altLang="ko-KR" sz="105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050" dirty="0" err="1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로그라이크</a:t>
              </a:r>
              <a:endParaRPr lang="en-US" altLang="ko-KR" sz="105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리듬게임</a:t>
              </a:r>
              <a:endParaRPr lang="en-US" altLang="ko-KR" sz="105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#</a:t>
              </a:r>
              <a:r>
                <a:rPr lang="ko-KR" altLang="en-US" sz="1050" dirty="0" err="1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턴제</a:t>
              </a:r>
              <a:r>
                <a:rPr lang="en-US" altLang="ko-KR" sz="1050" dirty="0">
                  <a:solidFill>
                    <a:srgbClr val="40404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RPG</a:t>
              </a:r>
              <a:endParaRPr lang="ko-KR" altLang="en-US" sz="1050" dirty="0">
                <a:solidFill>
                  <a:srgbClr val="40404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BCBF1A9F-D461-474E-186C-0078D5FF9DF3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4642331" y="1378550"/>
              <a:ext cx="683847" cy="781227"/>
            </a:xfrm>
            <a:prstGeom prst="line">
              <a:avLst/>
            </a:prstGeom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오각형 8">
            <a:extLst>
              <a:ext uri="{FF2B5EF4-FFF2-40B4-BE49-F238E27FC236}">
                <a16:creationId xmlns:a16="http://schemas.microsoft.com/office/drawing/2014/main" id="{E525A02B-F23A-3256-CB0C-FE9CE4E585E7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B7C3C6-394D-0184-B023-B60575900D18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3184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88EC-B9FF-8374-1B43-FDAD8679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065243-8AC0-A109-7E3E-2BC8C1E191BF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오각형 4">
            <a:extLst>
              <a:ext uri="{FF2B5EF4-FFF2-40B4-BE49-F238E27FC236}">
                <a16:creationId xmlns:a16="http://schemas.microsoft.com/office/drawing/2014/main" id="{38045BD5-BE9D-F813-7550-CA7AB6C4FC46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0927FC4E-C0ED-D051-E8B4-E05D1D047423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>
            <a:extLst>
              <a:ext uri="{FF2B5EF4-FFF2-40B4-BE49-F238E27FC236}">
                <a16:creationId xmlns:a16="http://schemas.microsoft.com/office/drawing/2014/main" id="{0A786C4F-6F98-02C9-7009-EC5D85142161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B8CB53-F6C1-0689-92A6-CCFE4C1AC4D5}"/>
              </a:ext>
            </a:extLst>
          </p:cNvPr>
          <p:cNvSpPr/>
          <p:nvPr/>
        </p:nvSpPr>
        <p:spPr>
          <a:xfrm>
            <a:off x="182988" y="552062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E199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F251CF-5727-8CBB-1A57-C5F30F6CC806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077955-EDCC-EB2A-FC22-7E9783C687EE}"/>
              </a:ext>
            </a:extLst>
          </p:cNvPr>
          <p:cNvSpPr/>
          <p:nvPr/>
        </p:nvSpPr>
        <p:spPr>
          <a:xfrm>
            <a:off x="182988" y="1485512"/>
            <a:ext cx="40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E842861-A79B-82C0-64F9-266B503017F5}"/>
              </a:ext>
            </a:extLst>
          </p:cNvPr>
          <p:cNvSpPr/>
          <p:nvPr/>
        </p:nvSpPr>
        <p:spPr>
          <a:xfrm>
            <a:off x="2970293" y="3348037"/>
            <a:ext cx="1979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Trash Can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667A58-98E6-4DB1-4593-7C2F88892D69}"/>
              </a:ext>
            </a:extLst>
          </p:cNvPr>
          <p:cNvSpPr/>
          <p:nvPr/>
        </p:nvSpPr>
        <p:spPr>
          <a:xfrm>
            <a:off x="894488" y="379428"/>
            <a:ext cx="15456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3. </a:t>
            </a:r>
            <a:r>
              <a:rPr lang="ko-KR" altLang="en-US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게임 기획</a:t>
            </a:r>
            <a:endParaRPr lang="ko-KR" altLang="en-US" sz="20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pic>
        <p:nvPicPr>
          <p:cNvPr id="13" name="그림 12" descr="텍스트, 스크린샷, 멀티미디어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456381-74AE-3DA1-3F19-78FE442E6D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7" b="1"/>
          <a:stretch>
            <a:fillRect/>
          </a:stretch>
        </p:blipFill>
        <p:spPr>
          <a:xfrm>
            <a:off x="959150" y="1012953"/>
            <a:ext cx="4501347" cy="2527992"/>
          </a:xfrm>
          <a:prstGeom prst="rect">
            <a:avLst/>
          </a:prstGeom>
        </p:spPr>
      </p:pic>
      <p:pic>
        <p:nvPicPr>
          <p:cNvPr id="14" name="그림 13" descr="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4D9F78-3D95-2B50-74BD-C64EBAB2D8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1"/>
          <a:stretch>
            <a:fillRect/>
          </a:stretch>
        </p:blipFill>
        <p:spPr>
          <a:xfrm>
            <a:off x="959149" y="3616503"/>
            <a:ext cx="2737143" cy="1534259"/>
          </a:xfrm>
          <a:prstGeom prst="rect">
            <a:avLst/>
          </a:prstGeom>
        </p:spPr>
      </p:pic>
      <p:pic>
        <p:nvPicPr>
          <p:cNvPr id="16" name="그림 15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E07F41-473E-FB4C-C049-B91F90D3E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925" y="4922622"/>
            <a:ext cx="2727571" cy="1534259"/>
          </a:xfrm>
          <a:prstGeom prst="rect">
            <a:avLst/>
          </a:prstGeom>
          <a:ln>
            <a:solidFill>
              <a:srgbClr val="404040"/>
            </a:solidFill>
          </a:ln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DB94E5-7AEC-CBC0-7E45-287DA3E4D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889637"/>
              </p:ext>
            </p:extLst>
          </p:nvPr>
        </p:nvGraphicFramePr>
        <p:xfrm>
          <a:off x="5959010" y="2403755"/>
          <a:ext cx="5273840" cy="411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305">
                  <a:extLst>
                    <a:ext uri="{9D8B030D-6E8A-4147-A177-3AD203B41FA5}">
                      <a16:colId xmlns:a16="http://schemas.microsoft.com/office/drawing/2014/main" val="995428446"/>
                    </a:ext>
                  </a:extLst>
                </a:gridCol>
                <a:gridCol w="4071535">
                  <a:extLst>
                    <a:ext uri="{9D8B030D-6E8A-4147-A177-3AD203B41FA5}">
                      <a16:colId xmlns:a16="http://schemas.microsoft.com/office/drawing/2014/main" val="1177074819"/>
                    </a:ext>
                  </a:extLst>
                </a:gridCol>
              </a:tblGrid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프로젝트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Magical Subway</a:t>
                      </a:r>
                      <a:endParaRPr lang="ko-KR" altLang="en-US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18826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장르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2D </a:t>
                      </a:r>
                      <a:r>
                        <a:rPr lang="ko-KR" altLang="en-US" sz="16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횡스크롤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러닝 액션 게임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42537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개발 기간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2024.08~2025.07</a:t>
                      </a:r>
                      <a:endParaRPr lang="ko-KR" altLang="en-US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97473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사용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윈도우 프로그래밍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클립 스튜디오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파워포인트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71654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참여 내용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게임 시나리오 기획 및 다이얼로그 작성</a:t>
                      </a:r>
                      <a:endParaRPr lang="en-US" altLang="ko-KR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플레이어 캐릭터 및 몬스터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필드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3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종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보스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1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종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)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의 전투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기획</a:t>
                      </a:r>
                      <a:endParaRPr lang="en-US" altLang="ko-KR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스테이지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4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개의 레벨 디자인</a:t>
                      </a:r>
                      <a:b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</a:b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스테이지마다 점차 어려워지고 새로운 퍼즐 추가</a:t>
                      </a:r>
                      <a:endParaRPr lang="en-US" altLang="ko-KR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2D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캐릭터 애니메이션 제작에 참여</a:t>
                      </a:r>
                      <a:endParaRPr lang="en-US" altLang="ko-KR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0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오브젝트 및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UI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의 아이콘 및 애니메이션 제작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18634"/>
                  </a:ext>
                </a:extLst>
              </a:tr>
            </a:tbl>
          </a:graphicData>
        </a:graphic>
      </p:graphicFrame>
      <p:pic>
        <p:nvPicPr>
          <p:cNvPr id="17" name="그림 16" descr="텍스트, 스크린샷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5FA9A-C16E-0739-6860-6AD94C20B1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447" y="223837"/>
            <a:ext cx="3284966" cy="2043309"/>
          </a:xfrm>
          <a:prstGeom prst="rect">
            <a:avLst/>
          </a:prstGeom>
        </p:spPr>
      </p:pic>
      <p:sp>
        <p:nvSpPr>
          <p:cNvPr id="18" name="오각형 8">
            <a:extLst>
              <a:ext uri="{FF2B5EF4-FFF2-40B4-BE49-F238E27FC236}">
                <a16:creationId xmlns:a16="http://schemas.microsoft.com/office/drawing/2014/main" id="{C0DAB5C1-8A53-D022-1BA1-5A76546D81E3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B6DA33-07B7-1726-6F6B-AE3C88E490CC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4D6C0A0-1A40-7268-C0E0-42C241CBD0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6608" y="223837"/>
            <a:ext cx="891637" cy="89163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CA68C366-3E2B-7B4D-A74D-3FCF0A293CF4}"/>
              </a:ext>
            </a:extLst>
          </p:cNvPr>
          <p:cNvSpPr/>
          <p:nvPr/>
        </p:nvSpPr>
        <p:spPr>
          <a:xfrm>
            <a:off x="10860505" y="1094127"/>
            <a:ext cx="1083845" cy="239373"/>
          </a:xfrm>
          <a:prstGeom prst="rect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전체 기획서 링크</a:t>
            </a:r>
          </a:p>
        </p:txBody>
      </p:sp>
    </p:spTree>
    <p:extLst>
      <p:ext uri="{BB962C8B-B14F-4D97-AF65-F5344CB8AC3E}">
        <p14:creationId xmlns:p14="http://schemas.microsoft.com/office/powerpoint/2010/main" val="28945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94D2-B8B1-22FD-4A28-8844FD00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C943069-7EC1-A7F8-2BEC-E8393631E6EC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오각형 4">
            <a:extLst>
              <a:ext uri="{FF2B5EF4-FFF2-40B4-BE49-F238E27FC236}">
                <a16:creationId xmlns:a16="http://schemas.microsoft.com/office/drawing/2014/main" id="{7C9A9EE1-4462-A5D8-1FC4-D9113A6214D6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E4E23098-03F4-B987-5411-C7AC1BB22BF4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>
            <a:extLst>
              <a:ext uri="{FF2B5EF4-FFF2-40B4-BE49-F238E27FC236}">
                <a16:creationId xmlns:a16="http://schemas.microsoft.com/office/drawing/2014/main" id="{4C53A3CE-7E95-3A61-09D8-46A5218AD80B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EFD854-7C86-26D3-18E0-B6EA709A84E2}"/>
              </a:ext>
            </a:extLst>
          </p:cNvPr>
          <p:cNvSpPr/>
          <p:nvPr/>
        </p:nvSpPr>
        <p:spPr>
          <a:xfrm>
            <a:off x="182988" y="552062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E199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8EBE04-930B-7587-C836-36F5EC3BC80A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C749E4-E49F-7E2A-F1B4-63284CAA64B9}"/>
              </a:ext>
            </a:extLst>
          </p:cNvPr>
          <p:cNvSpPr/>
          <p:nvPr/>
        </p:nvSpPr>
        <p:spPr>
          <a:xfrm>
            <a:off x="182988" y="1485512"/>
            <a:ext cx="40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A495A86-F520-9F76-F89E-480109AA00B0}"/>
              </a:ext>
            </a:extLst>
          </p:cNvPr>
          <p:cNvSpPr/>
          <p:nvPr/>
        </p:nvSpPr>
        <p:spPr>
          <a:xfrm>
            <a:off x="2970293" y="3348037"/>
            <a:ext cx="1979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Trash Can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F3760D-91D6-A2EF-D414-5AA4D46AECBD}"/>
              </a:ext>
            </a:extLst>
          </p:cNvPr>
          <p:cNvSpPr/>
          <p:nvPr/>
        </p:nvSpPr>
        <p:spPr>
          <a:xfrm>
            <a:off x="894488" y="379428"/>
            <a:ext cx="15456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3. </a:t>
            </a:r>
            <a:r>
              <a:rPr lang="ko-KR" altLang="en-US" sz="20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게임 기획</a:t>
            </a:r>
            <a:endParaRPr lang="ko-KR" altLang="en-US" sz="20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pic>
        <p:nvPicPr>
          <p:cNvPr id="13" name="그림 12" descr="텍스트, 스크린샷, 멀티미디어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4321D8-C73A-12B1-AD1B-47E47F374D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7" b="1"/>
          <a:stretch>
            <a:fillRect/>
          </a:stretch>
        </p:blipFill>
        <p:spPr>
          <a:xfrm>
            <a:off x="959150" y="1012953"/>
            <a:ext cx="4501347" cy="2527992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B4E82EA-14B2-BE1D-64A3-38C270AB6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993938"/>
              </p:ext>
            </p:extLst>
          </p:nvPr>
        </p:nvGraphicFramePr>
        <p:xfrm>
          <a:off x="5959010" y="2403755"/>
          <a:ext cx="5273840" cy="2654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305">
                  <a:extLst>
                    <a:ext uri="{9D8B030D-6E8A-4147-A177-3AD203B41FA5}">
                      <a16:colId xmlns:a16="http://schemas.microsoft.com/office/drawing/2014/main" val="995428446"/>
                    </a:ext>
                  </a:extLst>
                </a:gridCol>
                <a:gridCol w="4071535">
                  <a:extLst>
                    <a:ext uri="{9D8B030D-6E8A-4147-A177-3AD203B41FA5}">
                      <a16:colId xmlns:a16="http://schemas.microsoft.com/office/drawing/2014/main" val="1177074819"/>
                    </a:ext>
                  </a:extLst>
                </a:gridCol>
              </a:tblGrid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프로젝트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SPACE ROBBER (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졸업작품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18826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장르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3D 1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인칭 자원수집 생존 협동 게임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42537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개발 기간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2025.08~2026.05 (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진행 중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97473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사용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언리얼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엔진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5, 3ds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Max,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파워포인트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71654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참여 내용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‘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게임의 리플레이 가치 향상 방법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’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연구</a:t>
                      </a:r>
                      <a:endParaRPr lang="en-US" altLang="ko-KR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게임 내 동적 난이도 조절 시스템 기획</a:t>
                      </a:r>
                      <a:endParaRPr lang="en-US" altLang="ko-KR" sz="16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3D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리소스 제작 참여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18634"/>
                  </a:ext>
                </a:extLst>
              </a:tr>
            </a:tbl>
          </a:graphicData>
        </a:graphic>
      </p:graphicFrame>
      <p:pic>
        <p:nvPicPr>
          <p:cNvPr id="6" name="그림 5" descr="텍스트, 그래픽 디자인, 클립아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C8E3D2-3660-3B32-2253-0FD581B8F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49" y="1012953"/>
            <a:ext cx="4494210" cy="2527992"/>
          </a:xfrm>
          <a:prstGeom prst="rect">
            <a:avLst/>
          </a:prstGeom>
          <a:ln>
            <a:solidFill>
              <a:srgbClr val="404040"/>
            </a:solidFill>
          </a:ln>
        </p:spPr>
      </p:pic>
      <p:pic>
        <p:nvPicPr>
          <p:cNvPr id="15" name="그림 14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C0D675-8772-6653-595C-BEAEBF717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87" y="3615787"/>
            <a:ext cx="2795846" cy="1572663"/>
          </a:xfrm>
          <a:prstGeom prst="rect">
            <a:avLst/>
          </a:prstGeom>
          <a:ln>
            <a:solidFill>
              <a:srgbClr val="404040"/>
            </a:solidFill>
          </a:ln>
        </p:spPr>
      </p:pic>
      <p:pic>
        <p:nvPicPr>
          <p:cNvPr id="18" name="그림 17" descr="텍스트, 스크린샷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E94FE9-3A5C-1240-53BA-8C44918C3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513" y="4838395"/>
            <a:ext cx="2795846" cy="1572663"/>
          </a:xfrm>
          <a:prstGeom prst="rect">
            <a:avLst/>
          </a:prstGeom>
          <a:ln>
            <a:solidFill>
              <a:srgbClr val="404040"/>
            </a:solidFill>
          </a:ln>
        </p:spPr>
      </p:pic>
      <p:pic>
        <p:nvPicPr>
          <p:cNvPr id="20" name="그림 19" descr="텍스트, 폰트, 타이포그래피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ABDAB5-8B98-908C-BF0F-335D7A2BE3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8" t="23129" r="25008" b="28695"/>
          <a:stretch>
            <a:fillRect/>
          </a:stretch>
        </p:blipFill>
        <p:spPr>
          <a:xfrm>
            <a:off x="7295554" y="447324"/>
            <a:ext cx="2600753" cy="1772352"/>
          </a:xfrm>
          <a:prstGeom prst="rect">
            <a:avLst/>
          </a:prstGeom>
        </p:spPr>
      </p:pic>
      <p:sp>
        <p:nvSpPr>
          <p:cNvPr id="21" name="오각형 8">
            <a:extLst>
              <a:ext uri="{FF2B5EF4-FFF2-40B4-BE49-F238E27FC236}">
                <a16:creationId xmlns:a16="http://schemas.microsoft.com/office/drawing/2014/main" id="{906C7D0C-D65F-6EBD-E2BE-F9EB2AF086E5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A952ED-53C3-8F32-2915-FF5CCE331476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AABA2F9-1329-9AB3-0A38-D8A8C81AB4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6608" y="223837"/>
            <a:ext cx="891637" cy="891637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072665-F3F4-C373-FCD8-0C5139AC3BA4}"/>
              </a:ext>
            </a:extLst>
          </p:cNvPr>
          <p:cNvSpPr/>
          <p:nvPr/>
        </p:nvSpPr>
        <p:spPr>
          <a:xfrm>
            <a:off x="10860505" y="1094127"/>
            <a:ext cx="1083845" cy="239373"/>
          </a:xfrm>
          <a:prstGeom prst="rect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전체 기획서 링크</a:t>
            </a:r>
          </a:p>
        </p:txBody>
      </p:sp>
    </p:spTree>
    <p:extLst>
      <p:ext uri="{BB962C8B-B14F-4D97-AF65-F5344CB8AC3E}">
        <p14:creationId xmlns:p14="http://schemas.microsoft.com/office/powerpoint/2010/main" val="425665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809C900-27E6-5D92-7C94-A327FE77EBF9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각 삼각형 11"/>
          <p:cNvSpPr/>
          <p:nvPr/>
        </p:nvSpPr>
        <p:spPr>
          <a:xfrm flipH="1" flipV="1">
            <a:off x="247650" y="223837"/>
            <a:ext cx="11696700" cy="6410325"/>
          </a:xfrm>
          <a:prstGeom prst="rtTriangl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379" y="5486929"/>
            <a:ext cx="535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Thank you</a:t>
            </a:r>
            <a:endParaRPr lang="ko-KR" altLang="en-US" sz="4800" b="1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594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755</Words>
  <Application>Microsoft Office PowerPoint</Application>
  <PresentationFormat>와이드스크린</PresentationFormat>
  <Paragraphs>231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SB 어그로 Bold</vt:lpstr>
      <vt:lpstr>SB 어그로 Light</vt:lpstr>
      <vt:lpstr>SB 어그로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EXC</dc:creator>
  <cp:lastModifiedBy>이하나 윤</cp:lastModifiedBy>
  <cp:revision>35</cp:revision>
  <dcterms:created xsi:type="dcterms:W3CDTF">2022-10-14T06:49:57Z</dcterms:created>
  <dcterms:modified xsi:type="dcterms:W3CDTF">2026-08-24T09:26:07Z</dcterms:modified>
</cp:coreProperties>
</file>