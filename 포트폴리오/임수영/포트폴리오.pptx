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0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E66D4D-7769-6700-C40C-87384C70B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1C25ED-1175-8A0B-E2CB-243D6012E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F77298-C487-05AC-AFA7-188D9F65C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879E03-6534-664E-A4A7-1081AC70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E87EF0-ED21-DE75-0196-3F5B3ADC0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85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11D03-69B1-5620-44FB-1A66A64AA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03EB5-8F2D-32C6-AB3E-A9487175F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23FA7D-A585-2AE4-99E8-FB0122A70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5D2B1D-4382-8D89-E5DB-F1FBDFEA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DC7F3-E8EE-598D-B4D0-BCC54039D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07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E9AE-C994-4AD0-7158-B344AB33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E464AF-7B23-2570-59BE-C492D4E3A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12780C-2AEF-767C-0D87-03FB92F0C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C61D95-DEC7-2F49-C003-BBE3FD0C6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C43DFD-490D-15FC-8F77-7B3AA3FD2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855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F91C9D-8D2C-5EAE-1AF0-9CB81FE1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9925C7-5479-62CB-725B-B71070842F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CF23415-9082-53D6-25F2-9D5A1A1E26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9729F-A5B9-AC52-B907-686FE949F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F6153F-BC32-5D73-1E6C-F87FE979F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1DC444-08B3-C477-7BBD-F867E4E2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0038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54D4F-F8A1-B191-682A-21742852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B9C0C-D688-9C70-AE8A-96DA3A583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159EB-F7FE-DFDF-AFB4-282F14312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7D633F2-DEF1-8E90-85B3-920995C96A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93508F0-6D7B-ED47-E155-FAFBF068B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4E75E8-7C66-462B-B3AA-7555EA9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30EA585-92B2-13C1-1212-C7B9B1B2B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931DB4-56AF-87E4-B796-0B02C9E3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8647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CAEE68-CF64-E20A-61AE-AC817CC7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E5721F2-DD0D-547A-A631-87455AF62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23D0F57-87DD-59F3-B791-0DAEFBB73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986F70-1612-E1B4-D26C-FB96021BD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5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484E4C-5A66-665C-95B5-4030E7492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1A2E197-D837-EAD3-92E9-587A69B9C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ACCBB9-1D45-65C8-95B3-C8488706E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33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C6F35-CBBB-75D4-47C4-6C09EA1E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779777-6489-E4A9-D879-F25070407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F975C1D-C992-C063-2439-A71FE189E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859851-B6A9-447A-4CA2-37C0E8425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630F3F-216C-2AF5-D036-CD541362A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5A3E59-74C2-6A37-850A-811B57C0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614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907987-2564-8DAA-56BC-8D92AE3BE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0385BA-8596-7DCB-7728-AC2EBCDDB7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548B3B-FA5D-470F-81E7-04C1559836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4BEC2A-5761-0B55-2B08-6CBC85358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E4C77A-5608-9F75-F8D1-272307A85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B6B331-59F6-4D40-720E-61608DF2C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53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918D08-2AAC-1EC8-FE66-EBA1456B8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3E9ED7-6672-AC50-224A-AADC281E1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3BAEBD-3B72-47E9-5B68-F5BB6FF1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5F32BB-0182-B447-C234-7CB813A64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0391C6-51D3-5BE7-77A8-C54B49043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514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E0C3B1F-56EA-87E4-87C3-65DB79607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D6BB2A4-B3E2-257B-625A-E0E3C46D6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BC89F9-8077-B067-1772-558AF20C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20BFA-A02D-CF2A-65E7-DED631A4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1583FB-B2BF-87FC-E021-07FBE0FA5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209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BD9D87-6028-6DDB-809E-B908800F3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EA062C-68E5-1CB3-B470-80C6311D2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7FE46-AAD6-60BC-AFB1-49A28CAF46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47377C-5B55-4D7C-924D-76D4776FF1FB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BC216E-F183-15BB-091D-BE752B922E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65B7DA-B5AD-8A42-3A32-95297768F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349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imi5231/B1A2_project.gi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imi5231/NGP_project.gi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3815E4-8AA1-9A25-5216-142F717230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포트폴리오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BA64B8-ACFD-92F6-69B0-8AD2DDFE34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4436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BB117-47C5-CD98-6342-1EF9727E0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3650B-6AA3-7ED5-1CEE-BCB7AE57A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129" y="345615"/>
            <a:ext cx="2359742" cy="1030902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C7E56-F686-6105-BF68-29C717C57D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619" y="1773238"/>
            <a:ext cx="9144000" cy="1655762"/>
          </a:xfrm>
        </p:spPr>
        <p:txBody>
          <a:bodyPr>
            <a:normAutofit lnSpcReduction="10000"/>
          </a:bodyPr>
          <a:lstStyle/>
          <a:p>
            <a:pPr marL="457200" indent="-457200" algn="l">
              <a:buAutoNum type="arabicPeriod"/>
            </a:pPr>
            <a:r>
              <a:rPr lang="ko-KR" altLang="en-US" dirty="0"/>
              <a:t>프로필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졸업작품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네트워크 게임 프로그래밍 </a:t>
            </a:r>
            <a:r>
              <a:rPr lang="ko-KR" altLang="en-US" dirty="0" err="1"/>
              <a:t>텀프로젝트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기타 프로젝트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73364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21478-05B3-99AB-C56F-284CB8EB6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B10933B-D36B-4779-8F76-DE32C5F05134}"/>
              </a:ext>
            </a:extLst>
          </p:cNvPr>
          <p:cNvSpPr/>
          <p:nvPr/>
        </p:nvSpPr>
        <p:spPr>
          <a:xfrm>
            <a:off x="1061884" y="1120877"/>
            <a:ext cx="2762864" cy="32249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사진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500680-F8B5-9906-B7AD-E9B6467DA50A}"/>
              </a:ext>
            </a:extLst>
          </p:cNvPr>
          <p:cNvSpPr txBox="1"/>
          <p:nvPr/>
        </p:nvSpPr>
        <p:spPr>
          <a:xfrm>
            <a:off x="1106760" y="4788310"/>
            <a:ext cx="2717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임수영 </a:t>
            </a:r>
            <a:r>
              <a:rPr lang="en-US" altLang="ko-KR" dirty="0"/>
              <a:t>/ Lim Soo Young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F550C-D70E-EEB0-9E4A-9161601E7EB8}"/>
              </a:ext>
            </a:extLst>
          </p:cNvPr>
          <p:cNvSpPr txBox="1"/>
          <p:nvPr/>
        </p:nvSpPr>
        <p:spPr>
          <a:xfrm>
            <a:off x="4906298" y="823195"/>
            <a:ext cx="470834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생년월일</a:t>
            </a:r>
            <a:r>
              <a:rPr lang="en-US" altLang="ko-KR" dirty="0"/>
              <a:t>: 2003.10.04</a:t>
            </a:r>
          </a:p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</a:p>
          <a:p>
            <a:r>
              <a:rPr lang="ko-KR" altLang="en-US" dirty="0"/>
              <a:t>주소</a:t>
            </a:r>
            <a:r>
              <a:rPr lang="en-US" altLang="ko-KR" dirty="0"/>
              <a:t>: </a:t>
            </a:r>
            <a:r>
              <a:rPr lang="ko-KR" altLang="en-US" dirty="0"/>
              <a:t>인천 </a:t>
            </a:r>
            <a:r>
              <a:rPr lang="ko-KR" altLang="en-US" dirty="0" err="1"/>
              <a:t>영종구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최종학력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-2022.02 </a:t>
            </a:r>
            <a:r>
              <a:rPr lang="ko-KR" altLang="en-US" dirty="0" err="1"/>
              <a:t>인천영종고등학교</a:t>
            </a:r>
            <a:r>
              <a:rPr lang="ko-KR" altLang="en-US" dirty="0"/>
              <a:t> 졸업</a:t>
            </a:r>
            <a:endParaRPr lang="en-US" altLang="ko-KR" dirty="0"/>
          </a:p>
          <a:p>
            <a:r>
              <a:rPr lang="en-US" altLang="ko-KR" dirty="0"/>
              <a:t>-2027.02 </a:t>
            </a:r>
            <a:r>
              <a:rPr lang="ko-KR" altLang="en-US" dirty="0"/>
              <a:t>한국공학대학교 졸업 예정</a:t>
            </a:r>
            <a:r>
              <a:rPr lang="en-US" altLang="ko-KR" dirty="0"/>
              <a:t>(</a:t>
            </a:r>
            <a:r>
              <a:rPr lang="ko-KR" altLang="en-US" dirty="0"/>
              <a:t>아마도</a:t>
            </a:r>
            <a:r>
              <a:rPr lang="en-US" altLang="ko-KR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D12127-C89A-D35B-E20C-F1B3CD054321}"/>
              </a:ext>
            </a:extLst>
          </p:cNvPr>
          <p:cNvSpPr txBox="1"/>
          <p:nvPr/>
        </p:nvSpPr>
        <p:spPr>
          <a:xfrm>
            <a:off x="4906298" y="4003480"/>
            <a:ext cx="147989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언어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-C</a:t>
            </a:r>
          </a:p>
          <a:p>
            <a:r>
              <a:rPr lang="en-US" altLang="ko-KR" dirty="0"/>
              <a:t>-C++20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클라이언트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-Win32API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9ABF7A-7CF7-57AC-4CC2-5738DB90FAEC}"/>
              </a:ext>
            </a:extLst>
          </p:cNvPr>
          <p:cNvSpPr txBox="1"/>
          <p:nvPr/>
        </p:nvSpPr>
        <p:spPr>
          <a:xfrm>
            <a:off x="7463152" y="4003480"/>
            <a:ext cx="174438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서버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-IOCP</a:t>
            </a:r>
          </a:p>
          <a:p>
            <a:r>
              <a:rPr lang="en-US" altLang="ko-KR" dirty="0"/>
              <a:t>-</a:t>
            </a:r>
            <a:r>
              <a:rPr lang="en-US" altLang="ko-KR" dirty="0" err="1"/>
              <a:t>MultiThread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[ETC]</a:t>
            </a:r>
          </a:p>
          <a:p>
            <a:r>
              <a:rPr lang="en-US" altLang="ko-KR" dirty="0"/>
              <a:t>-MSSQL/ODBC</a:t>
            </a:r>
          </a:p>
          <a:p>
            <a:r>
              <a:rPr lang="en-US" altLang="ko-KR" dirty="0"/>
              <a:t>-Git</a:t>
            </a:r>
          </a:p>
        </p:txBody>
      </p:sp>
    </p:spTree>
    <p:extLst>
      <p:ext uri="{BB962C8B-B14F-4D97-AF65-F5344CB8AC3E}">
        <p14:creationId xmlns:p14="http://schemas.microsoft.com/office/powerpoint/2010/main" val="3824589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EED42-8486-0055-4036-AC237054C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52B5D6E-4907-7BCA-F943-523B6261F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06187"/>
              </p:ext>
            </p:extLst>
          </p:nvPr>
        </p:nvGraphicFramePr>
        <p:xfrm>
          <a:off x="3493654" y="365125"/>
          <a:ext cx="8128000" cy="624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10327">
                  <a:extLst>
                    <a:ext uri="{9D8B030D-6E8A-4147-A177-3AD203B41FA5}">
                      <a16:colId xmlns:a16="http://schemas.microsoft.com/office/drawing/2014/main" val="2840878273"/>
                    </a:ext>
                  </a:extLst>
                </a:gridCol>
                <a:gridCol w="6317673">
                  <a:extLst>
                    <a:ext uri="{9D8B030D-6E8A-4147-A177-3AD203B41FA5}">
                      <a16:colId xmlns:a16="http://schemas.microsoft.com/office/drawing/2014/main" val="39830665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게임명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SpaceRobber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67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게임 장르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인칭 멀티플레이 협동 수집 액션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180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개발 기간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2025.04~2026.06</a:t>
                      </a:r>
                    </a:p>
                    <a:p>
                      <a:pPr latinLnBrk="1"/>
                      <a:r>
                        <a:rPr lang="ko-KR" altLang="en-US" dirty="0"/>
                        <a:t>추가 수정 기간</a:t>
                      </a:r>
                      <a:r>
                        <a:rPr lang="en-US" altLang="ko-KR" dirty="0"/>
                        <a:t>: 2026.08~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7747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개발 인원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명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클라이언트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기획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56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 기술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C++20, IOCP, MSSQL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659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역할 및 구현 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서버 프로그래머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서버 프레임워크 구축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클라이언트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서버 패킷 송수신 로직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플레이어 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방향</a:t>
                      </a:r>
                      <a:r>
                        <a:rPr lang="en-US" altLang="ko-KR" dirty="0"/>
                        <a:t>, State </a:t>
                      </a:r>
                      <a:r>
                        <a:rPr lang="ko-KR" altLang="en-US" dirty="0"/>
                        <a:t>등 각종 동기화 작업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-FSM </a:t>
                      </a:r>
                      <a:r>
                        <a:rPr lang="ko-KR" altLang="en-US" dirty="0"/>
                        <a:t>기반 몬스터 </a:t>
                      </a:r>
                      <a:r>
                        <a:rPr lang="en-US" altLang="ko-KR" dirty="0"/>
                        <a:t>AI</a:t>
                      </a:r>
                    </a:p>
                    <a:p>
                      <a:pPr latinLnBrk="1"/>
                      <a:r>
                        <a:rPr lang="en-US" altLang="ko-KR" dirty="0"/>
                        <a:t>-3</a:t>
                      </a:r>
                      <a:r>
                        <a:rPr lang="ko-KR" altLang="en-US" dirty="0"/>
                        <a:t>차원 배열을 이용한 </a:t>
                      </a:r>
                      <a:r>
                        <a:rPr lang="en-US" altLang="ko-KR" dirty="0"/>
                        <a:t>A* </a:t>
                      </a:r>
                      <a:r>
                        <a:rPr lang="ko-KR" altLang="en-US" dirty="0" err="1"/>
                        <a:t>길찾기</a:t>
                      </a:r>
                      <a:r>
                        <a:rPr lang="ko-KR" altLang="en-US" dirty="0"/>
                        <a:t> 알고리즘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프로토콜 및 패킷 설계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랜덤 맵 생성 로직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아이템 드랍 및 획득 로직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퀘스트 시스템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몬스터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플레이어 충돌 처리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-DB </a:t>
                      </a:r>
                      <a:r>
                        <a:rPr lang="ko-KR" altLang="en-US" dirty="0"/>
                        <a:t>연동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9478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Git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hlinkClick r:id="rId2"/>
                        </a:rPr>
                        <a:t>https://github.com/kimi5231/B1A2_project.git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139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시연 영상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제작중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132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6822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2370-844C-E5B0-A803-14D4F6A7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9239BD-C4F6-61D8-BCAF-1462396D9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</a:t>
            </a:r>
            <a:r>
              <a:rPr lang="en-US" altLang="ko-KR" dirty="0"/>
              <a:t>:</a:t>
            </a:r>
            <a:r>
              <a:rPr lang="ko-KR" altLang="en-US" dirty="0"/>
              <a:t> 중요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AB7CE7-8CD1-176D-BB6B-41345B170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패킷</a:t>
            </a:r>
            <a:r>
              <a:rPr lang="en-US" altLang="ko-KR" dirty="0"/>
              <a:t> </a:t>
            </a:r>
            <a:r>
              <a:rPr lang="ko-KR" altLang="en-US" dirty="0" err="1"/>
              <a:t>재조립</a:t>
            </a:r>
            <a:endParaRPr lang="en-US" altLang="ko-KR" dirty="0"/>
          </a:p>
          <a:p>
            <a:r>
              <a:rPr lang="ko-KR" altLang="en-US" dirty="0"/>
              <a:t>배열과 </a:t>
            </a:r>
            <a:r>
              <a:rPr lang="en-US" altLang="ko-KR" dirty="0" err="1"/>
              <a:t>ObjectPoolState</a:t>
            </a:r>
            <a:r>
              <a:rPr lang="ko-KR" altLang="en-US" dirty="0"/>
              <a:t>를 활용한 </a:t>
            </a:r>
            <a:r>
              <a:rPr lang="en-US" altLang="ko-KR" dirty="0"/>
              <a:t>Object </a:t>
            </a:r>
            <a:r>
              <a:rPr lang="ko-KR" altLang="en-US" dirty="0"/>
              <a:t>재사용</a:t>
            </a:r>
          </a:p>
        </p:txBody>
      </p:sp>
    </p:spTree>
    <p:extLst>
      <p:ext uri="{BB962C8B-B14F-4D97-AF65-F5344CB8AC3E}">
        <p14:creationId xmlns:p14="http://schemas.microsoft.com/office/powerpoint/2010/main" val="1645061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3AE8-7020-4B0F-9380-80F4F0EB3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7AE26-51C7-048D-FAD0-BB4BCF6EC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</a:t>
            </a:r>
            <a:r>
              <a:rPr lang="en-US" altLang="ko-KR" dirty="0"/>
              <a:t>: </a:t>
            </a:r>
            <a:r>
              <a:rPr lang="ko-KR" altLang="en-US" dirty="0"/>
              <a:t>기타 구현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5FD2BA-876F-9A1B-B1C1-ACA36AA94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DB </a:t>
            </a:r>
            <a:r>
              <a:rPr lang="ko-KR" altLang="en-US" dirty="0"/>
              <a:t>쓰레드</a:t>
            </a:r>
            <a:endParaRPr lang="en-US" altLang="ko-KR" dirty="0"/>
          </a:p>
          <a:p>
            <a:r>
              <a:rPr lang="en-US" altLang="ko-KR" dirty="0"/>
              <a:t>FSM</a:t>
            </a:r>
            <a:r>
              <a:rPr lang="ko-KR" altLang="en-US" dirty="0"/>
              <a:t>을 이용한 몬스터 </a:t>
            </a:r>
            <a:r>
              <a:rPr lang="en-US" altLang="ko-KR" dirty="0"/>
              <a:t>AI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차원 배열을 이용한 </a:t>
            </a:r>
            <a:r>
              <a:rPr lang="en-US" altLang="ko-KR" dirty="0"/>
              <a:t>A* </a:t>
            </a:r>
            <a:r>
              <a:rPr lang="ko-KR" altLang="en-US" dirty="0" err="1"/>
              <a:t>길찾기</a:t>
            </a:r>
            <a:r>
              <a:rPr lang="ko-KR" altLang="en-US" dirty="0"/>
              <a:t> 알고리즘</a:t>
            </a:r>
            <a:endParaRPr lang="en-US" altLang="ko-KR" dirty="0"/>
          </a:p>
          <a:p>
            <a:r>
              <a:rPr lang="ko-KR" altLang="en-US" dirty="0"/>
              <a:t>랜덤 맵 생성 로직</a:t>
            </a:r>
            <a:endParaRPr lang="en-US" altLang="ko-KR" dirty="0"/>
          </a:p>
          <a:p>
            <a:r>
              <a:rPr lang="ko-KR" altLang="en-US" dirty="0"/>
              <a:t>아이템 드랍 및 획득 로직</a:t>
            </a:r>
            <a:endParaRPr lang="en-US" altLang="ko-KR" dirty="0"/>
          </a:p>
          <a:p>
            <a:r>
              <a:rPr lang="ko-KR" altLang="en-US" dirty="0"/>
              <a:t>퀘스트 로직</a:t>
            </a:r>
            <a:endParaRPr lang="en-US" altLang="ko-KR" dirty="0"/>
          </a:p>
          <a:p>
            <a:r>
              <a:rPr lang="ko-KR" altLang="en-US" dirty="0"/>
              <a:t>몬스터</a:t>
            </a:r>
            <a:r>
              <a:rPr lang="en-US" altLang="ko-KR" dirty="0"/>
              <a:t>/</a:t>
            </a:r>
            <a:r>
              <a:rPr lang="ko-KR" altLang="en-US" dirty="0"/>
              <a:t>플레이어 충돌 처리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672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7F079-D3DC-6465-1D5F-0B1EB1AF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B0126-ED97-5998-7495-EA7847984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</a:t>
            </a:r>
            <a:r>
              <a:rPr lang="en-US" altLang="ko-KR" dirty="0"/>
              <a:t>: </a:t>
            </a:r>
            <a:r>
              <a:rPr lang="ko-KR" altLang="en-US" dirty="0"/>
              <a:t>기타 구현 내용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8F879-A3A1-973F-034A-723BD7D14D2E}"/>
              </a:ext>
            </a:extLst>
          </p:cNvPr>
          <p:cNvSpPr txBox="1"/>
          <p:nvPr/>
        </p:nvSpPr>
        <p:spPr>
          <a:xfrm>
            <a:off x="838200" y="1794654"/>
            <a:ext cx="32973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DB </a:t>
            </a:r>
            <a:r>
              <a:rPr lang="ko-KR" altLang="en-US" dirty="0"/>
              <a:t>쓰레드</a:t>
            </a:r>
            <a:endParaRPr lang="en-US" altLang="ko-KR" dirty="0"/>
          </a:p>
          <a:p>
            <a:r>
              <a:rPr lang="en-US" altLang="ko-KR" sz="1200" dirty="0"/>
              <a:t>DB</a:t>
            </a:r>
            <a:r>
              <a:rPr lang="ko-KR" altLang="en-US" sz="1200" dirty="0"/>
              <a:t> 연동 딜레이를 제외하기</a:t>
            </a:r>
            <a:r>
              <a:rPr lang="en-US" altLang="ko-KR" sz="1200" dirty="0"/>
              <a:t> </a:t>
            </a:r>
            <a:r>
              <a:rPr lang="ko-KR" altLang="en-US" sz="1200" dirty="0"/>
              <a:t>위해 </a:t>
            </a:r>
            <a:r>
              <a:rPr lang="en-US" altLang="ko-KR" sz="1200" dirty="0"/>
              <a:t>DB </a:t>
            </a:r>
            <a:r>
              <a:rPr lang="ko-KR" altLang="en-US" sz="1200" dirty="0"/>
              <a:t>쓰레드를 추가 후</a:t>
            </a:r>
            <a:r>
              <a:rPr lang="en-US" altLang="ko-KR" sz="1200" dirty="0"/>
              <a:t>, IOCP </a:t>
            </a:r>
            <a:r>
              <a:rPr lang="ko-KR" altLang="en-US" sz="1200" dirty="0"/>
              <a:t>이벤트를 활용하여 비동기식으로 연동되게 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3F51EB-EF8F-49CD-84F4-DF2D80676E45}"/>
              </a:ext>
            </a:extLst>
          </p:cNvPr>
          <p:cNvSpPr txBox="1"/>
          <p:nvPr/>
        </p:nvSpPr>
        <p:spPr>
          <a:xfrm>
            <a:off x="4447309" y="1794654"/>
            <a:ext cx="329738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FSM</a:t>
            </a:r>
            <a:r>
              <a:rPr lang="ko-KR" altLang="en-US" dirty="0"/>
              <a:t>을 이용한 몬스터 </a:t>
            </a:r>
            <a:r>
              <a:rPr lang="en-US" altLang="ko-KR" dirty="0"/>
              <a:t>AI</a:t>
            </a:r>
          </a:p>
          <a:p>
            <a:r>
              <a:rPr lang="ko-KR" altLang="en-US" sz="1200" dirty="0"/>
              <a:t>몬스터마다 </a:t>
            </a:r>
            <a:r>
              <a:rPr lang="en-US" altLang="ko-KR" sz="1200" dirty="0"/>
              <a:t>FSM </a:t>
            </a:r>
            <a:r>
              <a:rPr lang="ko-KR" altLang="en-US" sz="1200" dirty="0"/>
              <a:t>클래스를 멤버 변수로 지니게 하여</a:t>
            </a:r>
            <a:r>
              <a:rPr lang="en-US" altLang="ko-KR" sz="1200" dirty="0"/>
              <a:t>, State </a:t>
            </a:r>
            <a:r>
              <a:rPr lang="ko-KR" altLang="en-US" sz="1200" dirty="0"/>
              <a:t>전환이 가능하도록 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각 </a:t>
            </a:r>
            <a:r>
              <a:rPr lang="en-US" altLang="ko-KR" sz="1200" dirty="0"/>
              <a:t>State</a:t>
            </a:r>
            <a:r>
              <a:rPr lang="ko-KR" altLang="en-US" sz="1200" dirty="0"/>
              <a:t>들은 </a:t>
            </a:r>
            <a:r>
              <a:rPr lang="en-US" altLang="ko-KR" sz="1200" dirty="0"/>
              <a:t>State </a:t>
            </a:r>
            <a:r>
              <a:rPr lang="ko-KR" altLang="en-US" sz="1200" dirty="0"/>
              <a:t>클래스를 상속받아 모든 몬스터가 참조하여 사용할 수 있게 하였다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en-US" altLang="ko-KR" sz="1200" dirty="0" err="1"/>
              <a:t>FSM.h</a:t>
            </a:r>
            <a:r>
              <a:rPr lang="en-US" altLang="ko-KR" sz="1200" dirty="0"/>
              <a:t>/</a:t>
            </a:r>
            <a:r>
              <a:rPr lang="en-US" altLang="ko-KR" sz="1200" dirty="0" err="1"/>
              <a:t>cpp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State.h</a:t>
            </a:r>
            <a:r>
              <a:rPr lang="en-US" altLang="ko-KR" sz="1200" dirty="0"/>
              <a:t>/</a:t>
            </a:r>
            <a:r>
              <a:rPr lang="en-US" altLang="ko-KR" sz="1200" dirty="0" err="1"/>
              <a:t>cpp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96186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BEF3-82B2-0C4E-BE48-E5C1E61E2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1290B-D8A2-2340-01EB-D0415D00C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네트워크 게임 프로그래밍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DF35D7B-9F93-2046-0101-479264C261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472570"/>
              </p:ext>
            </p:extLst>
          </p:nvPr>
        </p:nvGraphicFramePr>
        <p:xfrm>
          <a:off x="3419763" y="1783051"/>
          <a:ext cx="8128000" cy="378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10327">
                  <a:extLst>
                    <a:ext uri="{9D8B030D-6E8A-4147-A177-3AD203B41FA5}">
                      <a16:colId xmlns:a16="http://schemas.microsoft.com/office/drawing/2014/main" val="2840878273"/>
                    </a:ext>
                  </a:extLst>
                </a:gridCol>
                <a:gridCol w="6317673">
                  <a:extLst>
                    <a:ext uri="{9D8B030D-6E8A-4147-A177-3AD203B41FA5}">
                      <a16:colId xmlns:a16="http://schemas.microsoft.com/office/drawing/2014/main" val="39830665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게임명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대초원의 모험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67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게임 장르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아케이드 슈팅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180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개발 기간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2025.10~2025.12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7747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개발 인원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56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 기술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C++20, Select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659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역할 및 구현 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서버 프레임워크 구축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클라이언트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서버 패킷 송수신 로직</a:t>
                      </a:r>
                      <a:endParaRPr lang="en-US" altLang="ko-KR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프로토콜 및 패킷 설계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플레이어 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방향</a:t>
                      </a:r>
                      <a:r>
                        <a:rPr lang="en-US" altLang="ko-KR" dirty="0"/>
                        <a:t>, State </a:t>
                      </a:r>
                      <a:r>
                        <a:rPr lang="ko-KR" altLang="en-US" dirty="0"/>
                        <a:t>등 각종 동기화 작업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9478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Git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hlinkClick r:id="rId2"/>
                        </a:rPr>
                        <a:t>https://github.com/kimi5231/NGP_project.git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139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시연 영상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제작 필요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132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706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7A29C-D504-C2A4-8630-0BEFE90BF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792210-6615-C537-0F94-E486EE1362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672C4F-2DA1-D9A2-5BDA-D3DB971637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6370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418</Words>
  <Application>Microsoft Office PowerPoint</Application>
  <PresentationFormat>와이드스크린</PresentationFormat>
  <Paragraphs>103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포트폴리오</vt:lpstr>
      <vt:lpstr>목차</vt:lpstr>
      <vt:lpstr>PowerPoint 프레젠테이션</vt:lpstr>
      <vt:lpstr>졸업작품</vt:lpstr>
      <vt:lpstr>졸업작품: 중요 내용</vt:lpstr>
      <vt:lpstr>졸업작품: 기타 구현 내용</vt:lpstr>
      <vt:lpstr>졸업작품: 기타 구현 내용</vt:lpstr>
      <vt:lpstr>네트워크 게임 프로그래밍</vt:lpstr>
      <vt:lpstr>감사합니다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SooYoung Lim</dc:creator>
  <cp:lastModifiedBy>임수영(2022184031)</cp:lastModifiedBy>
  <cp:revision>7</cp:revision>
  <dcterms:created xsi:type="dcterms:W3CDTF">2026-07-08T06:11:30Z</dcterms:created>
  <dcterms:modified xsi:type="dcterms:W3CDTF">2026-08-24T06:55:11Z</dcterms:modified>
</cp:coreProperties>
</file>