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66D4D-7769-6700-C40C-87384C70B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1C25ED-1175-8A0B-E2CB-243D6012E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F77298-C487-05AC-AFA7-188D9F65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879E03-6534-664E-A4A7-1081AC70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E87EF0-ED21-DE75-0196-3F5B3ADC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88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11D03-69B1-5620-44FB-1A66A64A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903EB5-8F2D-32C6-AB3E-A9487175F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3FA7D-A585-2AE4-99E8-FB0122A7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5D2B1D-4382-8D89-E5DB-F1FBDFEA6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DC7F3-E8EE-598D-B4D0-BCC54039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0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5E9AE-C994-4AD0-7158-B344AB33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E464AF-7B23-2570-59BE-C492D4E3A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2780C-2AEF-767C-0D87-03FB92F0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61D95-DEC7-2F49-C003-BBE3FD0C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43DFD-490D-15FC-8F77-7B3AA3FD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85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91C9D-8D2C-5EAE-1AF0-9CB81FE1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9925C7-5479-62CB-725B-B71070842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23415-9082-53D6-25F2-9D5A1A1E2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9729F-A5B9-AC52-B907-686FE949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6153F-BC32-5D73-1E6C-F87FE979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1DC444-08B3-C477-7BBD-F867E4E2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03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54D4F-F8A1-B191-682A-21742852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EB9C0C-D688-9C70-AE8A-96DA3A583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3159EB-F7FE-DFDF-AFB4-282F14312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D633F2-DEF1-8E90-85B3-920995C96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3508F0-6D7B-ED47-E155-FAFBF068B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4E75E8-7C66-462B-B3AA-7555EA93E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0EA585-92B2-13C1-1212-C7B9B1B2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931DB4-56AF-87E4-B796-0B02C9E3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4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CAEE68-CF64-E20A-61AE-AC817CC7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5721F2-DD0D-547A-A631-87455AF6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3D0F57-87DD-59F3-B791-0DAEFBB7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86F70-1612-E1B4-D26C-FB96021B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50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484E4C-5A66-665C-95B5-4030E749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A2E197-D837-EAD3-92E9-587A69B9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ACCBB9-1D45-65C8-95B3-C8488706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33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C6F35-CBBB-75D4-47C4-6C09EA1E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79777-6489-E4A9-D879-F25070407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75C1D-C992-C063-2439-A71FE189E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859851-B6A9-447A-4CA2-37C0E842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630F3F-216C-2AF5-D036-CD541362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5A3E59-74C2-6A37-850A-811B57C0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61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07987-2564-8DAA-56BC-8D92AE3B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0385BA-8596-7DCB-7728-AC2EBCDDB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548B3B-FA5D-470F-81E7-04C15598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4BEC2A-5761-0B55-2B08-6CBC8535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4C77A-5608-9F75-F8D1-272307A8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B6B331-59F6-4D40-720E-61608DF2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53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18D08-2AAC-1EC8-FE66-EBA1456B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3E9ED7-6672-AC50-224A-AADC281E1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3BAEBD-3B72-47E9-5B68-F5BB6FF1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5F32BB-0182-B447-C234-7CB813A6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0391C6-51D3-5BE7-77A8-C54B4904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51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0C3B1F-56EA-87E4-87C3-65DB79607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6BB2A4-B3E2-257B-625A-E0E3C46D6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C89F9-8077-B067-1772-558AF20C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20BFA-A02D-CF2A-65E7-DED631A4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583FB-B2BF-87FC-E021-07FBE0FA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209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BD9D87-6028-6DDB-809E-B908800F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A062C-68E5-1CB3-B470-80C6311D2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97FE46-AAD6-60BC-AFB1-49A28CAF4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7377C-5B55-4D7C-924D-76D4776FF1FB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C216E-F183-15BB-091D-BE752B922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5B7DA-B5AD-8A42-3A32-95297768F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7B5FF-1646-4505-9952-A17D71BDDB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34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3815E4-8AA1-9A25-5216-142F71723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포트폴리오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BA64B8-ACFD-92F6-69B0-8AD2DDFE34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연락처</a:t>
            </a:r>
            <a:r>
              <a:rPr lang="en-US" altLang="ko-KR" dirty="0"/>
              <a:t>: 010-5231-8669</a:t>
            </a:r>
          </a:p>
          <a:p>
            <a:r>
              <a:rPr lang="ko-KR" altLang="en-US" dirty="0"/>
              <a:t>메일</a:t>
            </a:r>
            <a:r>
              <a:rPr lang="en-US" altLang="ko-KR" dirty="0"/>
              <a:t>: djwjod@naver.com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43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BB117-47C5-CD98-6342-1EF9727E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3650B-6AA3-7ED5-1CEE-BCB7AE57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9" y="345615"/>
            <a:ext cx="2359742" cy="1030902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C7E56-F686-6105-BF68-29C717C5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19" y="1773238"/>
            <a:ext cx="9144000" cy="1655762"/>
          </a:xfrm>
        </p:spPr>
        <p:txBody>
          <a:bodyPr>
            <a:normAutofit lnSpcReduction="10000"/>
          </a:bodyPr>
          <a:lstStyle/>
          <a:p>
            <a:pPr marL="457200" indent="-457200" algn="l">
              <a:buAutoNum type="arabicPeriod"/>
            </a:pPr>
            <a:r>
              <a:rPr lang="ko-KR" altLang="en-US" dirty="0"/>
              <a:t>프로필</a:t>
            </a:r>
            <a:endParaRPr lang="en-US" altLang="ko-KR" dirty="0"/>
          </a:p>
          <a:p>
            <a:pPr marL="457200" indent="-457200" algn="l">
              <a:buAutoNum type="arabicPeriod"/>
            </a:pPr>
            <a:r>
              <a:rPr lang="ko-KR" altLang="en-US" dirty="0"/>
              <a:t>졸업작품</a:t>
            </a:r>
            <a:endParaRPr lang="en-US" altLang="ko-KR" dirty="0"/>
          </a:p>
          <a:p>
            <a:pPr marL="457200" indent="-457200" algn="l">
              <a:buAutoNum type="arabicPeriod"/>
            </a:pPr>
            <a:r>
              <a:rPr lang="ko-KR" altLang="en-US" dirty="0"/>
              <a:t>네트워크 게임 프로그래밍 과제</a:t>
            </a:r>
            <a:endParaRPr lang="en-US" altLang="ko-KR" dirty="0"/>
          </a:p>
          <a:p>
            <a:pPr marL="457200" indent="-457200" algn="l">
              <a:buAutoNum type="arabicPeriod"/>
            </a:pPr>
            <a:r>
              <a:rPr lang="ko-KR" altLang="en-US" dirty="0"/>
              <a:t>기타 프로젝트 </a:t>
            </a:r>
            <a:r>
              <a:rPr lang="en-US" altLang="ko-KR" dirty="0"/>
              <a:t>(</a:t>
            </a:r>
            <a:r>
              <a:rPr lang="ko-KR" altLang="en-US" dirty="0"/>
              <a:t>마지</a:t>
            </a:r>
            <a:r>
              <a:rPr lang="en-US" altLang="ko-KR" dirty="0"/>
              <a:t>, 2D </a:t>
            </a:r>
            <a:r>
              <a:rPr lang="ko-KR" altLang="en-US" dirty="0"/>
              <a:t>게임프로그래밍 과제</a:t>
            </a:r>
            <a:r>
              <a:rPr lang="en-US" altLang="ko-KR" dirty="0"/>
              <a:t>??)</a:t>
            </a:r>
          </a:p>
        </p:txBody>
      </p:sp>
    </p:spTree>
    <p:extLst>
      <p:ext uri="{BB962C8B-B14F-4D97-AF65-F5344CB8AC3E}">
        <p14:creationId xmlns:p14="http://schemas.microsoft.com/office/powerpoint/2010/main" val="147336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1478-05B3-99AB-C56F-284CB8EB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B10933B-D36B-4779-8F76-DE32C5F05134}"/>
              </a:ext>
            </a:extLst>
          </p:cNvPr>
          <p:cNvSpPr/>
          <p:nvPr/>
        </p:nvSpPr>
        <p:spPr>
          <a:xfrm>
            <a:off x="1061884" y="1120877"/>
            <a:ext cx="2762864" cy="3224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00680-F8B5-9906-B7AD-E9B6467DA50A}"/>
              </a:ext>
            </a:extLst>
          </p:cNvPr>
          <p:cNvSpPr txBox="1"/>
          <p:nvPr/>
        </p:nvSpPr>
        <p:spPr>
          <a:xfrm>
            <a:off x="1106760" y="4788310"/>
            <a:ext cx="2717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임수영 </a:t>
            </a:r>
            <a:r>
              <a:rPr lang="en-US" altLang="ko-KR" dirty="0"/>
              <a:t>/ Lim Soo Young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F550C-D70E-EEB0-9E4A-9161601E7EB8}"/>
              </a:ext>
            </a:extLst>
          </p:cNvPr>
          <p:cNvSpPr txBox="1"/>
          <p:nvPr/>
        </p:nvSpPr>
        <p:spPr>
          <a:xfrm>
            <a:off x="4906298" y="823195"/>
            <a:ext cx="47083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생년월일</a:t>
            </a:r>
            <a:r>
              <a:rPr lang="en-US" altLang="ko-KR" dirty="0"/>
              <a:t>: 2003.10.04</a:t>
            </a:r>
          </a:p>
          <a:p>
            <a:r>
              <a:rPr lang="ko-KR" altLang="en-US" dirty="0"/>
              <a:t>연락처</a:t>
            </a:r>
            <a:r>
              <a:rPr lang="en-US" altLang="ko-KR" dirty="0"/>
              <a:t>: 010-5231-8669</a:t>
            </a:r>
          </a:p>
          <a:p>
            <a:r>
              <a:rPr lang="ko-KR" altLang="en-US" dirty="0"/>
              <a:t>메일</a:t>
            </a:r>
            <a:r>
              <a:rPr lang="en-US" altLang="ko-KR" dirty="0"/>
              <a:t>: djwjod@naver.com</a:t>
            </a:r>
          </a:p>
          <a:p>
            <a:r>
              <a:rPr lang="ko-KR" altLang="en-US" dirty="0"/>
              <a:t>주소</a:t>
            </a:r>
            <a:r>
              <a:rPr lang="en-US" altLang="ko-KR" dirty="0"/>
              <a:t>: </a:t>
            </a:r>
            <a:r>
              <a:rPr lang="ko-KR" altLang="en-US" dirty="0"/>
              <a:t>인천 </a:t>
            </a:r>
            <a:r>
              <a:rPr lang="ko-KR" altLang="en-US" dirty="0" err="1"/>
              <a:t>영종구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최종학력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-2022.02 </a:t>
            </a:r>
            <a:r>
              <a:rPr lang="ko-KR" altLang="en-US" dirty="0" err="1"/>
              <a:t>인천영종고등학교</a:t>
            </a:r>
            <a:r>
              <a:rPr lang="ko-KR" altLang="en-US" dirty="0"/>
              <a:t> 졸업</a:t>
            </a:r>
            <a:endParaRPr lang="en-US" altLang="ko-KR" dirty="0"/>
          </a:p>
          <a:p>
            <a:r>
              <a:rPr lang="en-US" altLang="ko-KR" dirty="0"/>
              <a:t>-2027.02 </a:t>
            </a:r>
            <a:r>
              <a:rPr lang="ko-KR" altLang="en-US" dirty="0"/>
              <a:t>한국공학대학교 졸업 예정</a:t>
            </a:r>
            <a:r>
              <a:rPr lang="en-US" altLang="ko-KR" dirty="0"/>
              <a:t>(</a:t>
            </a:r>
            <a:r>
              <a:rPr lang="ko-KR" altLang="en-US" dirty="0"/>
              <a:t>아마도</a:t>
            </a:r>
            <a:r>
              <a:rPr lang="en-US" altLang="ko-K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12127-C89A-D35B-E20C-F1B3CD054321}"/>
              </a:ext>
            </a:extLst>
          </p:cNvPr>
          <p:cNvSpPr txBox="1"/>
          <p:nvPr/>
        </p:nvSpPr>
        <p:spPr>
          <a:xfrm>
            <a:off x="4906298" y="4003480"/>
            <a:ext cx="14798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언어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-C</a:t>
            </a:r>
          </a:p>
          <a:p>
            <a:r>
              <a:rPr lang="en-US" altLang="ko-KR" dirty="0"/>
              <a:t>-C++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클라이언트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-Win32API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9ABF7A-7CF7-57AC-4CC2-5738DB90FAEC}"/>
              </a:ext>
            </a:extLst>
          </p:cNvPr>
          <p:cNvSpPr txBox="1"/>
          <p:nvPr/>
        </p:nvSpPr>
        <p:spPr>
          <a:xfrm>
            <a:off x="7463152" y="4003480"/>
            <a:ext cx="21514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서버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-IOCP</a:t>
            </a:r>
          </a:p>
          <a:p>
            <a:r>
              <a:rPr lang="en-US" altLang="ko-KR" dirty="0"/>
              <a:t>-Select</a:t>
            </a:r>
          </a:p>
          <a:p>
            <a:r>
              <a:rPr lang="en-US" altLang="ko-KR" dirty="0"/>
              <a:t>-</a:t>
            </a:r>
            <a:r>
              <a:rPr lang="en-US" altLang="ko-KR" dirty="0" err="1"/>
              <a:t>MultiThread</a:t>
            </a:r>
            <a:r>
              <a:rPr lang="en-US" altLang="ko-KR" dirty="0"/>
              <a:t>………..</a:t>
            </a:r>
          </a:p>
          <a:p>
            <a:endParaRPr lang="en-US" altLang="ko-KR" dirty="0"/>
          </a:p>
          <a:p>
            <a:r>
              <a:rPr lang="en-US" altLang="ko-KR" dirty="0"/>
              <a:t>[ETC]</a:t>
            </a:r>
          </a:p>
          <a:p>
            <a:r>
              <a:rPr lang="en-US" altLang="ko-KR" dirty="0"/>
              <a:t>-MSSQL</a:t>
            </a:r>
          </a:p>
          <a:p>
            <a:r>
              <a:rPr lang="en-US" altLang="ko-KR" dirty="0"/>
              <a:t>-Git</a:t>
            </a:r>
          </a:p>
        </p:txBody>
      </p:sp>
    </p:spTree>
    <p:extLst>
      <p:ext uri="{BB962C8B-B14F-4D97-AF65-F5344CB8AC3E}">
        <p14:creationId xmlns:p14="http://schemas.microsoft.com/office/powerpoint/2010/main" val="382458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EED42-8486-0055-4036-AC237054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졸업작품 소개 적기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3F1D3-2124-DFE2-7F05-33C1D86A1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82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2370-844C-E5B0-A803-14D4F6A7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239BD-C4F6-61D8-BCAF-1462396D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졸업작품 중요 내용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B7CE7-8CD1-176D-BB6B-41345B170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패킷</a:t>
            </a:r>
            <a:r>
              <a:rPr lang="en-US" altLang="ko-KR" dirty="0"/>
              <a:t> </a:t>
            </a:r>
            <a:r>
              <a:rPr lang="ko-KR" altLang="en-US" dirty="0" err="1"/>
              <a:t>재조립</a:t>
            </a:r>
            <a:endParaRPr lang="en-US" altLang="ko-KR" dirty="0"/>
          </a:p>
          <a:p>
            <a:r>
              <a:rPr lang="ko-KR" altLang="en-US" dirty="0"/>
              <a:t>성능향상 노력</a:t>
            </a:r>
            <a:r>
              <a:rPr lang="en-US" altLang="ko-KR" dirty="0"/>
              <a:t>…….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5061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3AE8-7020-4B0F-9380-80F4F0EB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7AE26-51C7-048D-FAD0-BB4BCF6E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구현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FD2BA-876F-9A1B-B1C1-ACA36AA9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DB </a:t>
            </a:r>
            <a:r>
              <a:rPr lang="ko-KR" altLang="en-US" dirty="0"/>
              <a:t>쓰레드</a:t>
            </a:r>
            <a:endParaRPr lang="en-US" altLang="ko-KR" dirty="0"/>
          </a:p>
          <a:p>
            <a:r>
              <a:rPr lang="en-US" altLang="ko-KR" dirty="0"/>
              <a:t>FSM</a:t>
            </a:r>
            <a:r>
              <a:rPr lang="ko-KR" altLang="en-US" dirty="0"/>
              <a:t>을 이용한 몬스터 </a:t>
            </a:r>
            <a:r>
              <a:rPr lang="en-US" altLang="ko-KR" dirty="0"/>
              <a:t>AI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67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A29C-D504-C2A4-8630-0BEFE90B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92210-6615-C537-0F94-E486EE136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672C4F-2DA1-D9A2-5BDA-D3DB97163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연락처</a:t>
            </a:r>
            <a:r>
              <a:rPr lang="en-US" altLang="ko-KR" dirty="0"/>
              <a:t>: 010-5231-8669</a:t>
            </a:r>
          </a:p>
          <a:p>
            <a:r>
              <a:rPr lang="ko-KR" altLang="en-US" dirty="0"/>
              <a:t>메일</a:t>
            </a:r>
            <a:r>
              <a:rPr lang="en-US" altLang="ko-KR" dirty="0"/>
              <a:t>: djwjod@naver.com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37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128</Words>
  <Application>Microsoft Office PowerPoint</Application>
  <PresentationFormat>와이드스크린</PresentationFormat>
  <Paragraphs>43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포트폴리오</vt:lpstr>
      <vt:lpstr>목차</vt:lpstr>
      <vt:lpstr>PowerPoint 프레젠테이션</vt:lpstr>
      <vt:lpstr>졸업작품 소개 적기</vt:lpstr>
      <vt:lpstr>졸업작품 중요 내용….</vt:lpstr>
      <vt:lpstr>기타 구현 내용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SooYoung Lim</dc:creator>
  <cp:lastModifiedBy>SooYoung Lim</cp:lastModifiedBy>
  <cp:revision>2</cp:revision>
  <dcterms:created xsi:type="dcterms:W3CDTF">2026-07-08T06:11:30Z</dcterms:created>
  <dcterms:modified xsi:type="dcterms:W3CDTF">2026-07-20T10:01:13Z</dcterms:modified>
</cp:coreProperties>
</file>